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12192000"/>
  <p:notesSz cx="6858000" cy="9144000"/>
  <p:embeddedFontLst>
    <p:embeddedFont>
      <p:font typeface="Red Hat Display SemiBold"/>
      <p:regular r:id="rId40"/>
      <p:bold r:id="rId41"/>
      <p:italic r:id="rId42"/>
      <p:boldItalic r:id="rId43"/>
    </p:embeddedFont>
    <p:embeddedFont>
      <p:font typeface="Red Hat Text Medium"/>
      <p:regular r:id="rId44"/>
      <p:bold r:id="rId45"/>
      <p:italic r:id="rId46"/>
      <p:boldItalic r:id="rId47"/>
    </p:embeddedFont>
    <p:embeddedFont>
      <p:font typeface="Red Hat Display Medium"/>
      <p:regular r:id="rId48"/>
      <p:bold r:id="rId49"/>
      <p:italic r:id="rId50"/>
      <p:boldItalic r:id="rId51"/>
    </p:embeddedFont>
    <p:embeddedFont>
      <p:font typeface="Overpass"/>
      <p:regular r:id="rId52"/>
      <p:bold r:id="rId53"/>
      <p:italic r:id="rId54"/>
      <p:boldItalic r:id="rId55"/>
    </p:embeddedFont>
    <p:embeddedFont>
      <p:font typeface="Red Hat Display"/>
      <p:regular r:id="rId56"/>
      <p:bold r:id="rId57"/>
      <p:italic r:id="rId58"/>
      <p:boldItalic r:id="rId59"/>
    </p:embeddedFont>
    <p:embeddedFont>
      <p:font typeface="Overpass Light"/>
      <p:regular r:id="rId60"/>
      <p:bold r:id="rId61"/>
      <p:italic r:id="rId62"/>
      <p:boldItalic r:id="rId63"/>
    </p:embeddedFont>
    <p:embeddedFont>
      <p:font typeface="Overpass SemiBold"/>
      <p:regular r:id="rId64"/>
      <p:bold r:id="rId65"/>
      <p:italic r:id="rId66"/>
      <p:boldItalic r:id="rId67"/>
    </p:embeddedFont>
    <p:embeddedFont>
      <p:font typeface="Red Hat Text"/>
      <p:regular r:id="rId68"/>
      <p:bold r:id="rId69"/>
      <p:italic r:id="rId70"/>
      <p:boldItalic r:id="rId71"/>
    </p:embeddedFont>
    <p:embeddedFont>
      <p:font typeface="Red Hat Text SemiBold"/>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pos="55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37BD1C-9CC0-4670-8B4C-33C3BDC5342D}">
  <a:tblStyle styleId="{0337BD1C-9CC0-4670-8B4C-33C3BDC5342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04A8B4C-59A8-4CB4-BB28-54DEBDE4589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55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edHatDisplaySemiBold-regular.fntdata"/><Relationship Id="rId42" Type="http://schemas.openxmlformats.org/officeDocument/2006/relationships/font" Target="fonts/RedHatDisplaySemiBold-italic.fntdata"/><Relationship Id="rId41" Type="http://schemas.openxmlformats.org/officeDocument/2006/relationships/font" Target="fonts/RedHatDisplaySemiBold-bold.fntdata"/><Relationship Id="rId44" Type="http://schemas.openxmlformats.org/officeDocument/2006/relationships/font" Target="fonts/RedHatTextMedium-regular.fntdata"/><Relationship Id="rId43" Type="http://schemas.openxmlformats.org/officeDocument/2006/relationships/font" Target="fonts/RedHatDisplaySemiBold-boldItalic.fntdata"/><Relationship Id="rId46" Type="http://schemas.openxmlformats.org/officeDocument/2006/relationships/font" Target="fonts/RedHatTextMedium-italic.fntdata"/><Relationship Id="rId45" Type="http://schemas.openxmlformats.org/officeDocument/2006/relationships/font" Target="fonts/RedHatText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edHatDisplayMedium-regular.fntdata"/><Relationship Id="rId47" Type="http://schemas.openxmlformats.org/officeDocument/2006/relationships/font" Target="fonts/RedHatTextMedium-boldItalic.fntdata"/><Relationship Id="rId49" Type="http://schemas.openxmlformats.org/officeDocument/2006/relationships/font" Target="fonts/RedHatDisplay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edHatTextSemiBold-bold.fntdata"/><Relationship Id="rId72" Type="http://schemas.openxmlformats.org/officeDocument/2006/relationships/font" Target="fonts/RedHatTextSemiBold-regular.fntdata"/><Relationship Id="rId31" Type="http://schemas.openxmlformats.org/officeDocument/2006/relationships/slide" Target="slides/slide25.xml"/><Relationship Id="rId75" Type="http://schemas.openxmlformats.org/officeDocument/2006/relationships/font" Target="fonts/RedHatTextSemiBold-boldItalic.fntdata"/><Relationship Id="rId30" Type="http://schemas.openxmlformats.org/officeDocument/2006/relationships/slide" Target="slides/slide24.xml"/><Relationship Id="rId74" Type="http://schemas.openxmlformats.org/officeDocument/2006/relationships/font" Target="fonts/RedHatTextSemi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edHatText-boldItalic.fntdata"/><Relationship Id="rId70" Type="http://schemas.openxmlformats.org/officeDocument/2006/relationships/font" Target="fonts/RedHatText-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OverpassLight-italic.fntdata"/><Relationship Id="rId61" Type="http://schemas.openxmlformats.org/officeDocument/2006/relationships/font" Target="fonts/OverpassLight-bold.fntdata"/><Relationship Id="rId20" Type="http://schemas.openxmlformats.org/officeDocument/2006/relationships/slide" Target="slides/slide14.xml"/><Relationship Id="rId64" Type="http://schemas.openxmlformats.org/officeDocument/2006/relationships/font" Target="fonts/OverpassSemiBold-regular.fntdata"/><Relationship Id="rId63" Type="http://schemas.openxmlformats.org/officeDocument/2006/relationships/font" Target="fonts/OverpassLight-boldItalic.fntdata"/><Relationship Id="rId22" Type="http://schemas.openxmlformats.org/officeDocument/2006/relationships/slide" Target="slides/slide16.xml"/><Relationship Id="rId66" Type="http://schemas.openxmlformats.org/officeDocument/2006/relationships/font" Target="fonts/OverpassSemiBold-italic.fntdata"/><Relationship Id="rId21" Type="http://schemas.openxmlformats.org/officeDocument/2006/relationships/slide" Target="slides/slide15.xml"/><Relationship Id="rId65" Type="http://schemas.openxmlformats.org/officeDocument/2006/relationships/font" Target="fonts/OverpassSemiBold-bold.fntdata"/><Relationship Id="rId24" Type="http://schemas.openxmlformats.org/officeDocument/2006/relationships/slide" Target="slides/slide18.xml"/><Relationship Id="rId68" Type="http://schemas.openxmlformats.org/officeDocument/2006/relationships/font" Target="fonts/RedHatText-regular.fntdata"/><Relationship Id="rId23" Type="http://schemas.openxmlformats.org/officeDocument/2006/relationships/slide" Target="slides/slide17.xml"/><Relationship Id="rId67" Type="http://schemas.openxmlformats.org/officeDocument/2006/relationships/font" Target="fonts/OverpassSemiBold-boldItalic.fntdata"/><Relationship Id="rId60" Type="http://schemas.openxmlformats.org/officeDocument/2006/relationships/font" Target="fonts/OverpassLight-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edHatText-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edHatDisplayMedium-boldItalic.fntdata"/><Relationship Id="rId50" Type="http://schemas.openxmlformats.org/officeDocument/2006/relationships/font" Target="fonts/RedHatDisplayMedium-italic.fntdata"/><Relationship Id="rId53" Type="http://schemas.openxmlformats.org/officeDocument/2006/relationships/font" Target="fonts/Overpass-bold.fntdata"/><Relationship Id="rId52" Type="http://schemas.openxmlformats.org/officeDocument/2006/relationships/font" Target="fonts/Overpass-regular.fntdata"/><Relationship Id="rId11" Type="http://schemas.openxmlformats.org/officeDocument/2006/relationships/slide" Target="slides/slide5.xml"/><Relationship Id="rId55" Type="http://schemas.openxmlformats.org/officeDocument/2006/relationships/font" Target="fonts/Overpass-boldItalic.fntdata"/><Relationship Id="rId10" Type="http://schemas.openxmlformats.org/officeDocument/2006/relationships/slide" Target="slides/slide4.xml"/><Relationship Id="rId54" Type="http://schemas.openxmlformats.org/officeDocument/2006/relationships/font" Target="fonts/Overpass-italic.fntdata"/><Relationship Id="rId13" Type="http://schemas.openxmlformats.org/officeDocument/2006/relationships/slide" Target="slides/slide7.xml"/><Relationship Id="rId57" Type="http://schemas.openxmlformats.org/officeDocument/2006/relationships/font" Target="fonts/RedHatDisplay-bold.fntdata"/><Relationship Id="rId12" Type="http://schemas.openxmlformats.org/officeDocument/2006/relationships/slide" Target="slides/slide6.xml"/><Relationship Id="rId56" Type="http://schemas.openxmlformats.org/officeDocument/2006/relationships/font" Target="fonts/RedHatDisplay-regular.fntdata"/><Relationship Id="rId15" Type="http://schemas.openxmlformats.org/officeDocument/2006/relationships/slide" Target="slides/slide9.xml"/><Relationship Id="rId59" Type="http://schemas.openxmlformats.org/officeDocument/2006/relationships/font" Target="fonts/RedHatDisplay-boldItalic.fntdata"/><Relationship Id="rId14" Type="http://schemas.openxmlformats.org/officeDocument/2006/relationships/slide" Target="slides/slide8.xml"/><Relationship Id="rId58" Type="http://schemas.openxmlformats.org/officeDocument/2006/relationships/font" Target="fonts/RedHatDisplay-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b95a35b8ea_1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3b95a35b8ea_1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633e27721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2633e27721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Storify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633e993d0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633e993d0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Linux Adoption is no different than any other operating system. It starts with 1 admin deploying 1 server and figuring out how it is supposed to work. Then a second system is created and connect them on a network. Now they have to figure out all the things that make systems talk and play nice with each other on a network.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Authentication, Name Services, Time Services, etc.. all the things that are there before we even think about putting an application on a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we have to keep it up to date as we work with it, back it up, configure it.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All this is pretty simple with 2 machines and not very labour intensive.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happens when we get to 10? 100? 1000?</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Each team can take their own approach to these challenges. Then when they come together, we get standards that, well, aren’t so standard.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we need standardization before we can automate.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It's not done, because it's never perfect. Perfect is the enemy of Good.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we Iterate. What does this start to look like… What are some of our blockers..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633e993d0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633e993d0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One of the concepts that we will discuss in that of the Standard Operating Environment. In a nutshell, it encompasses the content that we allow on our Linux systems, but it also helps us define how and when it gets there. One of the challenges that we at Red Hat see in many customers is that the way in which systems are spec’d out and built is so customized, that it is essentially a monolith. Once it is built, ongoing maintenance, revision and reuse are next to impossible. Also, different parts of the organization may have implemented different standards, or generated exceptions to meet deadlines, etc.. If we take the time to redefine the systems in terms of the functional layers of the software stack we can drive out the necessary components. The refactoring will revive the flexibility in our environment, allowing more easy recombination and streamlining maintenance.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we refactor the components of the Operating Environment, we can drive standardization by codifying content delivery, configuration, lifecycle and compliance through tooling. These new standards in turn will drive efficiencies that in time will become positive feedback loops.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need to show both the process and the architecture… the process is our consulting methodology and agile process and our architectures are tested in the field with some of our largest and most valued customers.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People -&gt; Innovation Lab will train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633e277218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633e277218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633e993d0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2633e993d0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Break it down - the Oxford Dictionary defines these terms: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Standard - a model or norm for comparative evaluation</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Operating - the control of the functioning of a machine, system, or process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Environment - the conditions under which an entity (machine, system, process) operates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can have as many Standard Operating Environments as there are machines, systems, and processes. The value comes when we refactor these models so that we can start from a short discrete list of SOEs and well defined tools and processes that allow us to automate delivery.</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633e993d0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633e993d0c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a3dddbeb3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a3dddbeb3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2a3dddbeb34_1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2a3dddbeb34_1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Storify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633e993d0c_0_2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633e993d0c_0_2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 Mike Savage]</a:t>
            </a:r>
            <a:endParaRPr/>
          </a:p>
          <a:p>
            <a:pPr indent="0" lvl="0" marL="0" rtl="0" algn="l">
              <a:spcBef>
                <a:spcPts val="0"/>
              </a:spcBef>
              <a:spcAft>
                <a:spcPts val="0"/>
              </a:spcAft>
              <a:buNone/>
            </a:pPr>
            <a:r>
              <a:rPr lang="en"/>
              <a:t>Adapted from Flight Path End to End by Adam Seeley and Bob Mader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represents the Stages for the Flight Path journey and the capabilities needed within the organization infrastructure in order for that stage to be considered successfully completed. This is not to imply that all of the capabilities in each stage must be a </a:t>
            </a:r>
            <a:r>
              <a:rPr b="1" lang="en"/>
              <a:t>leading </a:t>
            </a:r>
            <a:r>
              <a:rPr lang="en"/>
              <a:t>level before proceeding to the next stage but rather a measure of overall </a:t>
            </a:r>
            <a:r>
              <a:rPr lang="en"/>
              <a:t>capability</a:t>
            </a:r>
            <a:r>
              <a:rPr lang="en"/>
              <a:t> and likelihood of success. The goal of the chart is to allow the leadership team to gauge current overall success of the effort by having stakeholders estimate capability across the teams that make up the effort.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Copy this slide for the initial review of capabilities and set the fill colour of each capability to create a capability map/matrix. At each subsequent review copy the previous reviews map and update it for the current review to generate a timeline of success.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2633e993d0c_0_3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2633e993d0c_0_3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Adapted from Flight Path End to End by Adam Seeley and Bob Mader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graph represents the RETURN ON INVESTMENT vs. TIME. THIS IS NOT “the hype curve” although it has a similar profile. </a:t>
            </a:r>
            <a:br>
              <a:rPr lang="en">
                <a:solidFill>
                  <a:schemeClr val="dk1"/>
                </a:solidFill>
              </a:rPr>
            </a:br>
            <a:r>
              <a:rPr lang="en">
                <a:solidFill>
                  <a:schemeClr val="dk1"/>
                </a:solidFill>
              </a:rPr>
              <a:t>It’s intent is to show the benefit to the organization w.r.t. getting the basic skill for their organization done well.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is huge value.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other aspect is to show where the customer will likely fail.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Through the many deployments that the Flight Path team have </a:t>
            </a:r>
            <a:r>
              <a:rPr i="1" lang="en">
                <a:solidFill>
                  <a:schemeClr val="dk1"/>
                </a:solidFill>
              </a:rPr>
              <a:t>fixed</a:t>
            </a:r>
            <a:r>
              <a:rPr lang="en">
                <a:solidFill>
                  <a:schemeClr val="dk1"/>
                </a:solidFill>
              </a:rPr>
              <a:t>, they have seen that if you start in the wrong place on the continuum, you end up in the bone-yard.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Don’t push too fast.</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633e993d0c_0_3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633e993d0c_0_3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Adapted from Flight Path End to End by Adam Seeley and Bob Mader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graph represents the RETURN ON INVESTMENT vs. TIME. THIS IS NOT “the hype curve” although it has a similar profile. </a:t>
            </a:r>
            <a:br>
              <a:rPr lang="en">
                <a:solidFill>
                  <a:schemeClr val="dk1"/>
                </a:solidFill>
              </a:rPr>
            </a:br>
            <a:r>
              <a:rPr lang="en">
                <a:solidFill>
                  <a:schemeClr val="dk1"/>
                </a:solidFill>
              </a:rPr>
              <a:t>It’s intent is to show the benefit to the organization w.r.t. getting the basic skill for their organization done well.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is huge value.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other aspect is to show where the customer will likely fail.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Through the many deployments that the Flight Path team have </a:t>
            </a:r>
            <a:r>
              <a:rPr i="1" lang="en">
                <a:solidFill>
                  <a:schemeClr val="dk1"/>
                </a:solidFill>
              </a:rPr>
              <a:t>fixed</a:t>
            </a:r>
            <a:r>
              <a:rPr lang="en">
                <a:solidFill>
                  <a:schemeClr val="dk1"/>
                </a:solidFill>
              </a:rPr>
              <a:t>, they have seen that if you start in the wrong place on the continuum, you end up in the bone-yard.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Don’t push too fast.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 layers on top the advantage of timing the deployment of OpenShift environments and adoption.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smooth the overall ROI experienced by the customer. </a:t>
            </a:r>
            <a:br>
              <a:rPr lang="en">
                <a:solidFill>
                  <a:schemeClr val="dk1"/>
                </a:solidFill>
              </a:rPr>
            </a:br>
            <a:r>
              <a:rPr lang="en">
                <a:solidFill>
                  <a:schemeClr val="dk1"/>
                </a:solidFill>
              </a:rPr>
              <a:t>In our experience, customer success rate increases.</a:t>
            </a:r>
            <a:br>
              <a:rPr lang="en">
                <a:solidFill>
                  <a:schemeClr val="dk1"/>
                </a:solidFill>
              </a:rPr>
            </a:br>
            <a:r>
              <a:rPr lang="en">
                <a:solidFill>
                  <a:schemeClr val="dk1"/>
                </a:solidFill>
              </a:rPr>
              <a:t>ROI is continuous.</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2633e993d0c_0_1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2633e993d0c_0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Martijn Ten Heuvel and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a:t>
            </a:r>
            <a:endParaRPr/>
          </a:p>
          <a:p>
            <a:pPr indent="-298450" lvl="0" marL="457200" rtl="0" algn="l">
              <a:spcBef>
                <a:spcPts val="0"/>
              </a:spcBef>
              <a:spcAft>
                <a:spcPts val="0"/>
              </a:spcAft>
              <a:buSzPts val="1100"/>
              <a:buChar char="-"/>
            </a:pPr>
            <a:r>
              <a:rPr lang="en"/>
              <a:t>Migrate to RHEL document</a:t>
            </a:r>
            <a:endParaRPr/>
          </a:p>
          <a:p>
            <a:pPr indent="-298450" lvl="0" marL="457200" rtl="0" algn="l">
              <a:spcBef>
                <a:spcPts val="0"/>
              </a:spcBef>
              <a:spcAft>
                <a:spcPts val="0"/>
              </a:spcAft>
              <a:buSzPts val="1100"/>
              <a:buChar char="-"/>
            </a:pPr>
            <a:r>
              <a:rPr lang="en"/>
              <a:t>Convert to RHEL document</a:t>
            </a:r>
            <a:endParaRPr/>
          </a:p>
          <a:p>
            <a:pPr indent="-298450" lvl="0" marL="457200" rtl="0" algn="l">
              <a:spcBef>
                <a:spcPts val="0"/>
              </a:spcBef>
              <a:spcAft>
                <a:spcPts val="0"/>
              </a:spcAft>
              <a:buSzPts val="1100"/>
              <a:buChar char="-"/>
            </a:pPr>
            <a:r>
              <a:rPr lang="en"/>
              <a:t>Upgrade to RHEL9 document (DONE)</a:t>
            </a:r>
            <a:endParaRPr/>
          </a:p>
          <a:p>
            <a:pPr indent="-298450" lvl="0" marL="457200" rtl="0" algn="l">
              <a:spcBef>
                <a:spcPts val="0"/>
              </a:spcBef>
              <a:spcAft>
                <a:spcPts val="0"/>
              </a:spcAft>
              <a:buSzPts val="1100"/>
              <a:buChar char="-"/>
            </a:pPr>
            <a:r>
              <a:rPr lang="en"/>
              <a:t>Migration pilot for OSP (openstack) - does that still have a value?</a:t>
            </a:r>
            <a:endParaRPr/>
          </a:p>
          <a:p>
            <a:pPr indent="-298450" lvl="0" marL="457200" rtl="0" algn="l">
              <a:spcBef>
                <a:spcPts val="0"/>
              </a:spcBef>
              <a:spcAft>
                <a:spcPts val="0"/>
              </a:spcAft>
              <a:buSzPts val="1100"/>
              <a:buChar char="-"/>
            </a:pPr>
            <a:r>
              <a:rPr lang="en"/>
              <a:t>Add a new box: migrate to OCP virtualization, find the virtualization approach build.</a:t>
            </a:r>
            <a:endParaRPr/>
          </a:p>
          <a:p>
            <a:pPr indent="-298450" lvl="0" marL="457200" rtl="0" algn="l">
              <a:spcBef>
                <a:spcPts val="0"/>
              </a:spcBef>
              <a:spcAft>
                <a:spcPts val="0"/>
              </a:spcAft>
              <a:buSzPts val="1100"/>
              <a:buChar char="-"/>
            </a:pPr>
            <a:r>
              <a:rPr lang="en"/>
              <a:t>Same with HANA</a:t>
            </a:r>
            <a:endParaRPr/>
          </a:p>
          <a:p>
            <a:pPr indent="-298450" lvl="0" marL="457200" rtl="0" algn="l">
              <a:spcBef>
                <a:spcPts val="0"/>
              </a:spcBef>
              <a:spcAft>
                <a:spcPts val="0"/>
              </a:spcAft>
              <a:buSzPts val="1100"/>
              <a:buChar char="-"/>
            </a:pPr>
            <a:r>
              <a:rPr lang="en"/>
              <a:t>SOE Provisioning also is a link.</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2633e277218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2633e277218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We use a journeymap to identify where we are and where need to go. We are in the discovery phase today, ready to move to the navigate phase.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Discovery for us is to identify why and who, whereas during the Navigate we determine the how.</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Once we have an idea on the how, we can start a pilot phase, where we start to create and build the modernisation paths, deploy the platform and tools and so on.</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2633e993d0c_0_4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2633e993d0c_0_4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None/>
            </a:pPr>
            <a:r>
              <a:rPr lang="en">
                <a:solidFill>
                  <a:schemeClr val="dk1"/>
                </a:solidFill>
              </a:rPr>
              <a:t>Abstracting Differences in the various data centers and cloud delivers Consistent Process and Reduces the impact of Change.</a:t>
            </a:r>
            <a:endParaRPr>
              <a:solidFill>
                <a:schemeClr val="dk1"/>
              </a:solidFill>
            </a:endParaRPr>
          </a:p>
          <a:p>
            <a:pPr indent="0" lvl="0" marL="0" rtl="0" algn="l">
              <a:spcBef>
                <a:spcPts val="0"/>
              </a:spcBef>
              <a:spcAft>
                <a:spcPts val="0"/>
              </a:spcAft>
              <a:buNone/>
            </a:pPr>
            <a:r>
              <a:rPr lang="en">
                <a:solidFill>
                  <a:schemeClr val="dk1"/>
                </a:solidFill>
              </a:rPr>
              <a:t>Automation can define processes to deliver content; define and deploy systems; check compliance and manage configuration; all by simply changing the variable values and not the underlying code.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an example, using image builder we can define a cloud image from RHEL8 built from a Satellite content view. We can deploy that to AWS, Azure, VMware or OpenStack based simply on specifying the target connection information. We can then have Satellite deploy the image, again, by simply specifying the Compute Resource. Ansible can manage the host configuration no matter where it resides. When the image is deployed and configured for IdM integration, all the centralized policy is implemented on the system, again simply and easily.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2633e993d0c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2633e993d0c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2633e27721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g2633e277218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p>
          <a:p>
            <a:pPr indent="0" lvl="0" marL="0" rtl="0" algn="l">
              <a:spcBef>
                <a:spcPts val="0"/>
              </a:spcBef>
              <a:spcAft>
                <a:spcPts val="0"/>
              </a:spcAft>
              <a:buNone/>
            </a:pPr>
            <a:r>
              <a:rPr lang="en"/>
              <a:t>An SOE is not something standalone. These different focus areas here provide different angles we can/should discuss. Each off these have SMEs within HSE. These SMEs know how this works, we want to bring this knowledge together. </a:t>
            </a:r>
            <a:endParaRPr/>
          </a:p>
          <a:p>
            <a:pPr indent="0" lvl="0" marL="0" rtl="0" algn="l">
              <a:spcBef>
                <a:spcPts val="0"/>
              </a:spcBef>
              <a:spcAft>
                <a:spcPts val="0"/>
              </a:spcAft>
              <a:buNone/>
            </a:pPr>
            <a:r>
              <a:rPr lang="en"/>
              <a:t>Analyse would align this, but we are not doing that. Therefor we have a day to connect to all these stakeholders so we can reach out and align.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2633e277218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2633e277218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p>
          <a:p>
            <a:pPr indent="0" lvl="0" marL="0" rtl="0" algn="l">
              <a:spcBef>
                <a:spcPts val="0"/>
              </a:spcBef>
              <a:spcAft>
                <a:spcPts val="0"/>
              </a:spcAft>
              <a:buNone/>
            </a:pPr>
            <a:r>
              <a:rPr lang="en"/>
              <a:t>Personas is the initial idea.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2633e277218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2633e277218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2633e277218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2633e277218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2633e277218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2633e277218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2633e277218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2633e277218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2633e277218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2633e277218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2633e277218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2633e277218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2633e277218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2633e277218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27d3f8d4abf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27d3f8d4abf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27d3f8d4abf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g27d3f8d4abf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27d3f8d4abf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27d3f8d4abf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27d3f8d4abf_0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27d3f8d4abf_0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2a3dddbeb34_1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2a3dddbeb34_1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g2a6980d728f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g2a6980d728f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g2a6980d728f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3" name="Google Shape;1503;g2a6980d728f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2a6980d72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2a6980d72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9.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 Id="rId3"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1.png"/><Relationship Id="rId3"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1.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14.png"/><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6.png"/><Relationship Id="rId3" Type="http://schemas.openxmlformats.org/officeDocument/2006/relationships/image" Target="../media/image16.png"/><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6.png"/><Relationship Id="rId3" Type="http://schemas.openxmlformats.org/officeDocument/2006/relationships/image" Target="../media/image17.png"/><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1" name="Google Shape;11;p2"/>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4600">
                <a:solidFill>
                  <a:schemeClr val="lt1"/>
                </a:solidFill>
              </a:defRPr>
            </a:lvl2pPr>
            <a:lvl3pPr lvl="2">
              <a:lnSpc>
                <a:spcPct val="105000"/>
              </a:lnSpc>
              <a:spcBef>
                <a:spcPts val="0"/>
              </a:spcBef>
              <a:spcAft>
                <a:spcPts val="0"/>
              </a:spcAft>
              <a:buNone/>
              <a:defRPr sz="4600">
                <a:solidFill>
                  <a:schemeClr val="lt1"/>
                </a:solidFill>
              </a:defRPr>
            </a:lvl3pPr>
            <a:lvl4pPr lvl="3">
              <a:lnSpc>
                <a:spcPct val="105000"/>
              </a:lnSpc>
              <a:spcBef>
                <a:spcPts val="0"/>
              </a:spcBef>
              <a:spcAft>
                <a:spcPts val="0"/>
              </a:spcAft>
              <a:buNone/>
              <a:defRPr sz="4600">
                <a:solidFill>
                  <a:schemeClr val="lt1"/>
                </a:solidFill>
              </a:defRPr>
            </a:lvl4pPr>
            <a:lvl5pPr lvl="4">
              <a:lnSpc>
                <a:spcPct val="105000"/>
              </a:lnSpc>
              <a:spcBef>
                <a:spcPts val="0"/>
              </a:spcBef>
              <a:spcAft>
                <a:spcPts val="0"/>
              </a:spcAft>
              <a:buNone/>
              <a:defRPr sz="4600">
                <a:solidFill>
                  <a:schemeClr val="lt1"/>
                </a:solidFill>
              </a:defRPr>
            </a:lvl5pPr>
            <a:lvl6pPr lvl="5">
              <a:lnSpc>
                <a:spcPct val="105000"/>
              </a:lnSpc>
              <a:spcBef>
                <a:spcPts val="0"/>
              </a:spcBef>
              <a:spcAft>
                <a:spcPts val="0"/>
              </a:spcAft>
              <a:buNone/>
              <a:defRPr sz="4600">
                <a:solidFill>
                  <a:schemeClr val="lt1"/>
                </a:solidFill>
              </a:defRPr>
            </a:lvl6pPr>
            <a:lvl7pPr lvl="6">
              <a:lnSpc>
                <a:spcPct val="105000"/>
              </a:lnSpc>
              <a:spcBef>
                <a:spcPts val="0"/>
              </a:spcBef>
              <a:spcAft>
                <a:spcPts val="0"/>
              </a:spcAft>
              <a:buNone/>
              <a:defRPr sz="4600">
                <a:solidFill>
                  <a:schemeClr val="lt1"/>
                </a:solidFill>
              </a:defRPr>
            </a:lvl7pPr>
            <a:lvl8pPr lvl="7">
              <a:lnSpc>
                <a:spcPct val="105000"/>
              </a:lnSpc>
              <a:spcBef>
                <a:spcPts val="0"/>
              </a:spcBef>
              <a:spcAft>
                <a:spcPts val="0"/>
              </a:spcAft>
              <a:buNone/>
              <a:defRPr sz="4600">
                <a:solidFill>
                  <a:schemeClr val="lt1"/>
                </a:solidFill>
              </a:defRPr>
            </a:lvl8pPr>
            <a:lvl9pPr lvl="8">
              <a:lnSpc>
                <a:spcPct val="105000"/>
              </a:lnSpc>
              <a:spcBef>
                <a:spcPts val="0"/>
              </a:spcBef>
              <a:spcAft>
                <a:spcPts val="0"/>
              </a:spcAft>
              <a:buNone/>
              <a:defRPr sz="4600">
                <a:solidFill>
                  <a:schemeClr val="lt1"/>
                </a:solidFill>
              </a:defRPr>
            </a:lvl9pPr>
          </a:lstStyle>
          <a:p/>
        </p:txBody>
      </p:sp>
      <p:sp>
        <p:nvSpPr>
          <p:cNvPr id="12" name="Google Shape;12;p2"/>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13" name="Google Shape;13;p2"/>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14" name="Google Shape;14;p2"/>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5" name="Google Shape;15;p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 name="Google Shape;16;p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None/>
              <a:defRPr sz="1400">
                <a:solidFill>
                  <a:schemeClr val="lt1"/>
                </a:solidFill>
              </a:defRPr>
            </a:lvl2pPr>
            <a:lvl3pPr lvl="2">
              <a:lnSpc>
                <a:spcPct val="180000"/>
              </a:lnSpc>
              <a:spcBef>
                <a:spcPts val="0"/>
              </a:spcBef>
              <a:spcAft>
                <a:spcPts val="0"/>
              </a:spcAft>
              <a:buClr>
                <a:schemeClr val="lt1"/>
              </a:buClr>
              <a:buSzPts val="1400"/>
              <a:buNone/>
              <a:defRPr sz="1400">
                <a:solidFill>
                  <a:schemeClr val="lt1"/>
                </a:solidFill>
              </a:defRPr>
            </a:lvl3pPr>
            <a:lvl4pPr lvl="3">
              <a:lnSpc>
                <a:spcPct val="180000"/>
              </a:lnSpc>
              <a:spcBef>
                <a:spcPts val="0"/>
              </a:spcBef>
              <a:spcAft>
                <a:spcPts val="0"/>
              </a:spcAft>
              <a:buClr>
                <a:schemeClr val="lt1"/>
              </a:buClr>
              <a:buSzPts val="1400"/>
              <a:buNone/>
              <a:defRPr sz="1400">
                <a:solidFill>
                  <a:schemeClr val="lt1"/>
                </a:solidFill>
              </a:defRPr>
            </a:lvl4pPr>
            <a:lvl5pPr lvl="4">
              <a:lnSpc>
                <a:spcPct val="180000"/>
              </a:lnSpc>
              <a:spcBef>
                <a:spcPts val="0"/>
              </a:spcBef>
              <a:spcAft>
                <a:spcPts val="0"/>
              </a:spcAft>
              <a:buClr>
                <a:schemeClr val="lt1"/>
              </a:buClr>
              <a:buSzPts val="1400"/>
              <a:buNone/>
              <a:defRPr sz="1400">
                <a:solidFill>
                  <a:schemeClr val="lt1"/>
                </a:solidFill>
              </a:defRPr>
            </a:lvl5pPr>
            <a:lvl6pPr lvl="5">
              <a:lnSpc>
                <a:spcPct val="180000"/>
              </a:lnSpc>
              <a:spcBef>
                <a:spcPts val="0"/>
              </a:spcBef>
              <a:spcAft>
                <a:spcPts val="0"/>
              </a:spcAft>
              <a:buClr>
                <a:schemeClr val="lt1"/>
              </a:buClr>
              <a:buSzPts val="1400"/>
              <a:buNone/>
              <a:defRPr sz="1400">
                <a:solidFill>
                  <a:schemeClr val="lt1"/>
                </a:solidFill>
              </a:defRPr>
            </a:lvl6pPr>
            <a:lvl7pPr lvl="6">
              <a:lnSpc>
                <a:spcPct val="180000"/>
              </a:lnSpc>
              <a:spcBef>
                <a:spcPts val="0"/>
              </a:spcBef>
              <a:spcAft>
                <a:spcPts val="0"/>
              </a:spcAft>
              <a:buClr>
                <a:schemeClr val="lt1"/>
              </a:buClr>
              <a:buSzPts val="1400"/>
              <a:buNone/>
              <a:defRPr sz="1400">
                <a:solidFill>
                  <a:schemeClr val="lt1"/>
                </a:solidFill>
              </a:defRPr>
            </a:lvl7pPr>
            <a:lvl8pPr lvl="7">
              <a:lnSpc>
                <a:spcPct val="180000"/>
              </a:lnSpc>
              <a:spcBef>
                <a:spcPts val="0"/>
              </a:spcBef>
              <a:spcAft>
                <a:spcPts val="0"/>
              </a:spcAft>
              <a:buClr>
                <a:schemeClr val="lt1"/>
              </a:buClr>
              <a:buSzPts val="1400"/>
              <a:buNone/>
              <a:defRPr sz="1400">
                <a:solidFill>
                  <a:schemeClr val="lt1"/>
                </a:solidFill>
              </a:defRPr>
            </a:lvl8pPr>
            <a:lvl9pPr lvl="8">
              <a:lnSpc>
                <a:spcPct val="180000"/>
              </a:lnSpc>
              <a:spcBef>
                <a:spcPts val="0"/>
              </a:spcBef>
              <a:spcAft>
                <a:spcPts val="0"/>
              </a:spcAft>
              <a:buClr>
                <a:schemeClr val="lt1"/>
              </a:buClr>
              <a:buSzPts val="1400"/>
              <a:buNone/>
              <a:defRPr sz="1400">
                <a:solidFill>
                  <a:schemeClr val="lt1"/>
                </a:solidFill>
              </a:defRPr>
            </a:lvl9pPr>
          </a:lstStyle>
          <a:p/>
        </p:txBody>
      </p:sp>
      <p:sp>
        <p:nvSpPr>
          <p:cNvPr id="20" name="Google Shape;20;p3"/>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21" name="Google Shape;21;p3"/>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23" name="Google Shape;23;p3"/>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24" name="Google Shape;24;p3"/>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25" name="Google Shape;25;p3"/>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cxnSp>
        <p:nvCxnSpPr>
          <p:cNvPr id="26" name="Google Shape;26;p3"/>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27" name="Google Shape;27;p3"/>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28" name="Google Shape;28;p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 name="Google Shape;29;p3"/>
          <p:cNvPicPr preferRelativeResize="0"/>
          <p:nvPr/>
        </p:nvPicPr>
        <p:blipFill>
          <a:blip r:embed="rId6">
            <a:alphaModFix/>
          </a:blip>
          <a:stretch>
            <a:fillRect/>
          </a:stretch>
        </p:blipFill>
        <p:spPr>
          <a:xfrm>
            <a:off x="7542663" y="3871263"/>
            <a:ext cx="282625" cy="282625"/>
          </a:xfrm>
          <a:prstGeom prst="rect">
            <a:avLst/>
          </a:prstGeom>
          <a:noFill/>
          <a:ln>
            <a:noFill/>
          </a:ln>
        </p:spPr>
      </p:pic>
      <p:sp>
        <p:nvSpPr>
          <p:cNvPr id="30" name="Google Shape;30;p3"/>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35" name="Google Shape;35;p4"/>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800">
                <a:solidFill>
                  <a:schemeClr val="lt1"/>
                </a:solidFill>
              </a:defRPr>
            </a:lvl2pPr>
            <a:lvl3pPr lvl="2">
              <a:lnSpc>
                <a:spcPct val="100000"/>
              </a:lnSpc>
              <a:spcBef>
                <a:spcPts val="0"/>
              </a:spcBef>
              <a:spcAft>
                <a:spcPts val="0"/>
              </a:spcAft>
              <a:buNone/>
              <a:defRPr sz="4800">
                <a:solidFill>
                  <a:schemeClr val="lt1"/>
                </a:solidFill>
              </a:defRPr>
            </a:lvl3pPr>
            <a:lvl4pPr lvl="3">
              <a:lnSpc>
                <a:spcPct val="100000"/>
              </a:lnSpc>
              <a:spcBef>
                <a:spcPts val="0"/>
              </a:spcBef>
              <a:spcAft>
                <a:spcPts val="0"/>
              </a:spcAft>
              <a:buNone/>
              <a:defRPr sz="4800">
                <a:solidFill>
                  <a:schemeClr val="lt1"/>
                </a:solidFill>
              </a:defRPr>
            </a:lvl4pPr>
            <a:lvl5pPr lvl="4">
              <a:lnSpc>
                <a:spcPct val="100000"/>
              </a:lnSpc>
              <a:spcBef>
                <a:spcPts val="0"/>
              </a:spcBef>
              <a:spcAft>
                <a:spcPts val="0"/>
              </a:spcAft>
              <a:buNone/>
              <a:defRPr sz="4800">
                <a:solidFill>
                  <a:schemeClr val="lt1"/>
                </a:solidFill>
              </a:defRPr>
            </a:lvl5pPr>
            <a:lvl6pPr lvl="5">
              <a:lnSpc>
                <a:spcPct val="100000"/>
              </a:lnSpc>
              <a:spcBef>
                <a:spcPts val="0"/>
              </a:spcBef>
              <a:spcAft>
                <a:spcPts val="0"/>
              </a:spcAft>
              <a:buNone/>
              <a:defRPr sz="4800">
                <a:solidFill>
                  <a:schemeClr val="lt1"/>
                </a:solidFill>
              </a:defRPr>
            </a:lvl6pPr>
            <a:lvl7pPr lvl="6">
              <a:lnSpc>
                <a:spcPct val="100000"/>
              </a:lnSpc>
              <a:spcBef>
                <a:spcPts val="0"/>
              </a:spcBef>
              <a:spcAft>
                <a:spcPts val="0"/>
              </a:spcAft>
              <a:buNone/>
              <a:defRPr sz="4800">
                <a:solidFill>
                  <a:schemeClr val="lt1"/>
                </a:solidFill>
              </a:defRPr>
            </a:lvl7pPr>
            <a:lvl8pPr lvl="7">
              <a:lnSpc>
                <a:spcPct val="100000"/>
              </a:lnSpc>
              <a:spcBef>
                <a:spcPts val="0"/>
              </a:spcBef>
              <a:spcAft>
                <a:spcPts val="0"/>
              </a:spcAft>
              <a:buNone/>
              <a:defRPr sz="4800">
                <a:solidFill>
                  <a:schemeClr val="lt1"/>
                </a:solidFill>
              </a:defRPr>
            </a:lvl8pPr>
            <a:lvl9pPr lvl="8">
              <a:lnSpc>
                <a:spcPct val="100000"/>
              </a:lnSpc>
              <a:spcBef>
                <a:spcPts val="0"/>
              </a:spcBef>
              <a:spcAft>
                <a:spcPts val="0"/>
              </a:spcAft>
              <a:buNone/>
              <a:defRPr sz="4800">
                <a:solidFill>
                  <a:schemeClr val="lt1"/>
                </a:solidFill>
              </a:defRPr>
            </a:lvl9pPr>
          </a:lstStyle>
          <a:p/>
        </p:txBody>
      </p:sp>
      <p:sp>
        <p:nvSpPr>
          <p:cNvPr id="36" name="Google Shape;36;p4"/>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sp>
        <p:nvSpPr>
          <p:cNvPr id="37" name="Google Shape;37;p4"/>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pic>
        <p:nvPicPr>
          <p:cNvPr id="38" name="Google Shape;38;p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39" name="Google Shape;39;p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0" name="Google Shape;40;p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 name="Google Shape;41;p4"/>
          <p:cNvPicPr preferRelativeResize="0"/>
          <p:nvPr/>
        </p:nvPicPr>
        <p:blipFill rotWithShape="1">
          <a:blip r:embed="rId4">
            <a:alphaModFix/>
          </a:blip>
          <a:srcRect b="3840" l="55799" r="5222" t="3849"/>
          <a:stretch/>
        </p:blipFill>
        <p:spPr>
          <a:xfrm>
            <a:off x="8061900" y="188450"/>
            <a:ext cx="4130176" cy="5501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5"/>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2pPr>
            <a:lvl3pPr lvl="2">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3pPr>
            <a:lvl4pPr lvl="3">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4pPr>
            <a:lvl5pPr lvl="4">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5pPr>
            <a:lvl6pPr lvl="5">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6pPr>
            <a:lvl7pPr lvl="6">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7pPr>
            <a:lvl8pPr lvl="7">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8pPr>
            <a:lvl9pPr lvl="8">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9pPr>
          </a:lstStyle>
          <a:p/>
        </p:txBody>
      </p:sp>
      <p:sp>
        <p:nvSpPr>
          <p:cNvPr id="46" name="Google Shape;46;p5"/>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47" name="Google Shape;47;p5"/>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48" name="Google Shape;48;p5"/>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49" name="Google Shape;49;p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50" name="Google Shape;50;p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1" name="Google Shape;51;p5"/>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52" name="Google Shape;52;p5"/>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53" name="Google Shape;53;p5"/>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54" name="Google Shape;54;p5"/>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sp>
        <p:nvSpPr>
          <p:cNvPr id="55" name="Google Shape;55;p5"/>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pic>
        <p:nvPicPr>
          <p:cNvPr id="56" name="Google Shape;56;p5"/>
          <p:cNvPicPr preferRelativeResize="0"/>
          <p:nvPr/>
        </p:nvPicPr>
        <p:blipFill>
          <a:blip r:embed="rId6">
            <a:alphaModFix/>
          </a:blip>
          <a:stretch>
            <a:fillRect/>
          </a:stretch>
        </p:blipFill>
        <p:spPr>
          <a:xfrm>
            <a:off x="7542675" y="3871275"/>
            <a:ext cx="282625" cy="2826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57" name="Shape 57"/>
        <p:cNvGrpSpPr/>
        <p:nvPr/>
      </p:nvGrpSpPr>
      <p:grpSpPr>
        <a:xfrm>
          <a:off x="0" y="0"/>
          <a:ext cx="0" cy="0"/>
          <a:chOff x="0" y="0"/>
          <a:chExt cx="0" cy="0"/>
        </a:xfrm>
      </p:grpSpPr>
      <p:pic>
        <p:nvPicPr>
          <p:cNvPr id="58" name="Google Shape;58;p6"/>
          <p:cNvPicPr preferRelativeResize="0"/>
          <p:nvPr/>
        </p:nvPicPr>
        <p:blipFill>
          <a:blip r:embed="rId3">
            <a:alphaModFix/>
          </a:blip>
          <a:stretch>
            <a:fillRect/>
          </a:stretch>
        </p:blipFill>
        <p:spPr>
          <a:xfrm>
            <a:off x="872058" y="1150"/>
            <a:ext cx="3653358" cy="6857999"/>
          </a:xfrm>
          <a:prstGeom prst="rect">
            <a:avLst/>
          </a:prstGeom>
          <a:noFill/>
          <a:ln>
            <a:noFill/>
          </a:ln>
        </p:spPr>
      </p:pic>
      <p:sp>
        <p:nvSpPr>
          <p:cNvPr id="59" name="Google Shape;59;p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6"/>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61" name="Google Shape;61;p6"/>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62" name="Google Shape;62;p6"/>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63" name="Google Shape;63;p6"/>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64" name="Google Shape;64;p6"/>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65" name="Google Shape;65;p6"/>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66" name="Google Shape;66;p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7"/>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0" name="Google Shape;70;p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1" name="Google Shape;71;p7"/>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72" name="Google Shape;72;p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73" name="Google Shape;73;p7"/>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74" name="Google Shape;74;p7"/>
          <p:cNvSpPr txBox="1"/>
          <p:nvPr/>
        </p:nvSpPr>
        <p:spPr>
          <a:xfrm>
            <a:off x="5903450" y="4733727"/>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75" name="Google Shape;75;p7"/>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76" name="Google Shape;76;p7"/>
          <p:cNvPicPr preferRelativeResize="0"/>
          <p:nvPr/>
        </p:nvPicPr>
        <p:blipFill rotWithShape="1">
          <a:blip r:embed="rId4">
            <a:alphaModFix/>
          </a:blip>
          <a:srcRect b="0" l="2507" r="2498" t="0"/>
          <a:stretch/>
        </p:blipFill>
        <p:spPr>
          <a:xfrm>
            <a:off x="5660534" y="5174306"/>
            <a:ext cx="229074" cy="241150"/>
          </a:xfrm>
          <a:prstGeom prst="rect">
            <a:avLst/>
          </a:prstGeom>
          <a:noFill/>
          <a:ln>
            <a:noFill/>
          </a:ln>
        </p:spPr>
      </p:pic>
      <p:pic>
        <p:nvPicPr>
          <p:cNvPr id="77" name="Google Shape;77;p7"/>
          <p:cNvPicPr preferRelativeResize="0"/>
          <p:nvPr/>
        </p:nvPicPr>
        <p:blipFill rotWithShape="1">
          <a:blip r:embed="rId5">
            <a:alphaModFix/>
          </a:blip>
          <a:srcRect b="0" l="2507" r="2498" t="0"/>
          <a:stretch/>
        </p:blipFill>
        <p:spPr>
          <a:xfrm>
            <a:off x="5660534" y="4669223"/>
            <a:ext cx="229075" cy="241150"/>
          </a:xfrm>
          <a:prstGeom prst="rect">
            <a:avLst/>
          </a:prstGeom>
          <a:noFill/>
          <a:ln>
            <a:noFill/>
          </a:ln>
        </p:spPr>
      </p:pic>
      <p:sp>
        <p:nvSpPr>
          <p:cNvPr id="78" name="Google Shape;78;p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9" name="Google Shape;79;p7"/>
          <p:cNvPicPr preferRelativeResize="0"/>
          <p:nvPr/>
        </p:nvPicPr>
        <p:blipFill>
          <a:blip r:embed="rId6">
            <a:alphaModFix/>
          </a:blip>
          <a:stretch>
            <a:fillRect/>
          </a:stretch>
        </p:blipFill>
        <p:spPr>
          <a:xfrm>
            <a:off x="872058" y="1150"/>
            <a:ext cx="3653358" cy="6857999"/>
          </a:xfrm>
          <a:prstGeom prst="rect">
            <a:avLst/>
          </a:prstGeom>
          <a:noFill/>
          <a:ln>
            <a:noFill/>
          </a:ln>
        </p:spPr>
      </p:pic>
      <p:pic>
        <p:nvPicPr>
          <p:cNvPr id="80" name="Google Shape;80;p7"/>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81" name="Google Shape;81;p7"/>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1">
  <p:cSld name="CUSTOM_5">
    <p:bg>
      <p:bgPr>
        <a:blipFill>
          <a:blip r:embed="rId2">
            <a:alphaModFix/>
          </a:blip>
          <a:stretch>
            <a:fillRect/>
          </a:stretch>
        </a:blipFill>
      </p:bgPr>
    </p:bg>
    <p:spTree>
      <p:nvGrpSpPr>
        <p:cNvPr id="82" name="Shape 82"/>
        <p:cNvGrpSpPr/>
        <p:nvPr/>
      </p:nvGrpSpPr>
      <p:grpSpPr>
        <a:xfrm>
          <a:off x="0" y="0"/>
          <a:ext cx="0" cy="0"/>
          <a:chOff x="0" y="0"/>
          <a:chExt cx="0" cy="0"/>
        </a:xfrm>
      </p:grpSpPr>
      <p:pic>
        <p:nvPicPr>
          <p:cNvPr id="83" name="Google Shape;83;p8"/>
          <p:cNvPicPr preferRelativeResize="0"/>
          <p:nvPr/>
        </p:nvPicPr>
        <p:blipFill>
          <a:blip r:embed="rId3">
            <a:alphaModFix/>
          </a:blip>
          <a:stretch>
            <a:fillRect/>
          </a:stretch>
        </p:blipFill>
        <p:spPr>
          <a:xfrm>
            <a:off x="872046" y="0"/>
            <a:ext cx="3653358" cy="6857999"/>
          </a:xfrm>
          <a:prstGeom prst="rect">
            <a:avLst/>
          </a:prstGeom>
          <a:noFill/>
          <a:ln>
            <a:noFill/>
          </a:ln>
        </p:spPr>
      </p:pic>
      <p:sp>
        <p:nvSpPr>
          <p:cNvPr id="84" name="Google Shape;84;p8"/>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 name="Google Shape;85;p8"/>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86" name="Google Shape;86;p8"/>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87" name="Google Shape;87;p8"/>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88" name="Google Shape;88;p8"/>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89" name="Google Shape;89;p8"/>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90" name="Google Shape;90;p8"/>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1" name="Google Shape;91;p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1">
  <p:cSld name="CUSTOM_1_1">
    <p:bg>
      <p:bgPr>
        <a:blipFill>
          <a:blip r:embed="rId2">
            <a:alphaModFix/>
          </a:blip>
          <a:stretch>
            <a:fillRect/>
          </a:stretch>
        </a:blipFill>
      </p:bgPr>
    </p:bg>
    <p:spTree>
      <p:nvGrpSpPr>
        <p:cNvPr id="92" name="Shape 92"/>
        <p:cNvGrpSpPr/>
        <p:nvPr/>
      </p:nvGrpSpPr>
      <p:grpSpPr>
        <a:xfrm>
          <a:off x="0" y="0"/>
          <a:ext cx="0" cy="0"/>
          <a:chOff x="0" y="0"/>
          <a:chExt cx="0" cy="0"/>
        </a:xfrm>
      </p:grpSpPr>
      <p:sp>
        <p:nvSpPr>
          <p:cNvPr id="93" name="Google Shape;93;p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 name="Google Shape;94;p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95" name="Google Shape;95;p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6" name="Google Shape;96;p9"/>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97" name="Google Shape;97;p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8" name="Google Shape;98;p9"/>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99" name="Google Shape;99;p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0" name="Google Shape;100;p9"/>
          <p:cNvPicPr preferRelativeResize="0"/>
          <p:nvPr/>
        </p:nvPicPr>
        <p:blipFill>
          <a:blip r:embed="rId4">
            <a:alphaModFix/>
          </a:blip>
          <a:stretch>
            <a:fillRect/>
          </a:stretch>
        </p:blipFill>
        <p:spPr>
          <a:xfrm>
            <a:off x="872046" y="0"/>
            <a:ext cx="3653358" cy="6857999"/>
          </a:xfrm>
          <a:prstGeom prst="rect">
            <a:avLst/>
          </a:prstGeom>
          <a:noFill/>
          <a:ln>
            <a:noFill/>
          </a:ln>
        </p:spPr>
      </p:pic>
      <p:sp>
        <p:nvSpPr>
          <p:cNvPr id="101" name="Google Shape;101;p9"/>
          <p:cNvSpPr txBox="1"/>
          <p:nvPr/>
        </p:nvSpPr>
        <p:spPr>
          <a:xfrm>
            <a:off x="5903450" y="4742945"/>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102" name="Google Shape;102;p9"/>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103" name="Google Shape;103;p9"/>
          <p:cNvPicPr preferRelativeResize="0"/>
          <p:nvPr/>
        </p:nvPicPr>
        <p:blipFill rotWithShape="1">
          <a:blip r:embed="rId5">
            <a:alphaModFix/>
          </a:blip>
          <a:srcRect b="0" l="2507" r="2498" t="0"/>
          <a:stretch/>
        </p:blipFill>
        <p:spPr>
          <a:xfrm>
            <a:off x="5660534" y="5174306"/>
            <a:ext cx="229074" cy="241150"/>
          </a:xfrm>
          <a:prstGeom prst="rect">
            <a:avLst/>
          </a:prstGeom>
          <a:noFill/>
          <a:ln>
            <a:noFill/>
          </a:ln>
        </p:spPr>
      </p:pic>
      <p:pic>
        <p:nvPicPr>
          <p:cNvPr id="104" name="Google Shape;104;p9"/>
          <p:cNvPicPr preferRelativeResize="0"/>
          <p:nvPr/>
        </p:nvPicPr>
        <p:blipFill rotWithShape="1">
          <a:blip r:embed="rId6">
            <a:alphaModFix/>
          </a:blip>
          <a:srcRect b="0" l="2507" r="2498" t="0"/>
          <a:stretch/>
        </p:blipFill>
        <p:spPr>
          <a:xfrm>
            <a:off x="5660534" y="4669223"/>
            <a:ext cx="229075" cy="241150"/>
          </a:xfrm>
          <a:prstGeom prst="rect">
            <a:avLst/>
          </a:prstGeom>
          <a:noFill/>
          <a:ln>
            <a:noFill/>
          </a:ln>
        </p:spPr>
      </p:pic>
      <p:pic>
        <p:nvPicPr>
          <p:cNvPr id="105" name="Google Shape;105;p9"/>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106" name="Google Shape;106;p9"/>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107" name="Shape 107"/>
        <p:cNvGrpSpPr/>
        <p:nvPr/>
      </p:nvGrpSpPr>
      <p:grpSpPr>
        <a:xfrm>
          <a:off x="0" y="0"/>
          <a:ext cx="0" cy="0"/>
          <a:chOff x="0" y="0"/>
          <a:chExt cx="0" cy="0"/>
        </a:xfrm>
      </p:grpSpPr>
      <p:pic>
        <p:nvPicPr>
          <p:cNvPr id="108" name="Google Shape;108;p10"/>
          <p:cNvPicPr preferRelativeResize="0"/>
          <p:nvPr/>
        </p:nvPicPr>
        <p:blipFill>
          <a:blip r:embed="rId2">
            <a:alphaModFix/>
          </a:blip>
          <a:stretch>
            <a:fillRect/>
          </a:stretch>
        </p:blipFill>
        <p:spPr>
          <a:xfrm>
            <a:off x="1219200" y="762000"/>
            <a:ext cx="2145944" cy="507600"/>
          </a:xfrm>
          <a:prstGeom prst="rect">
            <a:avLst/>
          </a:prstGeom>
          <a:noFill/>
          <a:ln>
            <a:noFill/>
          </a:ln>
        </p:spPr>
      </p:pic>
      <p:sp>
        <p:nvSpPr>
          <p:cNvPr id="109" name="Google Shape;109;p10"/>
          <p:cNvSpPr txBox="1"/>
          <p:nvPr>
            <p:ph idx="1" type="subTitle"/>
          </p:nvPr>
        </p:nvSpPr>
        <p:spPr>
          <a:xfrm>
            <a:off x="1169325" y="44362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rgbClr val="EE0000"/>
              </a:buClr>
              <a:buSzPts val="2800"/>
              <a:buFont typeface="Red Hat Display"/>
              <a:buNone/>
              <a:defRPr sz="2800">
                <a:solidFill>
                  <a:srgbClr val="EE0000"/>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10" name="Google Shape;110;p10"/>
          <p:cNvSpPr txBox="1"/>
          <p:nvPr>
            <p:ph type="title"/>
          </p:nvPr>
        </p:nvSpPr>
        <p:spPr>
          <a:xfrm>
            <a:off x="1169475" y="2658025"/>
            <a:ext cx="9871800" cy="16002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8000">
                <a:solidFill>
                  <a:srgbClr val="EE0000"/>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b="1" sz="8000">
                <a:solidFill>
                  <a:schemeClr val="lt1"/>
                </a:solidFill>
              </a:defRPr>
            </a:lvl2pPr>
            <a:lvl3pPr lvl="2">
              <a:lnSpc>
                <a:spcPct val="105000"/>
              </a:lnSpc>
              <a:spcBef>
                <a:spcPts val="0"/>
              </a:spcBef>
              <a:spcAft>
                <a:spcPts val="0"/>
              </a:spcAft>
              <a:buNone/>
              <a:defRPr b="1" sz="8000">
                <a:solidFill>
                  <a:schemeClr val="lt1"/>
                </a:solidFill>
              </a:defRPr>
            </a:lvl3pPr>
            <a:lvl4pPr lvl="3">
              <a:lnSpc>
                <a:spcPct val="105000"/>
              </a:lnSpc>
              <a:spcBef>
                <a:spcPts val="0"/>
              </a:spcBef>
              <a:spcAft>
                <a:spcPts val="0"/>
              </a:spcAft>
              <a:buNone/>
              <a:defRPr b="1" sz="8000">
                <a:solidFill>
                  <a:schemeClr val="lt1"/>
                </a:solidFill>
              </a:defRPr>
            </a:lvl4pPr>
            <a:lvl5pPr lvl="4">
              <a:lnSpc>
                <a:spcPct val="105000"/>
              </a:lnSpc>
              <a:spcBef>
                <a:spcPts val="0"/>
              </a:spcBef>
              <a:spcAft>
                <a:spcPts val="0"/>
              </a:spcAft>
              <a:buNone/>
              <a:defRPr b="1" sz="8000">
                <a:solidFill>
                  <a:schemeClr val="lt1"/>
                </a:solidFill>
              </a:defRPr>
            </a:lvl5pPr>
            <a:lvl6pPr lvl="5">
              <a:lnSpc>
                <a:spcPct val="105000"/>
              </a:lnSpc>
              <a:spcBef>
                <a:spcPts val="0"/>
              </a:spcBef>
              <a:spcAft>
                <a:spcPts val="0"/>
              </a:spcAft>
              <a:buNone/>
              <a:defRPr b="1" sz="8000">
                <a:solidFill>
                  <a:schemeClr val="lt1"/>
                </a:solidFill>
              </a:defRPr>
            </a:lvl6pPr>
            <a:lvl7pPr lvl="6">
              <a:lnSpc>
                <a:spcPct val="105000"/>
              </a:lnSpc>
              <a:spcBef>
                <a:spcPts val="0"/>
              </a:spcBef>
              <a:spcAft>
                <a:spcPts val="0"/>
              </a:spcAft>
              <a:buNone/>
              <a:defRPr b="1" sz="8000">
                <a:solidFill>
                  <a:schemeClr val="lt1"/>
                </a:solidFill>
              </a:defRPr>
            </a:lvl7pPr>
            <a:lvl8pPr lvl="7">
              <a:lnSpc>
                <a:spcPct val="105000"/>
              </a:lnSpc>
              <a:spcBef>
                <a:spcPts val="0"/>
              </a:spcBef>
              <a:spcAft>
                <a:spcPts val="0"/>
              </a:spcAft>
              <a:buNone/>
              <a:defRPr b="1" sz="8000">
                <a:solidFill>
                  <a:schemeClr val="lt1"/>
                </a:solidFill>
              </a:defRPr>
            </a:lvl8pPr>
            <a:lvl9pPr lvl="8">
              <a:lnSpc>
                <a:spcPct val="105000"/>
              </a:lnSpc>
              <a:spcBef>
                <a:spcPts val="0"/>
              </a:spcBef>
              <a:spcAft>
                <a:spcPts val="0"/>
              </a:spcAft>
              <a:buNone/>
              <a:defRPr b="1" sz="8000">
                <a:solidFill>
                  <a:schemeClr val="lt1"/>
                </a:solidFill>
              </a:defRPr>
            </a:lvl9pPr>
          </a:lstStyle>
          <a:p/>
        </p:txBody>
      </p:sp>
      <p:sp>
        <p:nvSpPr>
          <p:cNvPr id="111" name="Google Shape;111;p10"/>
          <p:cNvSpPr txBox="1"/>
          <p:nvPr>
            <p:ph idx="2" type="subTitle"/>
          </p:nvPr>
        </p:nvSpPr>
        <p:spPr>
          <a:xfrm>
            <a:off x="1169325"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sp>
        <p:nvSpPr>
          <p:cNvPr id="112" name="Google Shape;112;p10"/>
          <p:cNvSpPr txBox="1"/>
          <p:nvPr>
            <p:ph idx="3" type="subTitle"/>
          </p:nvPr>
        </p:nvSpPr>
        <p:spPr>
          <a:xfrm>
            <a:off x="3557450"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cxnSp>
        <p:nvCxnSpPr>
          <p:cNvPr id="113" name="Google Shape;113;p1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14" name="Google Shape;114;p1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115" name="Shape 115"/>
        <p:cNvGrpSpPr/>
        <p:nvPr/>
      </p:nvGrpSpPr>
      <p:grpSpPr>
        <a:xfrm>
          <a:off x="0" y="0"/>
          <a:ext cx="0" cy="0"/>
          <a:chOff x="0" y="0"/>
          <a:chExt cx="0" cy="0"/>
        </a:xfrm>
      </p:grpSpPr>
      <p:sp>
        <p:nvSpPr>
          <p:cNvPr id="116" name="Google Shape;116;p11"/>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117" name="Google Shape;117;p1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18" name="Google Shape;118;p1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19" name="Google Shape;119;p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20" name="Google Shape;120;p11"/>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141414"/>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141414"/>
                </a:solidFill>
              </a:defRPr>
            </a:lvl2pPr>
            <a:lvl3pPr lvl="2">
              <a:lnSpc>
                <a:spcPct val="174000"/>
              </a:lnSpc>
              <a:spcBef>
                <a:spcPts val="0"/>
              </a:spcBef>
              <a:spcAft>
                <a:spcPts val="0"/>
              </a:spcAft>
              <a:buNone/>
              <a:defRPr sz="1400">
                <a:solidFill>
                  <a:srgbClr val="141414"/>
                </a:solidFill>
              </a:defRPr>
            </a:lvl3pPr>
            <a:lvl4pPr lvl="3">
              <a:lnSpc>
                <a:spcPct val="174000"/>
              </a:lnSpc>
              <a:spcBef>
                <a:spcPts val="0"/>
              </a:spcBef>
              <a:spcAft>
                <a:spcPts val="0"/>
              </a:spcAft>
              <a:buNone/>
              <a:defRPr sz="1400">
                <a:solidFill>
                  <a:srgbClr val="141414"/>
                </a:solidFill>
              </a:defRPr>
            </a:lvl4pPr>
            <a:lvl5pPr lvl="4">
              <a:lnSpc>
                <a:spcPct val="174000"/>
              </a:lnSpc>
              <a:spcBef>
                <a:spcPts val="0"/>
              </a:spcBef>
              <a:spcAft>
                <a:spcPts val="0"/>
              </a:spcAft>
              <a:buNone/>
              <a:defRPr sz="1400">
                <a:solidFill>
                  <a:srgbClr val="141414"/>
                </a:solidFill>
              </a:defRPr>
            </a:lvl5pPr>
            <a:lvl6pPr lvl="5">
              <a:lnSpc>
                <a:spcPct val="174000"/>
              </a:lnSpc>
              <a:spcBef>
                <a:spcPts val="0"/>
              </a:spcBef>
              <a:spcAft>
                <a:spcPts val="0"/>
              </a:spcAft>
              <a:buNone/>
              <a:defRPr sz="1400">
                <a:solidFill>
                  <a:srgbClr val="141414"/>
                </a:solidFill>
              </a:defRPr>
            </a:lvl6pPr>
            <a:lvl7pPr lvl="6">
              <a:lnSpc>
                <a:spcPct val="174000"/>
              </a:lnSpc>
              <a:spcBef>
                <a:spcPts val="0"/>
              </a:spcBef>
              <a:spcAft>
                <a:spcPts val="0"/>
              </a:spcAft>
              <a:buNone/>
              <a:defRPr sz="1400">
                <a:solidFill>
                  <a:srgbClr val="141414"/>
                </a:solidFill>
              </a:defRPr>
            </a:lvl7pPr>
            <a:lvl8pPr lvl="7">
              <a:lnSpc>
                <a:spcPct val="174000"/>
              </a:lnSpc>
              <a:spcBef>
                <a:spcPts val="0"/>
              </a:spcBef>
              <a:spcAft>
                <a:spcPts val="0"/>
              </a:spcAft>
              <a:buNone/>
              <a:defRPr sz="1400">
                <a:solidFill>
                  <a:srgbClr val="141414"/>
                </a:solidFill>
              </a:defRPr>
            </a:lvl8pPr>
            <a:lvl9pPr lvl="8">
              <a:lnSpc>
                <a:spcPct val="174000"/>
              </a:lnSpc>
              <a:spcBef>
                <a:spcPts val="0"/>
              </a:spcBef>
              <a:spcAft>
                <a:spcPts val="0"/>
              </a:spcAft>
              <a:buNone/>
              <a:defRPr sz="1400">
                <a:solidFill>
                  <a:srgbClr val="141414"/>
                </a:solidFill>
              </a:defRPr>
            </a:lvl9pPr>
          </a:lstStyle>
          <a:p/>
        </p:txBody>
      </p:sp>
      <p:pic>
        <p:nvPicPr>
          <p:cNvPr id="121" name="Google Shape;121;p11"/>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22" name="Google Shape;122;p1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123" name="Shape 123"/>
        <p:cNvGrpSpPr/>
        <p:nvPr/>
      </p:nvGrpSpPr>
      <p:grpSpPr>
        <a:xfrm>
          <a:off x="0" y="0"/>
          <a:ext cx="0" cy="0"/>
          <a:chOff x="0" y="0"/>
          <a:chExt cx="0" cy="0"/>
        </a:xfrm>
      </p:grpSpPr>
      <p:sp>
        <p:nvSpPr>
          <p:cNvPr id="124" name="Google Shape;124;p1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25" name="Google Shape;125;p1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26" name="Google Shape;126;p1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27" name="Google Shape;127;p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28" name="Google Shape;128;p1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lt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lt1"/>
                </a:solidFill>
              </a:defRPr>
            </a:lvl2pPr>
            <a:lvl3pPr lvl="2">
              <a:lnSpc>
                <a:spcPct val="174000"/>
              </a:lnSpc>
              <a:spcBef>
                <a:spcPts val="0"/>
              </a:spcBef>
              <a:spcAft>
                <a:spcPts val="0"/>
              </a:spcAft>
              <a:buNone/>
              <a:defRPr sz="1400">
                <a:solidFill>
                  <a:schemeClr val="lt1"/>
                </a:solidFill>
              </a:defRPr>
            </a:lvl3pPr>
            <a:lvl4pPr lvl="3">
              <a:lnSpc>
                <a:spcPct val="174000"/>
              </a:lnSpc>
              <a:spcBef>
                <a:spcPts val="0"/>
              </a:spcBef>
              <a:spcAft>
                <a:spcPts val="0"/>
              </a:spcAft>
              <a:buNone/>
              <a:defRPr sz="1400">
                <a:solidFill>
                  <a:schemeClr val="lt1"/>
                </a:solidFill>
              </a:defRPr>
            </a:lvl4pPr>
            <a:lvl5pPr lvl="4">
              <a:lnSpc>
                <a:spcPct val="174000"/>
              </a:lnSpc>
              <a:spcBef>
                <a:spcPts val="0"/>
              </a:spcBef>
              <a:spcAft>
                <a:spcPts val="0"/>
              </a:spcAft>
              <a:buNone/>
              <a:defRPr sz="1400">
                <a:solidFill>
                  <a:schemeClr val="lt1"/>
                </a:solidFill>
              </a:defRPr>
            </a:lvl5pPr>
            <a:lvl6pPr lvl="5">
              <a:lnSpc>
                <a:spcPct val="174000"/>
              </a:lnSpc>
              <a:spcBef>
                <a:spcPts val="0"/>
              </a:spcBef>
              <a:spcAft>
                <a:spcPts val="0"/>
              </a:spcAft>
              <a:buNone/>
              <a:defRPr sz="1400">
                <a:solidFill>
                  <a:schemeClr val="lt1"/>
                </a:solidFill>
              </a:defRPr>
            </a:lvl6pPr>
            <a:lvl7pPr lvl="6">
              <a:lnSpc>
                <a:spcPct val="174000"/>
              </a:lnSpc>
              <a:spcBef>
                <a:spcPts val="0"/>
              </a:spcBef>
              <a:spcAft>
                <a:spcPts val="0"/>
              </a:spcAft>
              <a:buNone/>
              <a:defRPr sz="1400">
                <a:solidFill>
                  <a:schemeClr val="lt1"/>
                </a:solidFill>
              </a:defRPr>
            </a:lvl7pPr>
            <a:lvl8pPr lvl="7">
              <a:lnSpc>
                <a:spcPct val="174000"/>
              </a:lnSpc>
              <a:spcBef>
                <a:spcPts val="0"/>
              </a:spcBef>
              <a:spcAft>
                <a:spcPts val="0"/>
              </a:spcAft>
              <a:buNone/>
              <a:defRPr sz="1400">
                <a:solidFill>
                  <a:schemeClr val="lt1"/>
                </a:solidFill>
              </a:defRPr>
            </a:lvl8pPr>
            <a:lvl9pPr lvl="8">
              <a:lnSpc>
                <a:spcPct val="174000"/>
              </a:lnSpc>
              <a:spcBef>
                <a:spcPts val="0"/>
              </a:spcBef>
              <a:spcAft>
                <a:spcPts val="0"/>
              </a:spcAft>
              <a:buNone/>
              <a:defRPr sz="1400">
                <a:solidFill>
                  <a:schemeClr val="lt1"/>
                </a:solidFill>
              </a:defRPr>
            </a:lvl9pPr>
          </a:lstStyle>
          <a:p/>
        </p:txBody>
      </p:sp>
      <p:pic>
        <p:nvPicPr>
          <p:cNvPr id="129" name="Google Shape;129;p12"/>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30" name="Google Shape;130;p1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A">
  <p:cSld name="CUSTOM_2_1_2">
    <p:bg>
      <p:bgPr>
        <a:blipFill>
          <a:blip r:embed="rId2">
            <a:alphaModFix/>
          </a:blip>
          <a:stretch>
            <a:fillRect/>
          </a:stretch>
        </a:blipFill>
      </p:bgPr>
    </p:bg>
    <p:spTree>
      <p:nvGrpSpPr>
        <p:cNvPr id="131" name="Shape 131"/>
        <p:cNvGrpSpPr/>
        <p:nvPr/>
      </p:nvGrpSpPr>
      <p:grpSpPr>
        <a:xfrm>
          <a:off x="0" y="0"/>
          <a:ext cx="0" cy="0"/>
          <a:chOff x="0" y="0"/>
          <a:chExt cx="0" cy="0"/>
        </a:xfrm>
      </p:grpSpPr>
      <p:cxnSp>
        <p:nvCxnSpPr>
          <p:cNvPr id="132" name="Google Shape;132;p1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33" name="Google Shape;133;p1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34" name="Google Shape;134;p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35" name="Google Shape;135;p13"/>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36" name="Google Shape;136;p1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13"/>
          <p:cNvSpPr txBox="1"/>
          <p:nvPr>
            <p:ph idx="2"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FFFFFF"/>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FFFFFF"/>
                </a:solidFill>
              </a:defRPr>
            </a:lvl2pPr>
            <a:lvl3pPr lvl="2">
              <a:lnSpc>
                <a:spcPct val="174000"/>
              </a:lnSpc>
              <a:spcBef>
                <a:spcPts val="0"/>
              </a:spcBef>
              <a:spcAft>
                <a:spcPts val="0"/>
              </a:spcAft>
              <a:buNone/>
              <a:defRPr sz="1400">
                <a:solidFill>
                  <a:srgbClr val="FFFFFF"/>
                </a:solidFill>
              </a:defRPr>
            </a:lvl3pPr>
            <a:lvl4pPr lvl="3">
              <a:lnSpc>
                <a:spcPct val="174000"/>
              </a:lnSpc>
              <a:spcBef>
                <a:spcPts val="0"/>
              </a:spcBef>
              <a:spcAft>
                <a:spcPts val="0"/>
              </a:spcAft>
              <a:buNone/>
              <a:defRPr sz="1400">
                <a:solidFill>
                  <a:srgbClr val="FFFFFF"/>
                </a:solidFill>
              </a:defRPr>
            </a:lvl4pPr>
            <a:lvl5pPr lvl="4">
              <a:lnSpc>
                <a:spcPct val="174000"/>
              </a:lnSpc>
              <a:spcBef>
                <a:spcPts val="0"/>
              </a:spcBef>
              <a:spcAft>
                <a:spcPts val="0"/>
              </a:spcAft>
              <a:buNone/>
              <a:defRPr sz="1400">
                <a:solidFill>
                  <a:srgbClr val="FFFFFF"/>
                </a:solidFill>
              </a:defRPr>
            </a:lvl5pPr>
            <a:lvl6pPr lvl="5">
              <a:lnSpc>
                <a:spcPct val="174000"/>
              </a:lnSpc>
              <a:spcBef>
                <a:spcPts val="0"/>
              </a:spcBef>
              <a:spcAft>
                <a:spcPts val="0"/>
              </a:spcAft>
              <a:buNone/>
              <a:defRPr sz="1400">
                <a:solidFill>
                  <a:srgbClr val="FFFFFF"/>
                </a:solidFill>
              </a:defRPr>
            </a:lvl6pPr>
            <a:lvl7pPr lvl="6">
              <a:lnSpc>
                <a:spcPct val="174000"/>
              </a:lnSpc>
              <a:spcBef>
                <a:spcPts val="0"/>
              </a:spcBef>
              <a:spcAft>
                <a:spcPts val="0"/>
              </a:spcAft>
              <a:buNone/>
              <a:defRPr sz="1400">
                <a:solidFill>
                  <a:srgbClr val="FFFFFF"/>
                </a:solidFill>
              </a:defRPr>
            </a:lvl7pPr>
            <a:lvl8pPr lvl="7">
              <a:lnSpc>
                <a:spcPct val="174000"/>
              </a:lnSpc>
              <a:spcBef>
                <a:spcPts val="0"/>
              </a:spcBef>
              <a:spcAft>
                <a:spcPts val="0"/>
              </a:spcAft>
              <a:buNone/>
              <a:defRPr sz="1400">
                <a:solidFill>
                  <a:srgbClr val="FFFFFF"/>
                </a:solidFill>
              </a:defRPr>
            </a:lvl8pPr>
            <a:lvl9pPr lvl="8">
              <a:lnSpc>
                <a:spcPct val="174000"/>
              </a:lnSpc>
              <a:spcBef>
                <a:spcPts val="0"/>
              </a:spcBef>
              <a:spcAft>
                <a:spcPts val="0"/>
              </a:spcAft>
              <a:buNone/>
              <a:defRPr sz="1400">
                <a:solidFill>
                  <a:srgbClr val="FFFFFF"/>
                </a:solidFill>
              </a:defRPr>
            </a:lvl9pPr>
          </a:lstStyle>
          <a:p/>
        </p:txBody>
      </p:sp>
      <p:sp>
        <p:nvSpPr>
          <p:cNvPr id="138" name="Google Shape;138;p13"/>
          <p:cNvSpPr txBox="1"/>
          <p:nvPr>
            <p:ph idx="3"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Clr>
                <a:srgbClr val="FFFFFF"/>
              </a:buClr>
              <a:buSzPts val="1400"/>
              <a:buFont typeface="Red Hat Display Medium"/>
              <a:buNone/>
              <a:defRPr sz="1400">
                <a:solidFill>
                  <a:srgbClr val="FFFFFF"/>
                </a:solidFill>
                <a:latin typeface="Red Hat Display Medium"/>
                <a:ea typeface="Red Hat Display Medium"/>
                <a:cs typeface="Red Hat Display Medium"/>
                <a:sym typeface="Red Hat Display Medium"/>
              </a:defRPr>
            </a:lvl1pPr>
            <a:lvl2pPr lvl="1">
              <a:spcBef>
                <a:spcPts val="0"/>
              </a:spcBef>
              <a:spcAft>
                <a:spcPts val="0"/>
              </a:spcAft>
              <a:buClr>
                <a:srgbClr val="FFFFFF"/>
              </a:buClr>
              <a:buSzPts val="1800"/>
              <a:buNone/>
              <a:defRPr>
                <a:solidFill>
                  <a:srgbClr val="FFFFFF"/>
                </a:solidFill>
              </a:defRPr>
            </a:lvl2pPr>
            <a:lvl3pPr lvl="2">
              <a:spcBef>
                <a:spcPts val="500"/>
              </a:spcBef>
              <a:spcAft>
                <a:spcPts val="0"/>
              </a:spcAft>
              <a:buClr>
                <a:srgbClr val="FFFFFF"/>
              </a:buClr>
              <a:buSzPts val="1800"/>
              <a:buNone/>
              <a:defRPr>
                <a:solidFill>
                  <a:srgbClr val="FFFFFF"/>
                </a:solidFill>
              </a:defRPr>
            </a:lvl3pPr>
            <a:lvl4pPr lvl="3">
              <a:spcBef>
                <a:spcPts val="500"/>
              </a:spcBef>
              <a:spcAft>
                <a:spcPts val="0"/>
              </a:spcAft>
              <a:buClr>
                <a:srgbClr val="FFFFFF"/>
              </a:buClr>
              <a:buSzPts val="1800"/>
              <a:buNone/>
              <a:defRPr>
                <a:solidFill>
                  <a:srgbClr val="FFFFFF"/>
                </a:solidFill>
              </a:defRPr>
            </a:lvl4pPr>
            <a:lvl5pPr lvl="4">
              <a:spcBef>
                <a:spcPts val="500"/>
              </a:spcBef>
              <a:spcAft>
                <a:spcPts val="0"/>
              </a:spcAft>
              <a:buClr>
                <a:srgbClr val="FFFFFF"/>
              </a:buClr>
              <a:buSzPts val="1800"/>
              <a:buNone/>
              <a:defRPr>
                <a:solidFill>
                  <a:srgbClr val="FFFFFF"/>
                </a:solidFill>
              </a:defRPr>
            </a:lvl5pPr>
            <a:lvl6pPr lvl="5">
              <a:spcBef>
                <a:spcPts val="500"/>
              </a:spcBef>
              <a:spcAft>
                <a:spcPts val="0"/>
              </a:spcAft>
              <a:buClr>
                <a:srgbClr val="FFFFFF"/>
              </a:buClr>
              <a:buSzPts val="1800"/>
              <a:buNone/>
              <a:defRPr>
                <a:solidFill>
                  <a:srgbClr val="FFFFFF"/>
                </a:solidFill>
              </a:defRPr>
            </a:lvl6pPr>
            <a:lvl7pPr lvl="6">
              <a:spcBef>
                <a:spcPts val="500"/>
              </a:spcBef>
              <a:spcAft>
                <a:spcPts val="0"/>
              </a:spcAft>
              <a:buClr>
                <a:srgbClr val="FFFFFF"/>
              </a:buClr>
              <a:buSzPts val="1800"/>
              <a:buNone/>
              <a:defRPr>
                <a:solidFill>
                  <a:srgbClr val="FFFFFF"/>
                </a:solidFill>
              </a:defRPr>
            </a:lvl7pPr>
            <a:lvl8pPr lvl="7">
              <a:spcBef>
                <a:spcPts val="500"/>
              </a:spcBef>
              <a:spcAft>
                <a:spcPts val="0"/>
              </a:spcAft>
              <a:buClr>
                <a:srgbClr val="FFFFFF"/>
              </a:buClr>
              <a:buSzPts val="1800"/>
              <a:buNone/>
              <a:defRPr>
                <a:solidFill>
                  <a:srgbClr val="FFFFFF"/>
                </a:solidFill>
              </a:defRPr>
            </a:lvl8pPr>
            <a:lvl9pPr lvl="8">
              <a:spcBef>
                <a:spcPts val="500"/>
              </a:spcBef>
              <a:spcAft>
                <a:spcPts val="500"/>
              </a:spcAft>
              <a:buClr>
                <a:srgbClr val="FFFFFF"/>
              </a:buClr>
              <a:buSzPts val="1800"/>
              <a:buNone/>
              <a:defRPr>
                <a:solidFill>
                  <a:srgbClr val="FFFFFF"/>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39" name="Shape 139"/>
        <p:cNvGrpSpPr/>
        <p:nvPr/>
      </p:nvGrpSpPr>
      <p:grpSpPr>
        <a:xfrm>
          <a:off x="0" y="0"/>
          <a:ext cx="0" cy="0"/>
          <a:chOff x="0" y="0"/>
          <a:chExt cx="0" cy="0"/>
        </a:xfrm>
      </p:grpSpPr>
      <p:sp>
        <p:nvSpPr>
          <p:cNvPr id="140" name="Google Shape;140;p14"/>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41" name="Google Shape;141;p1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42" name="Google Shape;142;p1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43" name="Google Shape;143;p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44" name="Google Shape;144;p14"/>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74000"/>
              </a:lnSpc>
              <a:spcBef>
                <a:spcPts val="0"/>
              </a:spcBef>
              <a:spcAft>
                <a:spcPts val="0"/>
              </a:spcAft>
              <a:buNone/>
              <a:defRPr sz="1400">
                <a:solidFill>
                  <a:srgbClr val="EBEBEB"/>
                </a:solidFill>
              </a:defRPr>
            </a:lvl1pPr>
            <a:lvl2pPr lvl="1">
              <a:lnSpc>
                <a:spcPct val="174000"/>
              </a:lnSpc>
              <a:spcBef>
                <a:spcPts val="0"/>
              </a:spcBef>
              <a:spcAft>
                <a:spcPts val="0"/>
              </a:spcAft>
              <a:buNone/>
              <a:defRPr sz="1400">
                <a:solidFill>
                  <a:srgbClr val="EBEBEB"/>
                </a:solidFill>
              </a:defRPr>
            </a:lvl2pPr>
            <a:lvl3pPr lvl="2">
              <a:lnSpc>
                <a:spcPct val="174000"/>
              </a:lnSpc>
              <a:spcBef>
                <a:spcPts val="0"/>
              </a:spcBef>
              <a:spcAft>
                <a:spcPts val="0"/>
              </a:spcAft>
              <a:buNone/>
              <a:defRPr sz="1400">
                <a:solidFill>
                  <a:srgbClr val="EBEBEB"/>
                </a:solidFill>
              </a:defRPr>
            </a:lvl3pPr>
            <a:lvl4pPr lvl="3">
              <a:lnSpc>
                <a:spcPct val="174000"/>
              </a:lnSpc>
              <a:spcBef>
                <a:spcPts val="0"/>
              </a:spcBef>
              <a:spcAft>
                <a:spcPts val="0"/>
              </a:spcAft>
              <a:buNone/>
              <a:defRPr sz="1400">
                <a:solidFill>
                  <a:srgbClr val="EBEBEB"/>
                </a:solidFill>
              </a:defRPr>
            </a:lvl4pPr>
            <a:lvl5pPr lvl="4">
              <a:lnSpc>
                <a:spcPct val="174000"/>
              </a:lnSpc>
              <a:spcBef>
                <a:spcPts val="0"/>
              </a:spcBef>
              <a:spcAft>
                <a:spcPts val="0"/>
              </a:spcAft>
              <a:buNone/>
              <a:defRPr sz="1400">
                <a:solidFill>
                  <a:srgbClr val="EBEBEB"/>
                </a:solidFill>
              </a:defRPr>
            </a:lvl5pPr>
            <a:lvl6pPr lvl="5">
              <a:lnSpc>
                <a:spcPct val="174000"/>
              </a:lnSpc>
              <a:spcBef>
                <a:spcPts val="0"/>
              </a:spcBef>
              <a:spcAft>
                <a:spcPts val="0"/>
              </a:spcAft>
              <a:buNone/>
              <a:defRPr sz="1400">
                <a:solidFill>
                  <a:srgbClr val="EBEBEB"/>
                </a:solidFill>
              </a:defRPr>
            </a:lvl6pPr>
            <a:lvl7pPr lvl="6">
              <a:lnSpc>
                <a:spcPct val="174000"/>
              </a:lnSpc>
              <a:spcBef>
                <a:spcPts val="0"/>
              </a:spcBef>
              <a:spcAft>
                <a:spcPts val="0"/>
              </a:spcAft>
              <a:buNone/>
              <a:defRPr sz="1400">
                <a:solidFill>
                  <a:srgbClr val="EBEBEB"/>
                </a:solidFill>
              </a:defRPr>
            </a:lvl7pPr>
            <a:lvl8pPr lvl="7">
              <a:lnSpc>
                <a:spcPct val="174000"/>
              </a:lnSpc>
              <a:spcBef>
                <a:spcPts val="0"/>
              </a:spcBef>
              <a:spcAft>
                <a:spcPts val="0"/>
              </a:spcAft>
              <a:buNone/>
              <a:defRPr sz="1400">
                <a:solidFill>
                  <a:srgbClr val="EBEBEB"/>
                </a:solidFill>
              </a:defRPr>
            </a:lvl8pPr>
            <a:lvl9pPr lvl="8">
              <a:lnSpc>
                <a:spcPct val="174000"/>
              </a:lnSpc>
              <a:spcBef>
                <a:spcPts val="0"/>
              </a:spcBef>
              <a:spcAft>
                <a:spcPts val="0"/>
              </a:spcAft>
              <a:buNone/>
              <a:defRPr sz="1400">
                <a:solidFill>
                  <a:srgbClr val="EBEBEB"/>
                </a:solidFill>
              </a:defRPr>
            </a:lvl9pPr>
          </a:lstStyle>
          <a:p/>
        </p:txBody>
      </p:sp>
      <p:pic>
        <p:nvPicPr>
          <p:cNvPr id="145" name="Google Shape;145;p14"/>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46" name="Google Shape;146;p14"/>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47" name="Google Shape;147;p1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148" name="Shape 148"/>
        <p:cNvGrpSpPr/>
        <p:nvPr/>
      </p:nvGrpSpPr>
      <p:grpSpPr>
        <a:xfrm>
          <a:off x="0" y="0"/>
          <a:ext cx="0" cy="0"/>
          <a:chOff x="0" y="0"/>
          <a:chExt cx="0" cy="0"/>
        </a:xfrm>
      </p:grpSpPr>
      <p:sp>
        <p:nvSpPr>
          <p:cNvPr id="149" name="Google Shape;149;p15"/>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50" name="Google Shape;150;p15"/>
          <p:cNvSpPr txBox="1"/>
          <p:nvPr>
            <p:ph idx="2"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SzPts val="1400"/>
              <a:buFont typeface="Red Hat Display Medium"/>
              <a:buNone/>
              <a:defRPr sz="1400">
                <a:latin typeface="Red Hat Display Medium"/>
                <a:ea typeface="Red Hat Display Medium"/>
                <a:cs typeface="Red Hat Display Medium"/>
                <a:sym typeface="Red Hat Display Medium"/>
              </a:defRPr>
            </a:lvl1pPr>
            <a:lvl2pPr lvl="1">
              <a:spcBef>
                <a:spcPts val="0"/>
              </a:spcBef>
              <a:spcAft>
                <a:spcPts val="0"/>
              </a:spcAft>
              <a:buSzPts val="1800"/>
              <a:buNone/>
              <a:defRPr/>
            </a:lvl2pPr>
            <a:lvl3pPr lvl="2">
              <a:spcBef>
                <a:spcPts val="500"/>
              </a:spcBef>
              <a:spcAft>
                <a:spcPts val="0"/>
              </a:spcAft>
              <a:buSzPts val="1800"/>
              <a:buNone/>
              <a:defRPr/>
            </a:lvl3pPr>
            <a:lvl4pPr lvl="3">
              <a:spcBef>
                <a:spcPts val="500"/>
              </a:spcBef>
              <a:spcAft>
                <a:spcPts val="0"/>
              </a:spcAft>
              <a:buSzPts val="1800"/>
              <a:buNone/>
              <a:defRPr/>
            </a:lvl4pPr>
            <a:lvl5pPr lvl="4">
              <a:spcBef>
                <a:spcPts val="500"/>
              </a:spcBef>
              <a:spcAft>
                <a:spcPts val="0"/>
              </a:spcAft>
              <a:buSzPts val="1800"/>
              <a:buNone/>
              <a:defRPr/>
            </a:lvl5pPr>
            <a:lvl6pPr lvl="5">
              <a:spcBef>
                <a:spcPts val="500"/>
              </a:spcBef>
              <a:spcAft>
                <a:spcPts val="0"/>
              </a:spcAft>
              <a:buSzPts val="1800"/>
              <a:buNone/>
              <a:defRPr/>
            </a:lvl6pPr>
            <a:lvl7pPr lvl="6">
              <a:spcBef>
                <a:spcPts val="500"/>
              </a:spcBef>
              <a:spcAft>
                <a:spcPts val="0"/>
              </a:spcAft>
              <a:buSzPts val="1800"/>
              <a:buNone/>
              <a:defRPr/>
            </a:lvl7pPr>
            <a:lvl8pPr lvl="7">
              <a:spcBef>
                <a:spcPts val="500"/>
              </a:spcBef>
              <a:spcAft>
                <a:spcPts val="0"/>
              </a:spcAft>
              <a:buSzPts val="1800"/>
              <a:buNone/>
              <a:defRPr/>
            </a:lvl8pPr>
            <a:lvl9pPr lvl="8">
              <a:spcBef>
                <a:spcPts val="500"/>
              </a:spcBef>
              <a:spcAft>
                <a:spcPts val="500"/>
              </a:spcAft>
              <a:buSzPts val="1800"/>
              <a:buNone/>
              <a:defRPr/>
            </a:lvl9pPr>
          </a:lstStyle>
          <a:p/>
        </p:txBody>
      </p:sp>
      <p:cxnSp>
        <p:nvCxnSpPr>
          <p:cNvPr id="151" name="Google Shape;151;p1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52" name="Google Shape;152;p1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53" name="Google Shape;153;p1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54" name="Google Shape;154;p15"/>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55" name="Google Shape;155;p1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58" name="Google Shape;158;p1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59" name="Google Shape;159;p16"/>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60" name="Google Shape;160;p16"/>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61" name="Google Shape;161;p16"/>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62" name="Google Shape;162;p1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3" name="Google Shape;163;p16"/>
          <p:cNvPicPr preferRelativeResize="0"/>
          <p:nvPr/>
        </p:nvPicPr>
        <p:blipFill rotWithShape="1">
          <a:blip r:embed="rId4">
            <a:alphaModFix/>
          </a:blip>
          <a:srcRect b="0" l="50787" r="11711" t="0"/>
          <a:stretch/>
        </p:blipFill>
        <p:spPr>
          <a:xfrm>
            <a:off x="8215045" y="436200"/>
            <a:ext cx="3976960" cy="59652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1">
  <p:cSld name="CUSTOM_3_2">
    <p:bg>
      <p:bgPr>
        <a:blipFill>
          <a:blip r:embed="rId2">
            <a:alphaModFix/>
          </a:blip>
          <a:stretch>
            <a:fillRect/>
          </a:stretch>
        </a:blipFill>
      </p:bgPr>
    </p:bg>
    <p:spTree>
      <p:nvGrpSpPr>
        <p:cNvPr id="164" name="Shape 164"/>
        <p:cNvGrpSpPr/>
        <p:nvPr/>
      </p:nvGrpSpPr>
      <p:grpSpPr>
        <a:xfrm>
          <a:off x="0" y="0"/>
          <a:ext cx="0" cy="0"/>
          <a:chOff x="0" y="0"/>
          <a:chExt cx="0" cy="0"/>
        </a:xfrm>
      </p:grpSpPr>
      <p:sp>
        <p:nvSpPr>
          <p:cNvPr id="165" name="Google Shape;165;p17"/>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66" name="Google Shape;166;p1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7" name="Google Shape;167;p1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68" name="Google Shape;168;p17"/>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69" name="Google Shape;169;p17"/>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70" name="Google Shape;170;p1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18"/>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73" name="Google Shape;173;p18"/>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174" name="Google Shape;174;p18"/>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75" name="Google Shape;175;p18"/>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176" name="Google Shape;176;p18"/>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177" name="Google Shape;177;p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78" name="Google Shape;178;p1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79" name="Shape 179"/>
        <p:cNvGrpSpPr/>
        <p:nvPr/>
      </p:nvGrpSpPr>
      <p:grpSpPr>
        <a:xfrm>
          <a:off x="0" y="0"/>
          <a:ext cx="0" cy="0"/>
          <a:chOff x="0" y="0"/>
          <a:chExt cx="0" cy="0"/>
        </a:xfrm>
      </p:grpSpPr>
      <p:pic>
        <p:nvPicPr>
          <p:cNvPr id="180" name="Google Shape;180;p19"/>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81" name="Google Shape;181;p19"/>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82" name="Google Shape;182;p1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83" name="Google Shape;183;p1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84" name="Google Shape;184;p19"/>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85" name="Google Shape;185;p1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1">
  <p:cSld name="CUSTOM_3_1_1_1">
    <p:bg>
      <p:bgPr>
        <a:blipFill>
          <a:blip r:embed="rId2">
            <a:alphaModFix/>
          </a:blip>
          <a:stretch>
            <a:fillRect/>
          </a:stretch>
        </a:blipFill>
      </p:bgPr>
    </p:bg>
    <p:spTree>
      <p:nvGrpSpPr>
        <p:cNvPr id="186" name="Shape 186"/>
        <p:cNvGrpSpPr/>
        <p:nvPr/>
      </p:nvGrpSpPr>
      <p:grpSpPr>
        <a:xfrm>
          <a:off x="0" y="0"/>
          <a:ext cx="0" cy="0"/>
          <a:chOff x="0" y="0"/>
          <a:chExt cx="0" cy="0"/>
        </a:xfrm>
      </p:grpSpPr>
      <p:pic>
        <p:nvPicPr>
          <p:cNvPr id="187" name="Google Shape;187;p20"/>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88" name="Google Shape;188;p20"/>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89" name="Google Shape;189;p20"/>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90" name="Google Shape;190;p20"/>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91" name="Google Shape;191;p20"/>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92" name="Google Shape;192;p2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93" name="Shape 193"/>
        <p:cNvGrpSpPr/>
        <p:nvPr/>
      </p:nvGrpSpPr>
      <p:grpSpPr>
        <a:xfrm>
          <a:off x="0" y="0"/>
          <a:ext cx="0" cy="0"/>
          <a:chOff x="0" y="0"/>
          <a:chExt cx="0" cy="0"/>
        </a:xfrm>
      </p:grpSpPr>
      <p:sp>
        <p:nvSpPr>
          <p:cNvPr id="194" name="Google Shape;194;p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95" name="Google Shape;195;p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6" name="Google Shape;196;p2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7" name="Google Shape;197;p2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8" name="Google Shape;198;p2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99" name="Google Shape;199;p2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00" name="Google Shape;200;p2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01" name="Google Shape;201;p21"/>
          <p:cNvSpPr txBox="1"/>
          <p:nvPr>
            <p:ph idx="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202" name="Shape 202"/>
        <p:cNvGrpSpPr/>
        <p:nvPr/>
      </p:nvGrpSpPr>
      <p:grpSpPr>
        <a:xfrm>
          <a:off x="0" y="0"/>
          <a:ext cx="0" cy="0"/>
          <a:chOff x="0" y="0"/>
          <a:chExt cx="0" cy="0"/>
        </a:xfrm>
      </p:grpSpPr>
      <p:sp>
        <p:nvSpPr>
          <p:cNvPr id="203" name="Google Shape;203;p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204" name="Google Shape;204;p2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5" name="Google Shape;205;p2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6" name="Google Shape;206;p2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7" name="Google Shape;207;p2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08" name="Google Shape;208;p2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09" name="Google Shape;209;p22"/>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2"/>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txBox="1"/>
          <p:nvPr>
            <p:ph idx="3"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5" name="Google Shape;215;p22"/>
          <p:cNvSpPr txBox="1"/>
          <p:nvPr>
            <p:ph idx="4" type="subTitle"/>
          </p:nvPr>
        </p:nvSpPr>
        <p:spPr>
          <a:xfrm>
            <a:off x="0" y="2473650"/>
            <a:ext cx="4389000" cy="2702400"/>
          </a:xfrm>
          <a:prstGeom prst="rect">
            <a:avLst/>
          </a:prstGeom>
        </p:spPr>
        <p:txBody>
          <a:bodyPr anchorCtr="0" anchor="ctr" bIns="0" lIns="868675" spcFirstLastPara="1" rIns="7315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6" name="Google Shape;216;p22"/>
          <p:cNvSpPr txBox="1"/>
          <p:nvPr>
            <p:ph idx="5"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17" name="Google Shape;217;p2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18" name="Google Shape;218;p22"/>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219" name="Shape 219"/>
        <p:cNvGrpSpPr/>
        <p:nvPr/>
      </p:nvGrpSpPr>
      <p:grpSpPr>
        <a:xfrm>
          <a:off x="0" y="0"/>
          <a:ext cx="0" cy="0"/>
          <a:chOff x="0" y="0"/>
          <a:chExt cx="0" cy="0"/>
        </a:xfrm>
      </p:grpSpPr>
      <p:cxnSp>
        <p:nvCxnSpPr>
          <p:cNvPr id="220" name="Google Shape;220;p2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21" name="Google Shape;221;p2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22" name="Google Shape;222;p2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3" name="Google Shape;223;p2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24" name="Google Shape;224;p2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25" name="Google Shape;225;p23"/>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230" name="Google Shape;230;p23"/>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31" name="Google Shape;231;p2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32" name="Google Shape;232;p23"/>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233" name="Google Shape;233;p23"/>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234" name="Shape 234"/>
        <p:cNvGrpSpPr/>
        <p:nvPr/>
      </p:nvGrpSpPr>
      <p:grpSpPr>
        <a:xfrm>
          <a:off x="0" y="0"/>
          <a:ext cx="0" cy="0"/>
          <a:chOff x="0" y="0"/>
          <a:chExt cx="0" cy="0"/>
        </a:xfrm>
      </p:grpSpPr>
      <p:cxnSp>
        <p:nvCxnSpPr>
          <p:cNvPr id="235" name="Google Shape;235;p2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6" name="Google Shape;236;p2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37" name="Google Shape;237;p2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8" name="Google Shape;238;p2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39" name="Google Shape;239;p2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pic>
        <p:nvPicPr>
          <p:cNvPr id="240" name="Google Shape;240;p24"/>
          <p:cNvPicPr preferRelativeResize="0"/>
          <p:nvPr/>
        </p:nvPicPr>
        <p:blipFill rotWithShape="1">
          <a:blip r:embed="rId3">
            <a:alphaModFix/>
          </a:blip>
          <a:srcRect b="0" l="0" r="0" t="0"/>
          <a:stretch/>
        </p:blipFill>
        <p:spPr>
          <a:xfrm>
            <a:off x="1743525" y="2296425"/>
            <a:ext cx="8704948" cy="3247250"/>
          </a:xfrm>
          <a:prstGeom prst="rect">
            <a:avLst/>
          </a:prstGeom>
          <a:noFill/>
          <a:ln>
            <a:noFill/>
          </a:ln>
        </p:spPr>
      </p:pic>
      <p:sp>
        <p:nvSpPr>
          <p:cNvPr id="241" name="Google Shape;241;p24"/>
          <p:cNvSpPr txBox="1"/>
          <p:nvPr>
            <p:ph idx="2" type="subTitle"/>
          </p:nvPr>
        </p:nvSpPr>
        <p:spPr>
          <a:xfrm>
            <a:off x="2262374" y="2965028"/>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2" name="Google Shape;242;p24"/>
          <p:cNvSpPr txBox="1"/>
          <p:nvPr>
            <p:ph idx="3" type="subTitle"/>
          </p:nvPr>
        </p:nvSpPr>
        <p:spPr>
          <a:xfrm>
            <a:off x="5005265"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3" name="Google Shape;243;p24"/>
          <p:cNvSpPr txBox="1"/>
          <p:nvPr>
            <p:ph idx="4" type="subTitle"/>
          </p:nvPr>
        </p:nvSpPr>
        <p:spPr>
          <a:xfrm>
            <a:off x="7748157"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244" name="Google Shape;244;p24"/>
          <p:cNvSpPr txBox="1"/>
          <p:nvPr>
            <p:ph idx="5"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45" name="Google Shape;245;p2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46" name="Google Shape;246;p24"/>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247" name="Shape 247"/>
        <p:cNvGrpSpPr/>
        <p:nvPr/>
      </p:nvGrpSpPr>
      <p:grpSpPr>
        <a:xfrm>
          <a:off x="0" y="0"/>
          <a:ext cx="0" cy="0"/>
          <a:chOff x="0" y="0"/>
          <a:chExt cx="0" cy="0"/>
        </a:xfrm>
      </p:grpSpPr>
      <p:sp>
        <p:nvSpPr>
          <p:cNvPr id="248" name="Google Shape;248;p2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249" name="Google Shape;249;p2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0" name="Google Shape;250;p2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2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2" name="Google Shape;252;p2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53" name="Google Shape;253;p2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254" name="Shape 254"/>
        <p:cNvGrpSpPr/>
        <p:nvPr/>
      </p:nvGrpSpPr>
      <p:grpSpPr>
        <a:xfrm>
          <a:off x="0" y="0"/>
          <a:ext cx="0" cy="0"/>
          <a:chOff x="0" y="0"/>
          <a:chExt cx="0" cy="0"/>
        </a:xfrm>
      </p:grpSpPr>
      <p:sp>
        <p:nvSpPr>
          <p:cNvPr id="255" name="Google Shape;255;p2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56" name="Google Shape;256;p2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257" name="Google Shape;257;p2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8" name="Google Shape;258;p2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9" name="Google Shape;259;p2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0" name="Google Shape;260;p2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61" name="Google Shape;261;p26"/>
          <p:cNvSpPr txBox="1"/>
          <p:nvPr>
            <p:ph idx="2"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262" name="Google Shape;262;p2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63" name="Google Shape;263;p26"/>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264" name="Shape 264"/>
        <p:cNvGrpSpPr/>
        <p:nvPr/>
      </p:nvGrpSpPr>
      <p:grpSpPr>
        <a:xfrm>
          <a:off x="0" y="0"/>
          <a:ext cx="0" cy="0"/>
          <a:chOff x="0" y="0"/>
          <a:chExt cx="0" cy="0"/>
        </a:xfrm>
      </p:grpSpPr>
      <p:cxnSp>
        <p:nvCxnSpPr>
          <p:cNvPr id="265" name="Google Shape;265;p2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66" name="Google Shape;266;p2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67" name="Google Shape;267;p2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8" name="Google Shape;268;p2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69" name="Google Shape;269;p2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70" name="Google Shape;270;p2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71" name="Google Shape;271;p2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72" name="Google Shape;272;p27"/>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273" name="Shape 273"/>
        <p:cNvGrpSpPr/>
        <p:nvPr/>
      </p:nvGrpSpPr>
      <p:grpSpPr>
        <a:xfrm>
          <a:off x="0" y="0"/>
          <a:ext cx="0" cy="0"/>
          <a:chOff x="0" y="0"/>
          <a:chExt cx="0" cy="0"/>
        </a:xfrm>
      </p:grpSpPr>
      <p:sp>
        <p:nvSpPr>
          <p:cNvPr id="274" name="Google Shape;274;p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75" name="Google Shape;275;p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76" name="Google Shape;276;p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77" name="Google Shape;277;p2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78" name="Google Shape;278;p2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79" name="Google Shape;279;p2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80" name="Google Shape;280;p28"/>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281" name="Shape 281"/>
        <p:cNvGrpSpPr/>
        <p:nvPr/>
      </p:nvGrpSpPr>
      <p:grpSpPr>
        <a:xfrm>
          <a:off x="0" y="0"/>
          <a:ext cx="0" cy="0"/>
          <a:chOff x="0" y="0"/>
          <a:chExt cx="0" cy="0"/>
        </a:xfrm>
      </p:grpSpPr>
      <p:cxnSp>
        <p:nvCxnSpPr>
          <p:cNvPr id="282" name="Google Shape;282;p2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3" name="Google Shape;283;p2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84" name="Google Shape;284;p2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5" name="Google Shape;285;p2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86" name="Google Shape;286;p2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87" name="Google Shape;287;p29"/>
          <p:cNvSpPr txBox="1"/>
          <p:nvPr>
            <p:ph idx="2" type="body"/>
          </p:nvPr>
        </p:nvSpPr>
        <p:spPr>
          <a:xfrm>
            <a:off x="885125" y="2291177"/>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88" name="Google Shape;288;p29"/>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89" name="Google Shape;289;p29"/>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90" name="Google Shape;290;p2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291" name="Google Shape;291;p29"/>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292" name="Shape 292"/>
        <p:cNvGrpSpPr/>
        <p:nvPr/>
      </p:nvGrpSpPr>
      <p:grpSpPr>
        <a:xfrm>
          <a:off x="0" y="0"/>
          <a:ext cx="0" cy="0"/>
          <a:chOff x="0" y="0"/>
          <a:chExt cx="0" cy="0"/>
        </a:xfrm>
      </p:grpSpPr>
      <p:cxnSp>
        <p:nvCxnSpPr>
          <p:cNvPr id="293" name="Google Shape;293;p3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94" name="Google Shape;294;p3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95" name="Google Shape;295;p3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6" name="Google Shape;296;p3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97" name="Google Shape;297;p3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298" name="Google Shape;298;p30"/>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299" name="Google Shape;299;p3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00" name="Google Shape;300;p3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01" name="Google Shape;301;p3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302" name="Shape 302"/>
        <p:cNvGrpSpPr/>
        <p:nvPr/>
      </p:nvGrpSpPr>
      <p:grpSpPr>
        <a:xfrm>
          <a:off x="0" y="0"/>
          <a:ext cx="0" cy="0"/>
          <a:chOff x="0" y="0"/>
          <a:chExt cx="0" cy="0"/>
        </a:xfrm>
      </p:grpSpPr>
      <p:sp>
        <p:nvSpPr>
          <p:cNvPr id="303" name="Google Shape;303;p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304" name="Google Shape;304;p3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05" name="Google Shape;305;p3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06" name="Google Shape;306;p3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07" name="Google Shape;307;p3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08" name="Google Shape;308;p3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09" name="Google Shape;309;p31"/>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310" name="Google Shape;310;p31"/>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0"/>
              </a:spcBef>
              <a:spcAft>
                <a:spcPts val="0"/>
              </a:spcAft>
              <a:buNone/>
              <a:defRPr sz="1400"/>
            </a:lvl2pPr>
            <a:lvl3pPr lvl="2">
              <a:spcBef>
                <a:spcPts val="0"/>
              </a:spcBef>
              <a:spcAft>
                <a:spcPts val="0"/>
              </a:spcAft>
              <a:buNone/>
              <a:defRPr sz="1400"/>
            </a:lvl3pPr>
            <a:lvl4pPr lvl="3">
              <a:spcBef>
                <a:spcPts val="0"/>
              </a:spcBef>
              <a:spcAft>
                <a:spcPts val="0"/>
              </a:spcAft>
              <a:buNone/>
              <a:defRPr sz="1400"/>
            </a:lvl4pPr>
            <a:lvl5pPr lvl="4">
              <a:spcBef>
                <a:spcPts val="0"/>
              </a:spcBef>
              <a:spcAft>
                <a:spcPts val="0"/>
              </a:spcAft>
              <a:buNone/>
              <a:defRPr sz="1400"/>
            </a:lvl5pPr>
            <a:lvl6pPr lvl="5">
              <a:spcBef>
                <a:spcPts val="0"/>
              </a:spcBef>
              <a:spcAft>
                <a:spcPts val="0"/>
              </a:spcAft>
              <a:buNone/>
              <a:defRPr sz="1400"/>
            </a:lvl6pPr>
            <a:lvl7pPr lvl="6">
              <a:spcBef>
                <a:spcPts val="0"/>
              </a:spcBef>
              <a:spcAft>
                <a:spcPts val="0"/>
              </a:spcAft>
              <a:buNone/>
              <a:defRPr sz="1400"/>
            </a:lvl7pPr>
            <a:lvl8pPr lvl="7">
              <a:spcBef>
                <a:spcPts val="0"/>
              </a:spcBef>
              <a:spcAft>
                <a:spcPts val="0"/>
              </a:spcAft>
              <a:buNone/>
              <a:defRPr sz="1400"/>
            </a:lvl8pPr>
            <a:lvl9pPr lvl="8">
              <a:spcBef>
                <a:spcPts val="0"/>
              </a:spcBef>
              <a:spcAft>
                <a:spcPts val="0"/>
              </a:spcAft>
              <a:buNone/>
              <a:defRPr sz="1400"/>
            </a:lvl9pPr>
          </a:lstStyle>
          <a:p/>
        </p:txBody>
      </p:sp>
      <p:sp>
        <p:nvSpPr>
          <p:cNvPr id="311" name="Google Shape;311;p31"/>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312" name="Google Shape;312;p31"/>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0"/>
              </a:spcBef>
              <a:spcAft>
                <a:spcPts val="0"/>
              </a:spcAft>
              <a:buNone/>
              <a:defRPr sz="1400"/>
            </a:lvl2pPr>
            <a:lvl3pPr lvl="2" algn="ctr">
              <a:spcBef>
                <a:spcPts val="0"/>
              </a:spcBef>
              <a:spcAft>
                <a:spcPts val="0"/>
              </a:spcAft>
              <a:buNone/>
              <a:defRPr sz="1400"/>
            </a:lvl3pPr>
            <a:lvl4pPr lvl="3" algn="ctr">
              <a:spcBef>
                <a:spcPts val="0"/>
              </a:spcBef>
              <a:spcAft>
                <a:spcPts val="0"/>
              </a:spcAft>
              <a:buNone/>
              <a:defRPr sz="1400"/>
            </a:lvl4pPr>
            <a:lvl5pPr lvl="4" algn="ctr">
              <a:spcBef>
                <a:spcPts val="0"/>
              </a:spcBef>
              <a:spcAft>
                <a:spcPts val="0"/>
              </a:spcAft>
              <a:buNone/>
              <a:defRPr sz="1400"/>
            </a:lvl5pPr>
            <a:lvl6pPr lvl="5" algn="ctr">
              <a:spcBef>
                <a:spcPts val="0"/>
              </a:spcBef>
              <a:spcAft>
                <a:spcPts val="0"/>
              </a:spcAft>
              <a:buNone/>
              <a:defRPr sz="1400"/>
            </a:lvl6pPr>
            <a:lvl7pPr lvl="6" algn="ctr">
              <a:spcBef>
                <a:spcPts val="0"/>
              </a:spcBef>
              <a:spcAft>
                <a:spcPts val="0"/>
              </a:spcAft>
              <a:buNone/>
              <a:defRPr sz="1400"/>
            </a:lvl7pPr>
            <a:lvl8pPr lvl="7" algn="ctr">
              <a:spcBef>
                <a:spcPts val="0"/>
              </a:spcBef>
              <a:spcAft>
                <a:spcPts val="0"/>
              </a:spcAft>
              <a:buNone/>
              <a:defRPr sz="1400"/>
            </a:lvl8pPr>
            <a:lvl9pPr lvl="8" algn="ctr">
              <a:spcBef>
                <a:spcPts val="0"/>
              </a:spcBef>
              <a:spcAft>
                <a:spcPts val="0"/>
              </a:spcAft>
              <a:buNone/>
              <a:defRPr sz="14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313" name="Shape 313"/>
        <p:cNvGrpSpPr/>
        <p:nvPr/>
      </p:nvGrpSpPr>
      <p:grpSpPr>
        <a:xfrm>
          <a:off x="0" y="0"/>
          <a:ext cx="0" cy="0"/>
          <a:chOff x="0" y="0"/>
          <a:chExt cx="0" cy="0"/>
        </a:xfrm>
      </p:grpSpPr>
      <p:cxnSp>
        <p:nvCxnSpPr>
          <p:cNvPr id="314" name="Google Shape;314;p3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15" name="Google Shape;315;p3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16" name="Google Shape;316;p3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17" name="Google Shape;317;p3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18" name="Google Shape;318;p3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19" name="Google Shape;319;p32"/>
          <p:cNvSpPr txBox="1"/>
          <p:nvPr>
            <p:ph idx="2" type="subTitle"/>
          </p:nvPr>
        </p:nvSpPr>
        <p:spPr>
          <a:xfrm>
            <a:off x="2042425" y="2497493"/>
            <a:ext cx="2106900" cy="3792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320" name="Google Shape;320;p32"/>
          <p:cNvSpPr txBox="1"/>
          <p:nvPr>
            <p:ph idx="3" type="subTitle"/>
          </p:nvPr>
        </p:nvSpPr>
        <p:spPr>
          <a:xfrm>
            <a:off x="2042425" y="2903475"/>
            <a:ext cx="2106900" cy="6753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321" name="Google Shape;321;p32"/>
          <p:cNvSpPr txBox="1"/>
          <p:nvPr>
            <p:ph idx="4" type="subTitle"/>
          </p:nvPr>
        </p:nvSpPr>
        <p:spPr>
          <a:xfrm>
            <a:off x="1596475" y="4403575"/>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322" name="Google Shape;322;p32"/>
          <p:cNvSpPr txBox="1"/>
          <p:nvPr>
            <p:ph idx="5" type="subTitle"/>
          </p:nvPr>
        </p:nvSpPr>
        <p:spPr>
          <a:xfrm>
            <a:off x="3278975" y="3892511"/>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323" name="Google Shape;323;p32"/>
          <p:cNvSpPr txBox="1"/>
          <p:nvPr>
            <p:ph idx="6" type="subTitle"/>
          </p:nvPr>
        </p:nvSpPr>
        <p:spPr>
          <a:xfrm>
            <a:off x="1713425" y="4752722"/>
            <a:ext cx="2106900" cy="379200"/>
          </a:xfrm>
          <a:prstGeom prst="rect">
            <a:avLst/>
          </a:prstGeom>
        </p:spPr>
        <p:txBody>
          <a:bodyPr anchorCtr="0" anchor="b" bIns="0" lIns="0" spcFirstLastPara="1" rIns="0" wrap="square" tIns="0">
            <a:noAutofit/>
          </a:bodyPr>
          <a:lstStyle>
            <a:lvl1pPr lvl="0" algn="r">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gn="r">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gn="r">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gn="r">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gn="r">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gn="r">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gn="r">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gn="r">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gn="r">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324" name="Google Shape;324;p32"/>
          <p:cNvSpPr txBox="1"/>
          <p:nvPr>
            <p:ph idx="7" type="subTitle"/>
          </p:nvPr>
        </p:nvSpPr>
        <p:spPr>
          <a:xfrm>
            <a:off x="1713425" y="5158703"/>
            <a:ext cx="2106900" cy="6753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1200"/>
            </a:lvl1pPr>
            <a:lvl2pPr lvl="1" algn="r">
              <a:lnSpc>
                <a:spcPct val="115000"/>
              </a:lnSpc>
              <a:spcBef>
                <a:spcPts val="0"/>
              </a:spcBef>
              <a:spcAft>
                <a:spcPts val="0"/>
              </a:spcAft>
              <a:buNone/>
              <a:defRPr sz="1200"/>
            </a:lvl2pPr>
            <a:lvl3pPr lvl="2" algn="r">
              <a:lnSpc>
                <a:spcPct val="115000"/>
              </a:lnSpc>
              <a:spcBef>
                <a:spcPts val="0"/>
              </a:spcBef>
              <a:spcAft>
                <a:spcPts val="0"/>
              </a:spcAft>
              <a:buNone/>
              <a:defRPr sz="1200"/>
            </a:lvl3pPr>
            <a:lvl4pPr lvl="3" algn="r">
              <a:lnSpc>
                <a:spcPct val="115000"/>
              </a:lnSpc>
              <a:spcBef>
                <a:spcPts val="0"/>
              </a:spcBef>
              <a:spcAft>
                <a:spcPts val="0"/>
              </a:spcAft>
              <a:buNone/>
              <a:defRPr sz="1200"/>
            </a:lvl4pPr>
            <a:lvl5pPr lvl="4" algn="r">
              <a:lnSpc>
                <a:spcPct val="115000"/>
              </a:lnSpc>
              <a:spcBef>
                <a:spcPts val="0"/>
              </a:spcBef>
              <a:spcAft>
                <a:spcPts val="0"/>
              </a:spcAft>
              <a:buNone/>
              <a:defRPr sz="1200"/>
            </a:lvl5pPr>
            <a:lvl6pPr lvl="5" algn="r">
              <a:lnSpc>
                <a:spcPct val="115000"/>
              </a:lnSpc>
              <a:spcBef>
                <a:spcPts val="0"/>
              </a:spcBef>
              <a:spcAft>
                <a:spcPts val="0"/>
              </a:spcAft>
              <a:buNone/>
              <a:defRPr sz="1200"/>
            </a:lvl6pPr>
            <a:lvl7pPr lvl="6" algn="r">
              <a:lnSpc>
                <a:spcPct val="115000"/>
              </a:lnSpc>
              <a:spcBef>
                <a:spcPts val="0"/>
              </a:spcBef>
              <a:spcAft>
                <a:spcPts val="0"/>
              </a:spcAft>
              <a:buNone/>
              <a:defRPr sz="1200"/>
            </a:lvl7pPr>
            <a:lvl8pPr lvl="7" algn="r">
              <a:lnSpc>
                <a:spcPct val="115000"/>
              </a:lnSpc>
              <a:spcBef>
                <a:spcPts val="0"/>
              </a:spcBef>
              <a:spcAft>
                <a:spcPts val="0"/>
              </a:spcAft>
              <a:buNone/>
              <a:defRPr sz="1200"/>
            </a:lvl8pPr>
            <a:lvl9pPr lvl="8" algn="r">
              <a:lnSpc>
                <a:spcPct val="115000"/>
              </a:lnSpc>
              <a:spcBef>
                <a:spcPts val="0"/>
              </a:spcBef>
              <a:spcAft>
                <a:spcPts val="0"/>
              </a:spcAft>
              <a:buNone/>
              <a:defRPr sz="1200"/>
            </a:lvl9pPr>
          </a:lstStyle>
          <a:p/>
        </p:txBody>
      </p:sp>
      <p:sp>
        <p:nvSpPr>
          <p:cNvPr id="325" name="Google Shape;325;p32"/>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26" name="Google Shape;326;p3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27" name="Google Shape;327;p32"/>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328" name="Shape 328"/>
        <p:cNvGrpSpPr/>
        <p:nvPr/>
      </p:nvGrpSpPr>
      <p:grpSpPr>
        <a:xfrm>
          <a:off x="0" y="0"/>
          <a:ext cx="0" cy="0"/>
          <a:chOff x="0" y="0"/>
          <a:chExt cx="0" cy="0"/>
        </a:xfrm>
      </p:grpSpPr>
      <p:sp>
        <p:nvSpPr>
          <p:cNvPr id="329" name="Google Shape;329;p33"/>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330" name="Google Shape;330;p33"/>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331" name="Google Shape;331;p33"/>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cxnSp>
        <p:nvCxnSpPr>
          <p:cNvPr id="332" name="Google Shape;332;p3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33" name="Google Shape;333;p3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34" name="Google Shape;334;p3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5" name="Google Shape;335;p3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36" name="Google Shape;336;p33"/>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37" name="Google Shape;337;p33"/>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338" name="Google Shape;338;p33"/>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339" name="Google Shape;339;p33"/>
          <p:cNvSpPr txBox="1"/>
          <p:nvPr>
            <p:ph idx="5" type="subTitle"/>
          </p:nvPr>
        </p:nvSpPr>
        <p:spPr>
          <a:xfrm>
            <a:off x="44683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0" name="Google Shape;340;p33"/>
          <p:cNvSpPr txBox="1"/>
          <p:nvPr>
            <p:ph idx="6" type="subTitle"/>
          </p:nvPr>
        </p:nvSpPr>
        <p:spPr>
          <a:xfrm>
            <a:off x="44684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1" name="Google Shape;341;p33"/>
          <p:cNvSpPr txBox="1"/>
          <p:nvPr>
            <p:ph idx="7" type="subTitle"/>
          </p:nvPr>
        </p:nvSpPr>
        <p:spPr>
          <a:xfrm>
            <a:off x="80480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2" name="Google Shape;342;p33"/>
          <p:cNvSpPr txBox="1"/>
          <p:nvPr>
            <p:ph idx="8" type="subTitle"/>
          </p:nvPr>
        </p:nvSpPr>
        <p:spPr>
          <a:xfrm>
            <a:off x="80481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3" name="Google Shape;343;p33"/>
          <p:cNvSpPr txBox="1"/>
          <p:nvPr>
            <p:ph idx="9" type="subTitle"/>
          </p:nvPr>
        </p:nvSpPr>
        <p:spPr>
          <a:xfrm>
            <a:off x="8886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44" name="Google Shape;344;p33"/>
          <p:cNvSpPr txBox="1"/>
          <p:nvPr>
            <p:ph idx="13" type="subTitle"/>
          </p:nvPr>
        </p:nvSpPr>
        <p:spPr>
          <a:xfrm>
            <a:off x="8887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345" name="Google Shape;345;p33"/>
          <p:cNvSpPr txBox="1"/>
          <p:nvPr>
            <p:ph idx="1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46" name="Google Shape;346;p3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47" name="Google Shape;347;p33"/>
          <p:cNvSpPr txBox="1"/>
          <p:nvPr>
            <p:ph idx="1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348" name="Shape 348"/>
        <p:cNvGrpSpPr/>
        <p:nvPr/>
      </p:nvGrpSpPr>
      <p:grpSpPr>
        <a:xfrm>
          <a:off x="0" y="0"/>
          <a:ext cx="0" cy="0"/>
          <a:chOff x="0" y="0"/>
          <a:chExt cx="0" cy="0"/>
        </a:xfrm>
      </p:grpSpPr>
      <p:sp>
        <p:nvSpPr>
          <p:cNvPr id="349" name="Google Shape;349;p34"/>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sp>
        <p:nvSpPr>
          <p:cNvPr id="350" name="Google Shape;350;p34"/>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cxnSp>
        <p:nvCxnSpPr>
          <p:cNvPr id="351" name="Google Shape;351;p3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52" name="Google Shape;352;p3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53" name="Google Shape;353;p3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54" name="Google Shape;354;p3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55" name="Google Shape;355;p3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56" name="Google Shape;356;p34"/>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357" name="Google Shape;357;p34"/>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358" name="Google Shape;358;p34"/>
          <p:cNvSpPr txBox="1"/>
          <p:nvPr>
            <p:ph idx="5" type="subTitle"/>
          </p:nvPr>
        </p:nvSpPr>
        <p:spPr>
          <a:xfrm>
            <a:off x="4620750"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59" name="Google Shape;359;p34"/>
          <p:cNvSpPr txBox="1"/>
          <p:nvPr>
            <p:ph idx="6" type="subTitle"/>
          </p:nvPr>
        </p:nvSpPr>
        <p:spPr>
          <a:xfrm>
            <a:off x="4620750"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60" name="Google Shape;360;p34"/>
          <p:cNvSpPr txBox="1"/>
          <p:nvPr>
            <p:ph idx="7" type="subTitle"/>
          </p:nvPr>
        </p:nvSpPr>
        <p:spPr>
          <a:xfrm>
            <a:off x="8051175"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61" name="Google Shape;361;p34"/>
          <p:cNvSpPr txBox="1"/>
          <p:nvPr>
            <p:ph idx="8" type="subTitle"/>
          </p:nvPr>
        </p:nvSpPr>
        <p:spPr>
          <a:xfrm>
            <a:off x="8051175"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62" name="Google Shape;362;p34"/>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63" name="Google Shape;363;p3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64" name="Google Shape;364;p34"/>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365" name="Shape 365"/>
        <p:cNvGrpSpPr/>
        <p:nvPr/>
      </p:nvGrpSpPr>
      <p:grpSpPr>
        <a:xfrm>
          <a:off x="0" y="0"/>
          <a:ext cx="0" cy="0"/>
          <a:chOff x="0" y="0"/>
          <a:chExt cx="0" cy="0"/>
        </a:xfrm>
      </p:grpSpPr>
      <p:cxnSp>
        <p:nvCxnSpPr>
          <p:cNvPr id="366" name="Google Shape;366;p3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67" name="Google Shape;367;p3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68" name="Google Shape;368;p3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9" name="Google Shape;369;p3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70" name="Google Shape;370;p3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371" name="Google Shape;371;p35"/>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372" name="Google Shape;372;p35"/>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73" name="Google Shape;373;p35"/>
          <p:cNvSpPr txBox="1"/>
          <p:nvPr>
            <p:ph idx="3" type="subTitle"/>
          </p:nvPr>
        </p:nvSpPr>
        <p:spPr>
          <a:xfrm>
            <a:off x="4620750"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74" name="Google Shape;374;p35"/>
          <p:cNvSpPr txBox="1"/>
          <p:nvPr>
            <p:ph idx="4" type="subTitle"/>
          </p:nvPr>
        </p:nvSpPr>
        <p:spPr>
          <a:xfrm>
            <a:off x="4620750"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75" name="Google Shape;375;p35"/>
          <p:cNvSpPr txBox="1"/>
          <p:nvPr>
            <p:ph idx="5" type="subTitle"/>
          </p:nvPr>
        </p:nvSpPr>
        <p:spPr>
          <a:xfrm>
            <a:off x="8051175"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76" name="Google Shape;376;p35"/>
          <p:cNvSpPr txBox="1"/>
          <p:nvPr>
            <p:ph idx="6" type="subTitle"/>
          </p:nvPr>
        </p:nvSpPr>
        <p:spPr>
          <a:xfrm>
            <a:off x="8051175"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377" name="Google Shape;377;p35"/>
          <p:cNvSpPr txBox="1"/>
          <p:nvPr>
            <p:ph idx="7"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78" name="Google Shape;378;p3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79" name="Google Shape;379;p35"/>
          <p:cNvSpPr txBox="1"/>
          <p:nvPr>
            <p:ph idx="8"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380" name="Shape 380"/>
        <p:cNvGrpSpPr/>
        <p:nvPr/>
      </p:nvGrpSpPr>
      <p:grpSpPr>
        <a:xfrm>
          <a:off x="0" y="0"/>
          <a:ext cx="0" cy="0"/>
          <a:chOff x="0" y="0"/>
          <a:chExt cx="0" cy="0"/>
        </a:xfrm>
      </p:grpSpPr>
      <p:cxnSp>
        <p:nvCxnSpPr>
          <p:cNvPr id="381" name="Google Shape;381;p3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82" name="Google Shape;382;p3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83" name="Google Shape;383;p3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84" name="Google Shape;384;p3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85" name="Google Shape;385;p3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386" name="Google Shape;386;p36"/>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87" name="Google Shape;387;p36"/>
          <p:cNvSpPr txBox="1"/>
          <p:nvPr>
            <p:ph idx="3" type="subTitle"/>
          </p:nvPr>
        </p:nvSpPr>
        <p:spPr>
          <a:xfrm>
            <a:off x="9078238"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88" name="Google Shape;388;p36"/>
          <p:cNvSpPr txBox="1"/>
          <p:nvPr>
            <p:ph idx="4" type="subTitle"/>
          </p:nvPr>
        </p:nvSpPr>
        <p:spPr>
          <a:xfrm>
            <a:off x="10284513"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89" name="Google Shape;389;p36"/>
          <p:cNvSpPr txBox="1"/>
          <p:nvPr>
            <p:ph idx="5" type="subTitle"/>
          </p:nvPr>
        </p:nvSpPr>
        <p:spPr>
          <a:xfrm>
            <a:off x="9078238"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0" name="Google Shape;390;p36"/>
          <p:cNvSpPr txBox="1"/>
          <p:nvPr>
            <p:ph idx="6" type="subTitle"/>
          </p:nvPr>
        </p:nvSpPr>
        <p:spPr>
          <a:xfrm>
            <a:off x="10284513"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1" name="Google Shape;391;p36"/>
          <p:cNvSpPr txBox="1"/>
          <p:nvPr>
            <p:ph idx="7" type="subTitle"/>
          </p:nvPr>
        </p:nvSpPr>
        <p:spPr>
          <a:xfrm>
            <a:off x="9078238"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2" name="Google Shape;392;p36"/>
          <p:cNvSpPr txBox="1"/>
          <p:nvPr>
            <p:ph idx="8" type="subTitle"/>
          </p:nvPr>
        </p:nvSpPr>
        <p:spPr>
          <a:xfrm>
            <a:off x="10284513"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393" name="Google Shape;393;p36"/>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94" name="Google Shape;394;p3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395" name="Google Shape;395;p36"/>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396" name="Shape 396"/>
        <p:cNvGrpSpPr/>
        <p:nvPr/>
      </p:nvGrpSpPr>
      <p:grpSpPr>
        <a:xfrm>
          <a:off x="0" y="0"/>
          <a:ext cx="0" cy="0"/>
          <a:chOff x="0" y="0"/>
          <a:chExt cx="0" cy="0"/>
        </a:xfrm>
      </p:grpSpPr>
      <p:cxnSp>
        <p:nvCxnSpPr>
          <p:cNvPr id="397" name="Google Shape;397;p3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98" name="Google Shape;398;p3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99" name="Google Shape;399;p3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00" name="Google Shape;400;p3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401" name="Google Shape;401;p3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402" name="Google Shape;402;p37"/>
          <p:cNvSpPr txBox="1"/>
          <p:nvPr>
            <p:ph idx="2" type="subTitle"/>
          </p:nvPr>
        </p:nvSpPr>
        <p:spPr>
          <a:xfrm>
            <a:off x="8048050" y="28986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403" name="Google Shape;403;p37"/>
          <p:cNvSpPr txBox="1"/>
          <p:nvPr>
            <p:ph idx="3" type="subTitle"/>
          </p:nvPr>
        </p:nvSpPr>
        <p:spPr>
          <a:xfrm>
            <a:off x="8048050" y="25406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9pPr>
          </a:lstStyle>
          <a:p/>
        </p:txBody>
      </p:sp>
      <p:sp>
        <p:nvSpPr>
          <p:cNvPr id="404" name="Google Shape;404;p37"/>
          <p:cNvSpPr txBox="1"/>
          <p:nvPr>
            <p:ph idx="4" type="subTitle"/>
          </p:nvPr>
        </p:nvSpPr>
        <p:spPr>
          <a:xfrm>
            <a:off x="8048050" y="46768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405" name="Google Shape;405;p37"/>
          <p:cNvSpPr txBox="1"/>
          <p:nvPr>
            <p:ph idx="5" type="subTitle"/>
          </p:nvPr>
        </p:nvSpPr>
        <p:spPr>
          <a:xfrm>
            <a:off x="8048050" y="43188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9pPr>
          </a:lstStyle>
          <a:p/>
        </p:txBody>
      </p:sp>
      <p:sp>
        <p:nvSpPr>
          <p:cNvPr id="406" name="Google Shape;406;p37"/>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7"/>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7"/>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7"/>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7"/>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7"/>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7"/>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7"/>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7"/>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7"/>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7"/>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7"/>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7"/>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7"/>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7"/>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7"/>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7"/>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7"/>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7"/>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7"/>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7"/>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7"/>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7"/>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7"/>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7"/>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7"/>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7"/>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7"/>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7"/>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7"/>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7"/>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7"/>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7"/>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7"/>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7"/>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7"/>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7"/>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7"/>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7"/>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7"/>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7"/>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7"/>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7"/>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7"/>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7"/>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7"/>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7"/>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7"/>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7"/>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7"/>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7"/>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7"/>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7"/>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7"/>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7"/>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7"/>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7"/>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7"/>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7"/>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7"/>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7"/>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7"/>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7"/>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7"/>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7"/>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7"/>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7"/>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7"/>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7"/>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7"/>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7"/>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7"/>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7"/>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7"/>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7"/>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7"/>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7"/>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7"/>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7"/>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7"/>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7"/>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7"/>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7"/>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7"/>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7"/>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7"/>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7"/>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7"/>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7"/>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7"/>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7"/>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7"/>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7"/>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7"/>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7"/>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7"/>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7"/>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7"/>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7"/>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7"/>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7"/>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7"/>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7"/>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7"/>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7"/>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7"/>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7"/>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7"/>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7"/>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7"/>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7"/>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7"/>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7"/>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7"/>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7"/>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7"/>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7"/>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7"/>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7"/>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7"/>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7"/>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7"/>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7"/>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7"/>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7"/>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7"/>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7"/>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7"/>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7"/>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7"/>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7"/>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7"/>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7"/>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7"/>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7"/>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7"/>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7"/>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7"/>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7"/>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7"/>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7"/>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7"/>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7"/>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7"/>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7"/>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7"/>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7"/>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7"/>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7"/>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7"/>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7"/>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7"/>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7"/>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7"/>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7"/>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7"/>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7"/>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7"/>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7"/>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7"/>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7"/>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7"/>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7"/>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7"/>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7"/>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7"/>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7"/>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7"/>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7"/>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7"/>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7"/>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7"/>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7"/>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7"/>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7"/>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7"/>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7"/>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7"/>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7"/>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07" name="Google Shape;607;p3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08" name="Google Shape;608;p37"/>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609" name="Shape 609"/>
        <p:cNvGrpSpPr/>
        <p:nvPr/>
      </p:nvGrpSpPr>
      <p:grpSpPr>
        <a:xfrm>
          <a:off x="0" y="0"/>
          <a:ext cx="0" cy="0"/>
          <a:chOff x="0" y="0"/>
          <a:chExt cx="0" cy="0"/>
        </a:xfrm>
      </p:grpSpPr>
      <p:cxnSp>
        <p:nvCxnSpPr>
          <p:cNvPr id="610" name="Google Shape;610;p3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11" name="Google Shape;611;p3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12" name="Google Shape;612;p3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13" name="Google Shape;613;p3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14" name="Google Shape;614;p3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15" name="Google Shape;615;p38"/>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616" name="Google Shape;616;p38"/>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617" name="Google Shape;617;p38"/>
          <p:cNvSpPr txBox="1"/>
          <p:nvPr>
            <p:ph idx="2" type="subTitle"/>
          </p:nvPr>
        </p:nvSpPr>
        <p:spPr>
          <a:xfrm>
            <a:off x="11409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18" name="Google Shape;618;p38"/>
          <p:cNvSpPr txBox="1"/>
          <p:nvPr>
            <p:ph idx="3" type="subTitle"/>
          </p:nvPr>
        </p:nvSpPr>
        <p:spPr>
          <a:xfrm>
            <a:off x="11409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19" name="Google Shape;619;p38"/>
          <p:cNvSpPr txBox="1"/>
          <p:nvPr>
            <p:ph idx="4" type="subTitle"/>
          </p:nvPr>
        </p:nvSpPr>
        <p:spPr>
          <a:xfrm>
            <a:off x="472387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20" name="Google Shape;620;p38"/>
          <p:cNvSpPr txBox="1"/>
          <p:nvPr>
            <p:ph idx="5" type="subTitle"/>
          </p:nvPr>
        </p:nvSpPr>
        <p:spPr>
          <a:xfrm>
            <a:off x="83068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621" name="Google Shape;621;p38"/>
          <p:cNvSpPr txBox="1"/>
          <p:nvPr>
            <p:ph idx="6" type="subTitle"/>
          </p:nvPr>
        </p:nvSpPr>
        <p:spPr>
          <a:xfrm>
            <a:off x="4720800"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22" name="Google Shape;622;p38"/>
          <p:cNvSpPr txBox="1"/>
          <p:nvPr>
            <p:ph idx="7" type="subTitle"/>
          </p:nvPr>
        </p:nvSpPr>
        <p:spPr>
          <a:xfrm>
            <a:off x="83068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pic>
        <p:nvPicPr>
          <p:cNvPr id="623" name="Google Shape;623;p38"/>
          <p:cNvPicPr preferRelativeResize="0"/>
          <p:nvPr/>
        </p:nvPicPr>
        <p:blipFill rotWithShape="1">
          <a:blip r:embed="rId3">
            <a:alphaModFix/>
          </a:blip>
          <a:srcRect b="0" l="0" r="0" t="0"/>
          <a:stretch/>
        </p:blipFill>
        <p:spPr>
          <a:xfrm>
            <a:off x="1044805" y="2217196"/>
            <a:ext cx="553219" cy="553200"/>
          </a:xfrm>
          <a:prstGeom prst="rect">
            <a:avLst/>
          </a:prstGeom>
          <a:noFill/>
          <a:ln>
            <a:noFill/>
          </a:ln>
        </p:spPr>
      </p:pic>
      <p:pic>
        <p:nvPicPr>
          <p:cNvPr id="624" name="Google Shape;624;p38"/>
          <p:cNvPicPr preferRelativeResize="0"/>
          <p:nvPr/>
        </p:nvPicPr>
        <p:blipFill rotWithShape="1">
          <a:blip r:embed="rId3">
            <a:alphaModFix/>
          </a:blip>
          <a:srcRect b="0" l="0" r="0" t="0"/>
          <a:stretch/>
        </p:blipFill>
        <p:spPr>
          <a:xfrm>
            <a:off x="4627759" y="2217196"/>
            <a:ext cx="553219" cy="553200"/>
          </a:xfrm>
          <a:prstGeom prst="rect">
            <a:avLst/>
          </a:prstGeom>
          <a:noFill/>
          <a:ln>
            <a:noFill/>
          </a:ln>
        </p:spPr>
      </p:pic>
      <p:pic>
        <p:nvPicPr>
          <p:cNvPr id="625" name="Google Shape;625;p38"/>
          <p:cNvPicPr preferRelativeResize="0"/>
          <p:nvPr/>
        </p:nvPicPr>
        <p:blipFill rotWithShape="1">
          <a:blip r:embed="rId3">
            <a:alphaModFix/>
          </a:blip>
          <a:srcRect b="0" l="0" r="0" t="0"/>
          <a:stretch/>
        </p:blipFill>
        <p:spPr>
          <a:xfrm>
            <a:off x="8210712" y="2217196"/>
            <a:ext cx="553219" cy="553200"/>
          </a:xfrm>
          <a:prstGeom prst="rect">
            <a:avLst/>
          </a:prstGeom>
          <a:noFill/>
          <a:ln>
            <a:noFill/>
          </a:ln>
        </p:spPr>
      </p:pic>
      <p:sp>
        <p:nvSpPr>
          <p:cNvPr id="626" name="Google Shape;626;p38"/>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27" name="Google Shape;627;p3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28" name="Google Shape;628;p38"/>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629" name="Shape 629"/>
        <p:cNvGrpSpPr/>
        <p:nvPr/>
      </p:nvGrpSpPr>
      <p:grpSpPr>
        <a:xfrm>
          <a:off x="0" y="0"/>
          <a:ext cx="0" cy="0"/>
          <a:chOff x="0" y="0"/>
          <a:chExt cx="0" cy="0"/>
        </a:xfrm>
      </p:grpSpPr>
      <p:cxnSp>
        <p:nvCxnSpPr>
          <p:cNvPr id="630" name="Google Shape;630;p3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31" name="Google Shape;631;p3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32" name="Google Shape;632;p3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33" name="Google Shape;633;p3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34" name="Google Shape;634;p3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35" name="Google Shape;635;p39"/>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636" name="Google Shape;636;p39"/>
          <p:cNvSpPr txBox="1"/>
          <p:nvPr>
            <p:ph idx="2" type="subTitle"/>
          </p:nvPr>
        </p:nvSpPr>
        <p:spPr>
          <a:xfrm>
            <a:off x="13431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37" name="Google Shape;637;p39"/>
          <p:cNvSpPr txBox="1"/>
          <p:nvPr>
            <p:ph idx="3" type="subTitle"/>
          </p:nvPr>
        </p:nvSpPr>
        <p:spPr>
          <a:xfrm>
            <a:off x="13431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sp>
        <p:nvSpPr>
          <p:cNvPr id="638" name="Google Shape;638;p39"/>
          <p:cNvSpPr txBox="1"/>
          <p:nvPr>
            <p:ph idx="4" type="subTitle"/>
          </p:nvPr>
        </p:nvSpPr>
        <p:spPr>
          <a:xfrm>
            <a:off x="65293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639" name="Google Shape;639;p39"/>
          <p:cNvSpPr txBox="1"/>
          <p:nvPr>
            <p:ph idx="5" type="subTitle"/>
          </p:nvPr>
        </p:nvSpPr>
        <p:spPr>
          <a:xfrm>
            <a:off x="65293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pic>
        <p:nvPicPr>
          <p:cNvPr id="640" name="Google Shape;640;p39"/>
          <p:cNvPicPr preferRelativeResize="0"/>
          <p:nvPr/>
        </p:nvPicPr>
        <p:blipFill rotWithShape="1">
          <a:blip r:embed="rId3">
            <a:alphaModFix/>
          </a:blip>
          <a:srcRect b="0" l="0" r="0" t="0"/>
          <a:stretch/>
        </p:blipFill>
        <p:spPr>
          <a:xfrm>
            <a:off x="1227082" y="2044890"/>
            <a:ext cx="731700" cy="731684"/>
          </a:xfrm>
          <a:prstGeom prst="rect">
            <a:avLst/>
          </a:prstGeom>
          <a:noFill/>
          <a:ln>
            <a:noFill/>
          </a:ln>
        </p:spPr>
      </p:pic>
      <p:pic>
        <p:nvPicPr>
          <p:cNvPr id="641" name="Google Shape;641;p39"/>
          <p:cNvPicPr preferRelativeResize="0"/>
          <p:nvPr/>
        </p:nvPicPr>
        <p:blipFill rotWithShape="1">
          <a:blip r:embed="rId3">
            <a:alphaModFix/>
          </a:blip>
          <a:srcRect b="0" l="0" r="0" t="0"/>
          <a:stretch/>
        </p:blipFill>
        <p:spPr>
          <a:xfrm>
            <a:off x="6413282" y="2044890"/>
            <a:ext cx="731700" cy="731684"/>
          </a:xfrm>
          <a:prstGeom prst="rect">
            <a:avLst/>
          </a:prstGeom>
          <a:noFill/>
          <a:ln>
            <a:noFill/>
          </a:ln>
        </p:spPr>
      </p:pic>
      <p:sp>
        <p:nvSpPr>
          <p:cNvPr id="642" name="Google Shape;642;p39"/>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43" name="Google Shape;643;p3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44" name="Google Shape;644;p39"/>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645" name="Shape 645"/>
        <p:cNvGrpSpPr/>
        <p:nvPr/>
      </p:nvGrpSpPr>
      <p:grpSpPr>
        <a:xfrm>
          <a:off x="0" y="0"/>
          <a:ext cx="0" cy="0"/>
          <a:chOff x="0" y="0"/>
          <a:chExt cx="0" cy="0"/>
        </a:xfrm>
      </p:grpSpPr>
      <p:sp>
        <p:nvSpPr>
          <p:cNvPr id="646" name="Google Shape;646;p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647" name="Google Shape;647;p4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48" name="Google Shape;648;p4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49" name="Google Shape;649;p4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0" name="Google Shape;650;p4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51" name="Google Shape;651;p4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652" name="Google Shape;652;p40"/>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600"/>
            </a:lvl1pPr>
            <a:lvl2pPr lvl="1">
              <a:lnSpc>
                <a:spcPct val="115000"/>
              </a:lnSpc>
              <a:spcBef>
                <a:spcPts val="0"/>
              </a:spcBef>
              <a:spcAft>
                <a:spcPts val="0"/>
              </a:spcAft>
              <a:buNone/>
              <a:defRPr sz="2600"/>
            </a:lvl2pPr>
            <a:lvl3pPr lvl="2">
              <a:lnSpc>
                <a:spcPct val="115000"/>
              </a:lnSpc>
              <a:spcBef>
                <a:spcPts val="0"/>
              </a:spcBef>
              <a:spcAft>
                <a:spcPts val="0"/>
              </a:spcAft>
              <a:buNone/>
              <a:defRPr sz="2600"/>
            </a:lvl3pPr>
            <a:lvl4pPr lvl="3">
              <a:lnSpc>
                <a:spcPct val="115000"/>
              </a:lnSpc>
              <a:spcBef>
                <a:spcPts val="0"/>
              </a:spcBef>
              <a:spcAft>
                <a:spcPts val="0"/>
              </a:spcAft>
              <a:buNone/>
              <a:defRPr sz="2600"/>
            </a:lvl4pPr>
            <a:lvl5pPr lvl="4">
              <a:lnSpc>
                <a:spcPct val="115000"/>
              </a:lnSpc>
              <a:spcBef>
                <a:spcPts val="0"/>
              </a:spcBef>
              <a:spcAft>
                <a:spcPts val="0"/>
              </a:spcAft>
              <a:buNone/>
              <a:defRPr sz="2600"/>
            </a:lvl5pPr>
            <a:lvl6pPr lvl="5">
              <a:lnSpc>
                <a:spcPct val="115000"/>
              </a:lnSpc>
              <a:spcBef>
                <a:spcPts val="0"/>
              </a:spcBef>
              <a:spcAft>
                <a:spcPts val="0"/>
              </a:spcAft>
              <a:buNone/>
              <a:defRPr sz="2600"/>
            </a:lvl6pPr>
            <a:lvl7pPr lvl="6">
              <a:lnSpc>
                <a:spcPct val="115000"/>
              </a:lnSpc>
              <a:spcBef>
                <a:spcPts val="0"/>
              </a:spcBef>
              <a:spcAft>
                <a:spcPts val="0"/>
              </a:spcAft>
              <a:buNone/>
              <a:defRPr sz="2600"/>
            </a:lvl7pPr>
            <a:lvl8pPr lvl="7">
              <a:lnSpc>
                <a:spcPct val="115000"/>
              </a:lnSpc>
              <a:spcBef>
                <a:spcPts val="0"/>
              </a:spcBef>
              <a:spcAft>
                <a:spcPts val="0"/>
              </a:spcAft>
              <a:buNone/>
              <a:defRPr sz="2600"/>
            </a:lvl8pPr>
            <a:lvl9pPr lvl="8">
              <a:lnSpc>
                <a:spcPct val="115000"/>
              </a:lnSpc>
              <a:spcBef>
                <a:spcPts val="0"/>
              </a:spcBef>
              <a:spcAft>
                <a:spcPts val="0"/>
              </a:spcAft>
              <a:buNone/>
              <a:defRPr sz="2600"/>
            </a:lvl9pPr>
          </a:lstStyle>
          <a:p/>
        </p:txBody>
      </p:sp>
      <p:sp>
        <p:nvSpPr>
          <p:cNvPr id="653" name="Google Shape;653;p40"/>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a:lnSpc>
                <a:spcPct val="114000"/>
              </a:lnSpc>
              <a:spcBef>
                <a:spcPts val="0"/>
              </a:spcBef>
              <a:spcAft>
                <a:spcPts val="0"/>
              </a:spcAft>
              <a:buNone/>
              <a:defRPr sz="1400"/>
            </a:lvl1pPr>
            <a:lvl2pPr lvl="1">
              <a:lnSpc>
                <a:spcPct val="114000"/>
              </a:lnSpc>
              <a:spcBef>
                <a:spcPts val="0"/>
              </a:spcBef>
              <a:spcAft>
                <a:spcPts val="0"/>
              </a:spcAft>
              <a:buNone/>
              <a:defRPr sz="1400"/>
            </a:lvl2pPr>
            <a:lvl3pPr lvl="2">
              <a:lnSpc>
                <a:spcPct val="114000"/>
              </a:lnSpc>
              <a:spcBef>
                <a:spcPts val="0"/>
              </a:spcBef>
              <a:spcAft>
                <a:spcPts val="0"/>
              </a:spcAft>
              <a:buNone/>
              <a:defRPr sz="1400"/>
            </a:lvl3pPr>
            <a:lvl4pPr lvl="3">
              <a:lnSpc>
                <a:spcPct val="114000"/>
              </a:lnSpc>
              <a:spcBef>
                <a:spcPts val="0"/>
              </a:spcBef>
              <a:spcAft>
                <a:spcPts val="0"/>
              </a:spcAft>
              <a:buNone/>
              <a:defRPr sz="1400"/>
            </a:lvl4pPr>
            <a:lvl5pPr lvl="4">
              <a:lnSpc>
                <a:spcPct val="114000"/>
              </a:lnSpc>
              <a:spcBef>
                <a:spcPts val="0"/>
              </a:spcBef>
              <a:spcAft>
                <a:spcPts val="0"/>
              </a:spcAft>
              <a:buNone/>
              <a:defRPr sz="1400"/>
            </a:lvl5pPr>
            <a:lvl6pPr lvl="5">
              <a:lnSpc>
                <a:spcPct val="114000"/>
              </a:lnSpc>
              <a:spcBef>
                <a:spcPts val="0"/>
              </a:spcBef>
              <a:spcAft>
                <a:spcPts val="0"/>
              </a:spcAft>
              <a:buNone/>
              <a:defRPr sz="1400"/>
            </a:lvl6pPr>
            <a:lvl7pPr lvl="6">
              <a:lnSpc>
                <a:spcPct val="114000"/>
              </a:lnSpc>
              <a:spcBef>
                <a:spcPts val="0"/>
              </a:spcBef>
              <a:spcAft>
                <a:spcPts val="0"/>
              </a:spcAft>
              <a:buNone/>
              <a:defRPr sz="1400"/>
            </a:lvl7pPr>
            <a:lvl8pPr lvl="7">
              <a:lnSpc>
                <a:spcPct val="114000"/>
              </a:lnSpc>
              <a:spcBef>
                <a:spcPts val="0"/>
              </a:spcBef>
              <a:spcAft>
                <a:spcPts val="0"/>
              </a:spcAft>
              <a:buNone/>
              <a:defRPr sz="1400"/>
            </a:lvl8pPr>
            <a:lvl9pPr lvl="8">
              <a:lnSpc>
                <a:spcPct val="114000"/>
              </a:lnSpc>
              <a:spcBef>
                <a:spcPts val="0"/>
              </a:spcBef>
              <a:spcAft>
                <a:spcPts val="0"/>
              </a:spcAft>
              <a:buNone/>
              <a:defRPr sz="1400"/>
            </a:lvl9pPr>
          </a:lstStyle>
          <a:p/>
        </p:txBody>
      </p:sp>
      <p:pic>
        <p:nvPicPr>
          <p:cNvPr id="654" name="Google Shape;654;p40"/>
          <p:cNvPicPr preferRelativeResize="0"/>
          <p:nvPr/>
        </p:nvPicPr>
        <p:blipFill rotWithShape="1">
          <a:blip r:embed="rId3">
            <a:alphaModFix/>
          </a:blip>
          <a:srcRect b="0" l="0" r="0" t="0"/>
          <a:stretch/>
        </p:blipFill>
        <p:spPr>
          <a:xfrm>
            <a:off x="3419450" y="1298452"/>
            <a:ext cx="731700" cy="73168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655" name="Shape 655"/>
        <p:cNvGrpSpPr/>
        <p:nvPr/>
      </p:nvGrpSpPr>
      <p:grpSpPr>
        <a:xfrm>
          <a:off x="0" y="0"/>
          <a:ext cx="0" cy="0"/>
          <a:chOff x="0" y="0"/>
          <a:chExt cx="0" cy="0"/>
        </a:xfrm>
      </p:grpSpPr>
      <p:cxnSp>
        <p:nvCxnSpPr>
          <p:cNvPr id="656" name="Google Shape;656;p4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57" name="Google Shape;657;p4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58" name="Google Shape;658;p4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9" name="Google Shape;659;p4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60" name="Google Shape;660;p4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661" name="Google Shape;661;p41"/>
          <p:cNvSpPr txBox="1"/>
          <p:nvPr>
            <p:ph idx="2" type="subTitle"/>
          </p:nvPr>
        </p:nvSpPr>
        <p:spPr>
          <a:xfrm>
            <a:off x="6855088"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2" name="Google Shape;662;p41"/>
          <p:cNvSpPr txBox="1"/>
          <p:nvPr>
            <p:ph idx="3" type="subTitle"/>
          </p:nvPr>
        </p:nvSpPr>
        <p:spPr>
          <a:xfrm>
            <a:off x="6855081"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3" name="Google Shape;663;p41"/>
          <p:cNvSpPr txBox="1"/>
          <p:nvPr>
            <p:ph idx="4" type="subTitle"/>
          </p:nvPr>
        </p:nvSpPr>
        <p:spPr>
          <a:xfrm>
            <a:off x="6855088"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4" name="Google Shape;664;p41"/>
          <p:cNvSpPr txBox="1"/>
          <p:nvPr>
            <p:ph idx="5" type="subTitle"/>
          </p:nvPr>
        </p:nvSpPr>
        <p:spPr>
          <a:xfrm>
            <a:off x="6855081"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5" name="Google Shape;665;p41"/>
          <p:cNvSpPr txBox="1"/>
          <p:nvPr>
            <p:ph idx="6" type="subTitle"/>
          </p:nvPr>
        </p:nvSpPr>
        <p:spPr>
          <a:xfrm>
            <a:off x="2084625"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6" name="Google Shape;666;p41"/>
          <p:cNvSpPr txBox="1"/>
          <p:nvPr>
            <p:ph idx="7" type="subTitle"/>
          </p:nvPr>
        </p:nvSpPr>
        <p:spPr>
          <a:xfrm>
            <a:off x="2084600"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7" name="Google Shape;667;p41"/>
          <p:cNvSpPr txBox="1"/>
          <p:nvPr>
            <p:ph idx="8" type="subTitle"/>
          </p:nvPr>
        </p:nvSpPr>
        <p:spPr>
          <a:xfrm>
            <a:off x="2084625"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668" name="Google Shape;668;p41"/>
          <p:cNvSpPr txBox="1"/>
          <p:nvPr>
            <p:ph idx="9" type="subTitle"/>
          </p:nvPr>
        </p:nvSpPr>
        <p:spPr>
          <a:xfrm>
            <a:off x="2084600"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9" name="Google Shape;669;p41"/>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70" name="Google Shape;670;p4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71" name="Google Shape;671;p41"/>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672" name="Shape 672"/>
        <p:cNvGrpSpPr/>
        <p:nvPr/>
      </p:nvGrpSpPr>
      <p:grpSpPr>
        <a:xfrm>
          <a:off x="0" y="0"/>
          <a:ext cx="0" cy="0"/>
          <a:chOff x="0" y="0"/>
          <a:chExt cx="0" cy="0"/>
        </a:xfrm>
      </p:grpSpPr>
      <p:cxnSp>
        <p:nvCxnSpPr>
          <p:cNvPr id="673" name="Google Shape;673;p4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74" name="Google Shape;674;p4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75" name="Google Shape;675;p4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76" name="Google Shape;676;p4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77" name="Google Shape;677;p4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678" name="Google Shape;678;p42"/>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79" name="Google Shape;679;p42"/>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80" name="Google Shape;680;p42"/>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681" name="Google Shape;681;p42"/>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2" name="Google Shape;682;p42"/>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3" name="Google Shape;683;p42"/>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4" name="Google Shape;684;p42"/>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5" name="Google Shape;685;p42"/>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6" name="Google Shape;686;p42"/>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7" name="Google Shape;687;p42"/>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688" name="Google Shape;688;p42"/>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9" name="Google Shape;689;p42"/>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90" name="Google Shape;690;p4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691" name="Google Shape;691;p42"/>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692" name="Shape 692"/>
        <p:cNvGrpSpPr/>
        <p:nvPr/>
      </p:nvGrpSpPr>
      <p:grpSpPr>
        <a:xfrm>
          <a:off x="0" y="0"/>
          <a:ext cx="0" cy="0"/>
          <a:chOff x="0" y="0"/>
          <a:chExt cx="0" cy="0"/>
        </a:xfrm>
      </p:grpSpPr>
      <p:sp>
        <p:nvSpPr>
          <p:cNvPr id="693" name="Google Shape;693;p43"/>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solidFill>
                  <a:schemeClr val="accent1"/>
                </a:solidFill>
              </a:defRPr>
            </a:lvl1pPr>
            <a:lvl2pPr lvl="1">
              <a:lnSpc>
                <a:spcPct val="150000"/>
              </a:lnSpc>
              <a:spcBef>
                <a:spcPts val="500"/>
              </a:spcBef>
              <a:spcAft>
                <a:spcPts val="0"/>
              </a:spcAft>
              <a:buNone/>
              <a:defRPr>
                <a:solidFill>
                  <a:schemeClr val="accent1"/>
                </a:solidFill>
              </a:defRPr>
            </a:lvl2pPr>
            <a:lvl3pPr lvl="2">
              <a:lnSpc>
                <a:spcPct val="150000"/>
              </a:lnSpc>
              <a:spcBef>
                <a:spcPts val="500"/>
              </a:spcBef>
              <a:spcAft>
                <a:spcPts val="0"/>
              </a:spcAft>
              <a:buNone/>
              <a:defRPr>
                <a:solidFill>
                  <a:schemeClr val="accent1"/>
                </a:solidFill>
              </a:defRPr>
            </a:lvl3pPr>
            <a:lvl4pPr lvl="3">
              <a:lnSpc>
                <a:spcPct val="150000"/>
              </a:lnSpc>
              <a:spcBef>
                <a:spcPts val="500"/>
              </a:spcBef>
              <a:spcAft>
                <a:spcPts val="0"/>
              </a:spcAft>
              <a:buNone/>
              <a:defRPr>
                <a:solidFill>
                  <a:schemeClr val="accent1"/>
                </a:solidFill>
              </a:defRPr>
            </a:lvl4pPr>
            <a:lvl5pPr lvl="4">
              <a:lnSpc>
                <a:spcPct val="150000"/>
              </a:lnSpc>
              <a:spcBef>
                <a:spcPts val="500"/>
              </a:spcBef>
              <a:spcAft>
                <a:spcPts val="0"/>
              </a:spcAft>
              <a:buNone/>
              <a:defRPr>
                <a:solidFill>
                  <a:schemeClr val="accent1"/>
                </a:solidFill>
              </a:defRPr>
            </a:lvl5pPr>
            <a:lvl6pPr lvl="5">
              <a:lnSpc>
                <a:spcPct val="150000"/>
              </a:lnSpc>
              <a:spcBef>
                <a:spcPts val="500"/>
              </a:spcBef>
              <a:spcAft>
                <a:spcPts val="0"/>
              </a:spcAft>
              <a:buNone/>
              <a:defRPr>
                <a:solidFill>
                  <a:schemeClr val="accent1"/>
                </a:solidFill>
              </a:defRPr>
            </a:lvl6pPr>
            <a:lvl7pPr lvl="6">
              <a:lnSpc>
                <a:spcPct val="150000"/>
              </a:lnSpc>
              <a:spcBef>
                <a:spcPts val="500"/>
              </a:spcBef>
              <a:spcAft>
                <a:spcPts val="0"/>
              </a:spcAft>
              <a:buNone/>
              <a:defRPr>
                <a:solidFill>
                  <a:schemeClr val="accent1"/>
                </a:solidFill>
              </a:defRPr>
            </a:lvl7pPr>
            <a:lvl8pPr lvl="7">
              <a:lnSpc>
                <a:spcPct val="150000"/>
              </a:lnSpc>
              <a:spcBef>
                <a:spcPts val="500"/>
              </a:spcBef>
              <a:spcAft>
                <a:spcPts val="0"/>
              </a:spcAft>
              <a:buNone/>
              <a:defRPr>
                <a:solidFill>
                  <a:schemeClr val="accent1"/>
                </a:solidFill>
              </a:defRPr>
            </a:lvl8pPr>
            <a:lvl9pPr lvl="8">
              <a:lnSpc>
                <a:spcPct val="150000"/>
              </a:lnSpc>
              <a:spcBef>
                <a:spcPts val="500"/>
              </a:spcBef>
              <a:spcAft>
                <a:spcPts val="500"/>
              </a:spcAft>
              <a:buNone/>
              <a:defRPr>
                <a:solidFill>
                  <a:schemeClr val="accent1"/>
                </a:solidFill>
              </a:defRPr>
            </a:lvl9pPr>
          </a:lstStyle>
          <a:p/>
        </p:txBody>
      </p:sp>
      <p:sp>
        <p:nvSpPr>
          <p:cNvPr id="694" name="Google Shape;694;p43"/>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2400"/>
            </a:lvl1pPr>
            <a:lvl2pPr lvl="1">
              <a:lnSpc>
                <a:spcPct val="140000"/>
              </a:lnSpc>
              <a:spcBef>
                <a:spcPts val="0"/>
              </a:spcBef>
              <a:spcAft>
                <a:spcPts val="0"/>
              </a:spcAft>
              <a:buNone/>
              <a:defRPr sz="2400"/>
            </a:lvl2pPr>
            <a:lvl3pPr lvl="2">
              <a:lnSpc>
                <a:spcPct val="140000"/>
              </a:lnSpc>
              <a:spcBef>
                <a:spcPts val="0"/>
              </a:spcBef>
              <a:spcAft>
                <a:spcPts val="0"/>
              </a:spcAft>
              <a:buNone/>
              <a:defRPr sz="2400"/>
            </a:lvl3pPr>
            <a:lvl4pPr lvl="3">
              <a:lnSpc>
                <a:spcPct val="140000"/>
              </a:lnSpc>
              <a:spcBef>
                <a:spcPts val="0"/>
              </a:spcBef>
              <a:spcAft>
                <a:spcPts val="0"/>
              </a:spcAft>
              <a:buNone/>
              <a:defRPr sz="2400"/>
            </a:lvl4pPr>
            <a:lvl5pPr lvl="4">
              <a:lnSpc>
                <a:spcPct val="140000"/>
              </a:lnSpc>
              <a:spcBef>
                <a:spcPts val="0"/>
              </a:spcBef>
              <a:spcAft>
                <a:spcPts val="0"/>
              </a:spcAft>
              <a:buNone/>
              <a:defRPr sz="2400"/>
            </a:lvl5pPr>
            <a:lvl6pPr lvl="5">
              <a:lnSpc>
                <a:spcPct val="140000"/>
              </a:lnSpc>
              <a:spcBef>
                <a:spcPts val="0"/>
              </a:spcBef>
              <a:spcAft>
                <a:spcPts val="0"/>
              </a:spcAft>
              <a:buNone/>
              <a:defRPr sz="2400"/>
            </a:lvl6pPr>
            <a:lvl7pPr lvl="6">
              <a:lnSpc>
                <a:spcPct val="140000"/>
              </a:lnSpc>
              <a:spcBef>
                <a:spcPts val="0"/>
              </a:spcBef>
              <a:spcAft>
                <a:spcPts val="0"/>
              </a:spcAft>
              <a:buNone/>
              <a:defRPr sz="2400"/>
            </a:lvl7pPr>
            <a:lvl8pPr lvl="7">
              <a:lnSpc>
                <a:spcPct val="140000"/>
              </a:lnSpc>
              <a:spcBef>
                <a:spcPts val="0"/>
              </a:spcBef>
              <a:spcAft>
                <a:spcPts val="0"/>
              </a:spcAft>
              <a:buNone/>
              <a:defRPr sz="2400"/>
            </a:lvl8pPr>
            <a:lvl9pPr lvl="8">
              <a:lnSpc>
                <a:spcPct val="140000"/>
              </a:lnSpc>
              <a:spcBef>
                <a:spcPts val="0"/>
              </a:spcBef>
              <a:spcAft>
                <a:spcPts val="0"/>
              </a:spcAft>
              <a:buNone/>
              <a:defRPr sz="2400"/>
            </a:lvl9pPr>
          </a:lstStyle>
          <a:p/>
        </p:txBody>
      </p:sp>
      <p:sp>
        <p:nvSpPr>
          <p:cNvPr id="695" name="Google Shape;695;p43"/>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696" name="Google Shape;696;p4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97" name="Google Shape;697;p4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98" name="Google Shape;698;p4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99" name="Google Shape;699;p4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00" name="Google Shape;700;p4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01" name="Google Shape;701;p43"/>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2" name="Google Shape;702;p43"/>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03" name="Google Shape;703;p43"/>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4" name="Google Shape;704;p43"/>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05" name="Google Shape;705;p43"/>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706" name="Google Shape;706;p43"/>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707" name="Shape 707"/>
        <p:cNvGrpSpPr/>
        <p:nvPr/>
      </p:nvGrpSpPr>
      <p:grpSpPr>
        <a:xfrm>
          <a:off x="0" y="0"/>
          <a:ext cx="0" cy="0"/>
          <a:chOff x="0" y="0"/>
          <a:chExt cx="0" cy="0"/>
        </a:xfrm>
      </p:grpSpPr>
      <p:cxnSp>
        <p:nvCxnSpPr>
          <p:cNvPr id="708" name="Google Shape;708;p4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09" name="Google Shape;709;p4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10" name="Google Shape;710;p4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11" name="Google Shape;711;p4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12" name="Google Shape;712;p4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713" name="Google Shape;713;p44"/>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714" name="Google Shape;714;p44"/>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715" name="Google Shape;715;p44"/>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16" name="Google Shape;716;p44"/>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17" name="Google Shape;717;p44"/>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18" name="Google Shape;718;p44"/>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19" name="Google Shape;719;p44"/>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720" name="Google Shape;720;p44"/>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721" name="Google Shape;721;p44"/>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22" name="Google Shape;722;p4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23" name="Google Shape;723;p44"/>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724" name="Shape 724"/>
        <p:cNvGrpSpPr/>
        <p:nvPr/>
      </p:nvGrpSpPr>
      <p:grpSpPr>
        <a:xfrm>
          <a:off x="0" y="0"/>
          <a:ext cx="0" cy="0"/>
          <a:chOff x="0" y="0"/>
          <a:chExt cx="0" cy="0"/>
        </a:xfrm>
      </p:grpSpPr>
      <p:cxnSp>
        <p:nvCxnSpPr>
          <p:cNvPr id="725" name="Google Shape;725;p4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26" name="Google Shape;726;p4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27" name="Google Shape;727;p4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28" name="Google Shape;728;p4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29" name="Google Shape;729;p4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30" name="Google Shape;730;p45"/>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2000"/>
              </a:spcBef>
              <a:spcAft>
                <a:spcPts val="0"/>
              </a:spcAft>
              <a:buNone/>
              <a:defRPr/>
            </a:lvl2pPr>
            <a:lvl3pPr lvl="2">
              <a:lnSpc>
                <a:spcPct val="113000"/>
              </a:lnSpc>
              <a:spcBef>
                <a:spcPts val="2000"/>
              </a:spcBef>
              <a:spcAft>
                <a:spcPts val="0"/>
              </a:spcAft>
              <a:buNone/>
              <a:defRPr/>
            </a:lvl3pPr>
            <a:lvl4pPr lvl="3">
              <a:lnSpc>
                <a:spcPct val="113000"/>
              </a:lnSpc>
              <a:spcBef>
                <a:spcPts val="2000"/>
              </a:spcBef>
              <a:spcAft>
                <a:spcPts val="0"/>
              </a:spcAft>
              <a:buNone/>
              <a:defRPr/>
            </a:lvl4pPr>
            <a:lvl5pPr lvl="4">
              <a:lnSpc>
                <a:spcPct val="113000"/>
              </a:lnSpc>
              <a:spcBef>
                <a:spcPts val="2000"/>
              </a:spcBef>
              <a:spcAft>
                <a:spcPts val="0"/>
              </a:spcAft>
              <a:buNone/>
              <a:defRPr/>
            </a:lvl5pPr>
            <a:lvl6pPr lvl="5">
              <a:lnSpc>
                <a:spcPct val="113000"/>
              </a:lnSpc>
              <a:spcBef>
                <a:spcPts val="2000"/>
              </a:spcBef>
              <a:spcAft>
                <a:spcPts val="0"/>
              </a:spcAft>
              <a:buNone/>
              <a:defRPr/>
            </a:lvl6pPr>
            <a:lvl7pPr lvl="6">
              <a:lnSpc>
                <a:spcPct val="113000"/>
              </a:lnSpc>
              <a:spcBef>
                <a:spcPts val="2000"/>
              </a:spcBef>
              <a:spcAft>
                <a:spcPts val="0"/>
              </a:spcAft>
              <a:buNone/>
              <a:defRPr/>
            </a:lvl7pPr>
            <a:lvl8pPr lvl="7">
              <a:lnSpc>
                <a:spcPct val="113000"/>
              </a:lnSpc>
              <a:spcBef>
                <a:spcPts val="2000"/>
              </a:spcBef>
              <a:spcAft>
                <a:spcPts val="0"/>
              </a:spcAft>
              <a:buNone/>
              <a:defRPr/>
            </a:lvl8pPr>
            <a:lvl9pPr lvl="8">
              <a:lnSpc>
                <a:spcPct val="113000"/>
              </a:lnSpc>
              <a:spcBef>
                <a:spcPts val="2000"/>
              </a:spcBef>
              <a:spcAft>
                <a:spcPts val="2000"/>
              </a:spcAft>
              <a:buNone/>
              <a:defRPr/>
            </a:lvl9pPr>
          </a:lstStyle>
          <a:p/>
        </p:txBody>
      </p:sp>
      <p:sp>
        <p:nvSpPr>
          <p:cNvPr id="731" name="Google Shape;731;p4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32" name="Google Shape;732;p4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33" name="Google Shape;733;p45"/>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734" name="Shape 734"/>
        <p:cNvGrpSpPr/>
        <p:nvPr/>
      </p:nvGrpSpPr>
      <p:grpSpPr>
        <a:xfrm>
          <a:off x="0" y="0"/>
          <a:ext cx="0" cy="0"/>
          <a:chOff x="0" y="0"/>
          <a:chExt cx="0" cy="0"/>
        </a:xfrm>
      </p:grpSpPr>
      <p:cxnSp>
        <p:nvCxnSpPr>
          <p:cNvPr id="735" name="Google Shape;735;p4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36" name="Google Shape;736;p4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37" name="Google Shape;737;p4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38" name="Google Shape;738;p4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39" name="Google Shape;739;p4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40" name="Google Shape;740;p46"/>
          <p:cNvSpPr txBox="1"/>
          <p:nvPr>
            <p:ph idx="2" type="subTitle"/>
          </p:nvPr>
        </p:nvSpPr>
        <p:spPr>
          <a:xfrm>
            <a:off x="2087850" y="2416425"/>
            <a:ext cx="8044800" cy="13041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a:solidFill>
                  <a:schemeClr val="accent1"/>
                </a:solidFill>
              </a:defRPr>
            </a:lvl1pPr>
            <a:lvl2pPr lvl="1">
              <a:spcBef>
                <a:spcPts val="500"/>
              </a:spcBef>
              <a:spcAft>
                <a:spcPts val="0"/>
              </a:spcAft>
              <a:buNone/>
              <a:defRPr>
                <a:solidFill>
                  <a:schemeClr val="accent1"/>
                </a:solidFill>
              </a:defRPr>
            </a:lvl2pPr>
            <a:lvl3pPr lvl="2">
              <a:spcBef>
                <a:spcPts val="500"/>
              </a:spcBef>
              <a:spcAft>
                <a:spcPts val="0"/>
              </a:spcAft>
              <a:buNone/>
              <a:defRPr>
                <a:solidFill>
                  <a:schemeClr val="accent1"/>
                </a:solidFill>
              </a:defRPr>
            </a:lvl3pPr>
            <a:lvl4pPr lvl="3">
              <a:spcBef>
                <a:spcPts val="500"/>
              </a:spcBef>
              <a:spcAft>
                <a:spcPts val="0"/>
              </a:spcAft>
              <a:buNone/>
              <a:defRPr>
                <a:solidFill>
                  <a:schemeClr val="accent1"/>
                </a:solidFill>
              </a:defRPr>
            </a:lvl4pPr>
            <a:lvl5pPr lvl="4">
              <a:spcBef>
                <a:spcPts val="500"/>
              </a:spcBef>
              <a:spcAft>
                <a:spcPts val="0"/>
              </a:spcAft>
              <a:buNone/>
              <a:defRPr>
                <a:solidFill>
                  <a:schemeClr val="accent1"/>
                </a:solidFill>
              </a:defRPr>
            </a:lvl5pPr>
            <a:lvl6pPr lvl="5">
              <a:spcBef>
                <a:spcPts val="500"/>
              </a:spcBef>
              <a:spcAft>
                <a:spcPts val="0"/>
              </a:spcAft>
              <a:buNone/>
              <a:defRPr>
                <a:solidFill>
                  <a:schemeClr val="accent1"/>
                </a:solidFill>
              </a:defRPr>
            </a:lvl6pPr>
            <a:lvl7pPr lvl="6">
              <a:spcBef>
                <a:spcPts val="500"/>
              </a:spcBef>
              <a:spcAft>
                <a:spcPts val="0"/>
              </a:spcAft>
              <a:buNone/>
              <a:defRPr>
                <a:solidFill>
                  <a:schemeClr val="accent1"/>
                </a:solidFill>
              </a:defRPr>
            </a:lvl7pPr>
            <a:lvl8pPr lvl="7">
              <a:spcBef>
                <a:spcPts val="500"/>
              </a:spcBef>
              <a:spcAft>
                <a:spcPts val="0"/>
              </a:spcAft>
              <a:buNone/>
              <a:defRPr>
                <a:solidFill>
                  <a:schemeClr val="accent1"/>
                </a:solidFill>
              </a:defRPr>
            </a:lvl8pPr>
            <a:lvl9pPr lvl="8">
              <a:spcBef>
                <a:spcPts val="500"/>
              </a:spcBef>
              <a:spcAft>
                <a:spcPts val="500"/>
              </a:spcAft>
              <a:buNone/>
              <a:defRPr>
                <a:solidFill>
                  <a:schemeClr val="accent1"/>
                </a:solidFill>
              </a:defRPr>
            </a:lvl9pPr>
          </a:lstStyle>
          <a:p/>
        </p:txBody>
      </p:sp>
      <p:sp>
        <p:nvSpPr>
          <p:cNvPr id="741" name="Google Shape;741;p4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42" name="Google Shape;742;p4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43" name="Google Shape;743;p46"/>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744" name="Shape 744"/>
        <p:cNvGrpSpPr/>
        <p:nvPr/>
      </p:nvGrpSpPr>
      <p:grpSpPr>
        <a:xfrm>
          <a:off x="0" y="0"/>
          <a:ext cx="0" cy="0"/>
          <a:chOff x="0" y="0"/>
          <a:chExt cx="0" cy="0"/>
        </a:xfrm>
      </p:grpSpPr>
      <p:sp>
        <p:nvSpPr>
          <p:cNvPr id="745" name="Google Shape;745;p47"/>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sz="2800">
                <a:solidFill>
                  <a:schemeClr val="accent1"/>
                </a:solidFill>
              </a:defRPr>
            </a:lvl1pPr>
            <a:lvl2pPr lvl="1">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746" name="Google Shape;746;p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747" name="Google Shape;747;p4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48" name="Google Shape;748;p4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49" name="Google Shape;749;p4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50" name="Google Shape;750;p4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51" name="Google Shape;751;p4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752" name="Shape 752"/>
        <p:cNvGrpSpPr/>
        <p:nvPr/>
      </p:nvGrpSpPr>
      <p:grpSpPr>
        <a:xfrm>
          <a:off x="0" y="0"/>
          <a:ext cx="0" cy="0"/>
          <a:chOff x="0" y="0"/>
          <a:chExt cx="0" cy="0"/>
        </a:xfrm>
      </p:grpSpPr>
      <p:sp>
        <p:nvSpPr>
          <p:cNvPr id="753" name="Google Shape;753;p48"/>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754" name="Google Shape;754;p48"/>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755" name="Google Shape;755;p48"/>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cxnSp>
        <p:nvCxnSpPr>
          <p:cNvPr id="756" name="Google Shape;756;p4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57" name="Google Shape;757;p4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758" name="Google Shape;758;p4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759" name="Google Shape;759;p48"/>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760" name="Google Shape;760;p4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lt1"/>
                </a:solidFill>
                <a:latin typeface="Red Hat Text Medium"/>
                <a:ea typeface="Red Hat Text Medium"/>
                <a:cs typeface="Red Hat Text Medium"/>
                <a:sym typeface="Red Hat Text Medium"/>
              </a:defRPr>
            </a:lvl1pPr>
            <a:lvl2pPr lvl="1" algn="ctr">
              <a:buNone/>
              <a:defRPr sz="800">
                <a:solidFill>
                  <a:schemeClr val="lt1"/>
                </a:solidFill>
                <a:latin typeface="Red Hat Text Medium"/>
                <a:ea typeface="Red Hat Text Medium"/>
                <a:cs typeface="Red Hat Text Medium"/>
                <a:sym typeface="Red Hat Text Medium"/>
              </a:defRPr>
            </a:lvl2pPr>
            <a:lvl3pPr lvl="2" algn="ctr">
              <a:buNone/>
              <a:defRPr sz="800">
                <a:solidFill>
                  <a:schemeClr val="lt1"/>
                </a:solidFill>
                <a:latin typeface="Red Hat Text Medium"/>
                <a:ea typeface="Red Hat Text Medium"/>
                <a:cs typeface="Red Hat Text Medium"/>
                <a:sym typeface="Red Hat Text Medium"/>
              </a:defRPr>
            </a:lvl3pPr>
            <a:lvl4pPr lvl="3" algn="ctr">
              <a:buNone/>
              <a:defRPr sz="800">
                <a:solidFill>
                  <a:schemeClr val="lt1"/>
                </a:solidFill>
                <a:latin typeface="Red Hat Text Medium"/>
                <a:ea typeface="Red Hat Text Medium"/>
                <a:cs typeface="Red Hat Text Medium"/>
                <a:sym typeface="Red Hat Text Medium"/>
              </a:defRPr>
            </a:lvl4pPr>
            <a:lvl5pPr lvl="4" algn="ctr">
              <a:buNone/>
              <a:defRPr sz="800">
                <a:solidFill>
                  <a:schemeClr val="lt1"/>
                </a:solidFill>
                <a:latin typeface="Red Hat Text Medium"/>
                <a:ea typeface="Red Hat Text Medium"/>
                <a:cs typeface="Red Hat Text Medium"/>
                <a:sym typeface="Red Hat Text Medium"/>
              </a:defRPr>
            </a:lvl5pPr>
            <a:lvl6pPr lvl="5" algn="ctr">
              <a:buNone/>
              <a:defRPr sz="800">
                <a:solidFill>
                  <a:schemeClr val="lt1"/>
                </a:solidFill>
                <a:latin typeface="Red Hat Text Medium"/>
                <a:ea typeface="Red Hat Text Medium"/>
                <a:cs typeface="Red Hat Text Medium"/>
                <a:sym typeface="Red Hat Text Medium"/>
              </a:defRPr>
            </a:lvl6pPr>
            <a:lvl7pPr lvl="6" algn="ctr">
              <a:buNone/>
              <a:defRPr sz="800">
                <a:solidFill>
                  <a:schemeClr val="lt1"/>
                </a:solidFill>
                <a:latin typeface="Red Hat Text Medium"/>
                <a:ea typeface="Red Hat Text Medium"/>
                <a:cs typeface="Red Hat Text Medium"/>
                <a:sym typeface="Red Hat Text Medium"/>
              </a:defRPr>
            </a:lvl7pPr>
            <a:lvl8pPr lvl="7" algn="ctr">
              <a:buNone/>
              <a:defRPr sz="800">
                <a:solidFill>
                  <a:schemeClr val="lt1"/>
                </a:solidFill>
                <a:latin typeface="Red Hat Text Medium"/>
                <a:ea typeface="Red Hat Text Medium"/>
                <a:cs typeface="Red Hat Text Medium"/>
                <a:sym typeface="Red Hat Text Medium"/>
              </a:defRPr>
            </a:lvl8pPr>
            <a:lvl9pPr lvl="8"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761" name="Google Shape;761;p48"/>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lt1"/>
                </a:solidFill>
              </a:defRPr>
            </a:lvl1pPr>
            <a:lvl2pPr lvl="1">
              <a:lnSpc>
                <a:spcPct val="115000"/>
              </a:lnSpc>
              <a:spcBef>
                <a:spcPts val="0"/>
              </a:spcBef>
              <a:spcAft>
                <a:spcPts val="0"/>
              </a:spcAft>
              <a:buNone/>
              <a:defRPr sz="800">
                <a:solidFill>
                  <a:schemeClr val="lt1"/>
                </a:solidFill>
              </a:defRPr>
            </a:lvl2pPr>
            <a:lvl3pPr lvl="2">
              <a:lnSpc>
                <a:spcPct val="115000"/>
              </a:lnSpc>
              <a:spcBef>
                <a:spcPts val="0"/>
              </a:spcBef>
              <a:spcAft>
                <a:spcPts val="0"/>
              </a:spcAft>
              <a:buNone/>
              <a:defRPr sz="800">
                <a:solidFill>
                  <a:schemeClr val="lt1"/>
                </a:solidFill>
              </a:defRPr>
            </a:lvl3pPr>
            <a:lvl4pPr lvl="3">
              <a:lnSpc>
                <a:spcPct val="115000"/>
              </a:lnSpc>
              <a:spcBef>
                <a:spcPts val="0"/>
              </a:spcBef>
              <a:spcAft>
                <a:spcPts val="0"/>
              </a:spcAft>
              <a:buNone/>
              <a:defRPr sz="800">
                <a:solidFill>
                  <a:schemeClr val="lt1"/>
                </a:solidFill>
              </a:defRPr>
            </a:lvl4pPr>
            <a:lvl5pPr lvl="4">
              <a:lnSpc>
                <a:spcPct val="115000"/>
              </a:lnSpc>
              <a:spcBef>
                <a:spcPts val="0"/>
              </a:spcBef>
              <a:spcAft>
                <a:spcPts val="0"/>
              </a:spcAft>
              <a:buNone/>
              <a:defRPr sz="800">
                <a:solidFill>
                  <a:schemeClr val="lt1"/>
                </a:solidFill>
              </a:defRPr>
            </a:lvl5pPr>
            <a:lvl6pPr lvl="5">
              <a:lnSpc>
                <a:spcPct val="115000"/>
              </a:lnSpc>
              <a:spcBef>
                <a:spcPts val="0"/>
              </a:spcBef>
              <a:spcAft>
                <a:spcPts val="0"/>
              </a:spcAft>
              <a:buNone/>
              <a:defRPr sz="800">
                <a:solidFill>
                  <a:schemeClr val="lt1"/>
                </a:solidFill>
              </a:defRPr>
            </a:lvl6pPr>
            <a:lvl7pPr lvl="6">
              <a:lnSpc>
                <a:spcPct val="115000"/>
              </a:lnSpc>
              <a:spcBef>
                <a:spcPts val="0"/>
              </a:spcBef>
              <a:spcAft>
                <a:spcPts val="0"/>
              </a:spcAft>
              <a:buNone/>
              <a:defRPr sz="800">
                <a:solidFill>
                  <a:schemeClr val="lt1"/>
                </a:solidFill>
              </a:defRPr>
            </a:lvl7pPr>
            <a:lvl8pPr lvl="7">
              <a:lnSpc>
                <a:spcPct val="115000"/>
              </a:lnSpc>
              <a:spcBef>
                <a:spcPts val="0"/>
              </a:spcBef>
              <a:spcAft>
                <a:spcPts val="0"/>
              </a:spcAft>
              <a:buNone/>
              <a:defRPr sz="800">
                <a:solidFill>
                  <a:schemeClr val="lt1"/>
                </a:solidFill>
              </a:defRPr>
            </a:lvl8pPr>
            <a:lvl9pPr lvl="8">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762" name="Shape 762"/>
        <p:cNvGrpSpPr/>
        <p:nvPr/>
      </p:nvGrpSpPr>
      <p:grpSpPr>
        <a:xfrm>
          <a:off x="0" y="0"/>
          <a:ext cx="0" cy="0"/>
          <a:chOff x="0" y="0"/>
          <a:chExt cx="0" cy="0"/>
        </a:xfrm>
      </p:grpSpPr>
      <p:cxnSp>
        <p:nvCxnSpPr>
          <p:cNvPr id="763" name="Google Shape;763;p4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64" name="Google Shape;764;p4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65" name="Google Shape;765;p4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66" name="Google Shape;766;p4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67" name="Google Shape;767;p4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68" name="Google Shape;768;p4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69" name="Google Shape;769;p49"/>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70" name="Google Shape;770;p49"/>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71" name="Google Shape;771;p49"/>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772" name="Shape 772"/>
        <p:cNvGrpSpPr/>
        <p:nvPr/>
      </p:nvGrpSpPr>
      <p:grpSpPr>
        <a:xfrm>
          <a:off x="0" y="0"/>
          <a:ext cx="0" cy="0"/>
          <a:chOff x="0" y="0"/>
          <a:chExt cx="0" cy="0"/>
        </a:xfrm>
      </p:grpSpPr>
      <p:cxnSp>
        <p:nvCxnSpPr>
          <p:cNvPr id="773" name="Google Shape;773;p5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74" name="Google Shape;774;p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75" name="Google Shape;775;p5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76" name="Google Shape;776;p5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77" name="Google Shape;777;p5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78" name="Google Shape;778;p5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779" name="Google Shape;779;p50"/>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780" name="Google Shape;780;p50"/>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only">
  <p:cSld name="CUSTOM_4_34">
    <p:spTree>
      <p:nvGrpSpPr>
        <p:cNvPr id="781" name="Shape 781"/>
        <p:cNvGrpSpPr/>
        <p:nvPr/>
      </p:nvGrpSpPr>
      <p:grpSpPr>
        <a:xfrm>
          <a:off x="0" y="0"/>
          <a:ext cx="0" cy="0"/>
          <a:chOff x="0" y="0"/>
          <a:chExt cx="0" cy="0"/>
        </a:xfrm>
      </p:grpSpPr>
      <p:sp>
        <p:nvSpPr>
          <p:cNvPr id="782" name="Google Shape;782;p51"/>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783" name="Google Shape;783;p5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784" name="Google Shape;784;p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900"/>
              <a:buFont typeface="Red Hat Display SemiBold"/>
              <a:buNone/>
              <a:defRPr sz="900">
                <a:solidFill>
                  <a:schemeClr val="accent1"/>
                </a:solidFill>
                <a:latin typeface="Red Hat Display SemiBold"/>
                <a:ea typeface="Red Hat Display SemiBold"/>
                <a:cs typeface="Red Hat Display SemiBold"/>
                <a:sym typeface="Red Hat Display SemiBold"/>
              </a:defRPr>
            </a:lvl1pPr>
            <a:lvl2pPr lvl="1">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785" name="Google Shape;785;p5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86" name="Google Shape;786;p5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87" name="Google Shape;787;p5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88" name="Google Shape;788;p51"/>
          <p:cNvSpPr txBox="1"/>
          <p:nvPr>
            <p:ph idx="2" type="subTitle"/>
          </p:nvPr>
        </p:nvSpPr>
        <p:spPr>
          <a:xfrm>
            <a:off x="885050" y="6169550"/>
            <a:ext cx="9183000" cy="559800"/>
          </a:xfrm>
          <a:prstGeom prst="rect">
            <a:avLst/>
          </a:prstGeom>
          <a:noFill/>
        </p:spPr>
        <p:txBody>
          <a:bodyPr anchorCtr="0" anchor="b" bIns="0" lIns="0" spcFirstLastPara="1" rIns="0" wrap="square" tIns="0">
            <a:noAutofit/>
          </a:bodyPr>
          <a:lstStyle>
            <a:lvl1pPr lvl="0">
              <a:lnSpc>
                <a:spcPct val="142000"/>
              </a:lnSpc>
              <a:spcBef>
                <a:spcPts val="0"/>
              </a:spcBef>
              <a:spcAft>
                <a:spcPts val="0"/>
              </a:spcAft>
              <a:buNone/>
              <a:defRPr sz="600">
                <a:solidFill>
                  <a:schemeClr val="dk2"/>
                </a:solidFill>
              </a:defRPr>
            </a:lvl1pPr>
            <a:lvl2pPr lvl="1">
              <a:lnSpc>
                <a:spcPct val="142000"/>
              </a:lnSpc>
              <a:spcBef>
                <a:spcPts val="0"/>
              </a:spcBef>
              <a:spcAft>
                <a:spcPts val="0"/>
              </a:spcAft>
              <a:buNone/>
              <a:defRPr sz="600">
                <a:solidFill>
                  <a:schemeClr val="dk2"/>
                </a:solidFill>
              </a:defRPr>
            </a:lvl2pPr>
            <a:lvl3pPr lvl="2">
              <a:lnSpc>
                <a:spcPct val="142000"/>
              </a:lnSpc>
              <a:spcBef>
                <a:spcPts val="0"/>
              </a:spcBef>
              <a:spcAft>
                <a:spcPts val="0"/>
              </a:spcAft>
              <a:buNone/>
              <a:defRPr sz="600">
                <a:solidFill>
                  <a:schemeClr val="dk2"/>
                </a:solidFill>
              </a:defRPr>
            </a:lvl3pPr>
            <a:lvl4pPr lvl="3">
              <a:lnSpc>
                <a:spcPct val="142000"/>
              </a:lnSpc>
              <a:spcBef>
                <a:spcPts val="0"/>
              </a:spcBef>
              <a:spcAft>
                <a:spcPts val="0"/>
              </a:spcAft>
              <a:buNone/>
              <a:defRPr sz="600">
                <a:solidFill>
                  <a:schemeClr val="dk2"/>
                </a:solidFill>
              </a:defRPr>
            </a:lvl4pPr>
            <a:lvl5pPr lvl="4">
              <a:lnSpc>
                <a:spcPct val="142000"/>
              </a:lnSpc>
              <a:spcBef>
                <a:spcPts val="0"/>
              </a:spcBef>
              <a:spcAft>
                <a:spcPts val="0"/>
              </a:spcAft>
              <a:buNone/>
              <a:defRPr sz="600">
                <a:solidFill>
                  <a:schemeClr val="dk2"/>
                </a:solidFill>
              </a:defRPr>
            </a:lvl5pPr>
            <a:lvl6pPr lvl="5">
              <a:lnSpc>
                <a:spcPct val="142000"/>
              </a:lnSpc>
              <a:spcBef>
                <a:spcPts val="0"/>
              </a:spcBef>
              <a:spcAft>
                <a:spcPts val="0"/>
              </a:spcAft>
              <a:buNone/>
              <a:defRPr sz="600">
                <a:solidFill>
                  <a:schemeClr val="dk2"/>
                </a:solidFill>
              </a:defRPr>
            </a:lvl6pPr>
            <a:lvl7pPr lvl="6">
              <a:lnSpc>
                <a:spcPct val="142000"/>
              </a:lnSpc>
              <a:spcBef>
                <a:spcPts val="0"/>
              </a:spcBef>
              <a:spcAft>
                <a:spcPts val="0"/>
              </a:spcAft>
              <a:buNone/>
              <a:defRPr sz="600">
                <a:solidFill>
                  <a:schemeClr val="dk2"/>
                </a:solidFill>
              </a:defRPr>
            </a:lvl7pPr>
            <a:lvl8pPr lvl="7">
              <a:lnSpc>
                <a:spcPct val="142000"/>
              </a:lnSpc>
              <a:spcBef>
                <a:spcPts val="0"/>
              </a:spcBef>
              <a:spcAft>
                <a:spcPts val="0"/>
              </a:spcAft>
              <a:buNone/>
              <a:defRPr sz="600">
                <a:solidFill>
                  <a:schemeClr val="dk2"/>
                </a:solidFill>
              </a:defRPr>
            </a:lvl8pPr>
            <a:lvl9pPr lvl="8">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subtitle">
  <p:cSld name="CUSTOM_4_2_3">
    <p:spTree>
      <p:nvGrpSpPr>
        <p:cNvPr id="789" name="Shape 789"/>
        <p:cNvGrpSpPr/>
        <p:nvPr/>
      </p:nvGrpSpPr>
      <p:grpSpPr>
        <a:xfrm>
          <a:off x="0" y="0"/>
          <a:ext cx="0" cy="0"/>
          <a:chOff x="0" y="0"/>
          <a:chExt cx="0" cy="0"/>
        </a:xfrm>
      </p:grpSpPr>
      <p:sp>
        <p:nvSpPr>
          <p:cNvPr id="790" name="Google Shape;790;p52"/>
          <p:cNvSpPr txBox="1"/>
          <p:nvPr>
            <p:ph type="title"/>
          </p:nvPr>
        </p:nvSpPr>
        <p:spPr>
          <a:xfrm>
            <a:off x="1752600" y="946000"/>
            <a:ext cx="8686800" cy="4566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791" name="Google Shape;791;p52"/>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None/>
              <a:defRPr sz="2000">
                <a:solidFill>
                  <a:schemeClr val="dk2"/>
                </a:solidFill>
              </a:defRPr>
            </a:lvl1pPr>
            <a:lvl2pPr lvl="1" algn="ctr">
              <a:lnSpc>
                <a:spcPct val="100000"/>
              </a:lnSpc>
              <a:spcBef>
                <a:spcPts val="0"/>
              </a:spcBef>
              <a:spcAft>
                <a:spcPts val="0"/>
              </a:spcAft>
              <a:buNone/>
              <a:defRPr/>
            </a:lvl2pPr>
            <a:lvl3pPr lvl="2" algn="ctr">
              <a:lnSpc>
                <a:spcPct val="100000"/>
              </a:lnSpc>
              <a:spcBef>
                <a:spcPts val="0"/>
              </a:spcBef>
              <a:spcAft>
                <a:spcPts val="0"/>
              </a:spcAft>
              <a:buNone/>
              <a:defRPr/>
            </a:lvl3pPr>
            <a:lvl4pPr lvl="3" algn="ctr">
              <a:lnSpc>
                <a:spcPct val="100000"/>
              </a:lnSpc>
              <a:spcBef>
                <a:spcPts val="0"/>
              </a:spcBef>
              <a:spcAft>
                <a:spcPts val="0"/>
              </a:spcAft>
              <a:buNone/>
              <a:defRPr/>
            </a:lvl4pPr>
            <a:lvl5pPr lvl="4" algn="ctr">
              <a:lnSpc>
                <a:spcPct val="100000"/>
              </a:lnSpc>
              <a:spcBef>
                <a:spcPts val="0"/>
              </a:spcBef>
              <a:spcAft>
                <a:spcPts val="0"/>
              </a:spcAft>
              <a:buNone/>
              <a:defRPr/>
            </a:lvl5pPr>
            <a:lvl6pPr lvl="5" algn="ctr">
              <a:lnSpc>
                <a:spcPct val="100000"/>
              </a:lnSpc>
              <a:spcBef>
                <a:spcPts val="0"/>
              </a:spcBef>
              <a:spcAft>
                <a:spcPts val="0"/>
              </a:spcAft>
              <a:buNone/>
              <a:defRPr/>
            </a:lvl6pPr>
            <a:lvl7pPr lvl="6" algn="ctr">
              <a:lnSpc>
                <a:spcPct val="100000"/>
              </a:lnSpc>
              <a:spcBef>
                <a:spcPts val="0"/>
              </a:spcBef>
              <a:spcAft>
                <a:spcPts val="0"/>
              </a:spcAft>
              <a:buNone/>
              <a:defRPr/>
            </a:lvl7pPr>
            <a:lvl8pPr lvl="7" algn="ctr">
              <a:lnSpc>
                <a:spcPct val="100000"/>
              </a:lnSpc>
              <a:spcBef>
                <a:spcPts val="0"/>
              </a:spcBef>
              <a:spcAft>
                <a:spcPts val="0"/>
              </a:spcAft>
              <a:buNone/>
              <a:defRPr/>
            </a:lvl8pPr>
            <a:lvl9pPr lvl="8" algn="ctr">
              <a:lnSpc>
                <a:spcPct val="100000"/>
              </a:lnSpc>
              <a:spcBef>
                <a:spcPts val="0"/>
              </a:spcBef>
              <a:spcAft>
                <a:spcPts val="0"/>
              </a:spcAft>
              <a:buNone/>
              <a:defRPr/>
            </a:lvl9pPr>
          </a:lstStyle>
          <a:p/>
        </p:txBody>
      </p:sp>
      <p:cxnSp>
        <p:nvCxnSpPr>
          <p:cNvPr id="792" name="Google Shape;792;p5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793" name="Google Shape;793;p5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900"/>
              <a:buFont typeface="Red Hat Display SemiBold"/>
              <a:buNone/>
              <a:defRPr sz="900">
                <a:solidFill>
                  <a:schemeClr val="accent1"/>
                </a:solidFill>
                <a:latin typeface="Red Hat Display SemiBold"/>
                <a:ea typeface="Red Hat Display SemiBold"/>
                <a:cs typeface="Red Hat Display SemiBold"/>
                <a:sym typeface="Red Hat Display SemiBold"/>
              </a:defRPr>
            </a:lvl1pPr>
            <a:lvl2pPr lvl="1">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794" name="Google Shape;794;p5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95" name="Google Shape;795;p5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96" name="Google Shape;796;p5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97" name="Google Shape;797;p52"/>
          <p:cNvSpPr txBox="1"/>
          <p:nvPr>
            <p:ph idx="3" type="subTitle"/>
          </p:nvPr>
        </p:nvSpPr>
        <p:spPr>
          <a:xfrm>
            <a:off x="885050" y="6169550"/>
            <a:ext cx="9183000" cy="559800"/>
          </a:xfrm>
          <a:prstGeom prst="rect">
            <a:avLst/>
          </a:prstGeom>
          <a:noFill/>
        </p:spPr>
        <p:txBody>
          <a:bodyPr anchorCtr="0" anchor="b" bIns="0" lIns="0" spcFirstLastPara="1" rIns="0" wrap="square" tIns="0">
            <a:noAutofit/>
          </a:bodyPr>
          <a:lstStyle>
            <a:lvl1pPr lvl="0">
              <a:lnSpc>
                <a:spcPct val="142000"/>
              </a:lnSpc>
              <a:spcBef>
                <a:spcPts val="0"/>
              </a:spcBef>
              <a:spcAft>
                <a:spcPts val="0"/>
              </a:spcAft>
              <a:buNone/>
              <a:defRPr sz="600">
                <a:solidFill>
                  <a:schemeClr val="dk2"/>
                </a:solidFill>
              </a:defRPr>
            </a:lvl1pPr>
            <a:lvl2pPr lvl="1">
              <a:lnSpc>
                <a:spcPct val="142000"/>
              </a:lnSpc>
              <a:spcBef>
                <a:spcPts val="0"/>
              </a:spcBef>
              <a:spcAft>
                <a:spcPts val="0"/>
              </a:spcAft>
              <a:buNone/>
              <a:defRPr sz="600">
                <a:solidFill>
                  <a:schemeClr val="dk2"/>
                </a:solidFill>
              </a:defRPr>
            </a:lvl2pPr>
            <a:lvl3pPr lvl="2">
              <a:lnSpc>
                <a:spcPct val="142000"/>
              </a:lnSpc>
              <a:spcBef>
                <a:spcPts val="0"/>
              </a:spcBef>
              <a:spcAft>
                <a:spcPts val="0"/>
              </a:spcAft>
              <a:buNone/>
              <a:defRPr sz="600">
                <a:solidFill>
                  <a:schemeClr val="dk2"/>
                </a:solidFill>
              </a:defRPr>
            </a:lvl3pPr>
            <a:lvl4pPr lvl="3">
              <a:lnSpc>
                <a:spcPct val="142000"/>
              </a:lnSpc>
              <a:spcBef>
                <a:spcPts val="0"/>
              </a:spcBef>
              <a:spcAft>
                <a:spcPts val="0"/>
              </a:spcAft>
              <a:buNone/>
              <a:defRPr sz="600">
                <a:solidFill>
                  <a:schemeClr val="dk2"/>
                </a:solidFill>
              </a:defRPr>
            </a:lvl4pPr>
            <a:lvl5pPr lvl="4">
              <a:lnSpc>
                <a:spcPct val="142000"/>
              </a:lnSpc>
              <a:spcBef>
                <a:spcPts val="0"/>
              </a:spcBef>
              <a:spcAft>
                <a:spcPts val="0"/>
              </a:spcAft>
              <a:buNone/>
              <a:defRPr sz="600">
                <a:solidFill>
                  <a:schemeClr val="dk2"/>
                </a:solidFill>
              </a:defRPr>
            </a:lvl5pPr>
            <a:lvl6pPr lvl="5">
              <a:lnSpc>
                <a:spcPct val="142000"/>
              </a:lnSpc>
              <a:spcBef>
                <a:spcPts val="0"/>
              </a:spcBef>
              <a:spcAft>
                <a:spcPts val="0"/>
              </a:spcAft>
              <a:buNone/>
              <a:defRPr sz="600">
                <a:solidFill>
                  <a:schemeClr val="dk2"/>
                </a:solidFill>
              </a:defRPr>
            </a:lvl6pPr>
            <a:lvl7pPr lvl="6">
              <a:lnSpc>
                <a:spcPct val="142000"/>
              </a:lnSpc>
              <a:spcBef>
                <a:spcPts val="0"/>
              </a:spcBef>
              <a:spcAft>
                <a:spcPts val="0"/>
              </a:spcAft>
              <a:buNone/>
              <a:defRPr sz="600">
                <a:solidFill>
                  <a:schemeClr val="dk2"/>
                </a:solidFill>
              </a:defRPr>
            </a:lvl7pPr>
            <a:lvl8pPr lvl="7">
              <a:lnSpc>
                <a:spcPct val="142000"/>
              </a:lnSpc>
              <a:spcBef>
                <a:spcPts val="0"/>
              </a:spcBef>
              <a:spcAft>
                <a:spcPts val="0"/>
              </a:spcAft>
              <a:buNone/>
              <a:defRPr sz="600">
                <a:solidFill>
                  <a:schemeClr val="dk2"/>
                </a:solidFill>
              </a:defRPr>
            </a:lvl8pPr>
            <a:lvl9pPr lvl="8">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p:cSld name="CUSTOM_4_25">
    <p:spTree>
      <p:nvGrpSpPr>
        <p:cNvPr id="798" name="Shape 798"/>
        <p:cNvGrpSpPr/>
        <p:nvPr/>
      </p:nvGrpSpPr>
      <p:grpSpPr>
        <a:xfrm>
          <a:off x="0" y="0"/>
          <a:ext cx="0" cy="0"/>
          <a:chOff x="0" y="0"/>
          <a:chExt cx="0" cy="0"/>
        </a:xfrm>
      </p:grpSpPr>
      <p:sp>
        <p:nvSpPr>
          <p:cNvPr id="799" name="Google Shape;799;p5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800" name="Google Shape;800;p53"/>
          <p:cNvSpPr txBox="1"/>
          <p:nvPr>
            <p:ph type="title"/>
          </p:nvPr>
        </p:nvSpPr>
        <p:spPr>
          <a:xfrm>
            <a:off x="885050" y="566950"/>
            <a:ext cx="10422000" cy="4008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6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801" name="Google Shape;801;p5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02" name="Google Shape;802;p5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03" name="Google Shape;803;p5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04" name="Google Shape;804;p53"/>
          <p:cNvPicPr preferRelativeResize="0"/>
          <p:nvPr/>
        </p:nvPicPr>
        <p:blipFill rotWithShape="1">
          <a:blip r:embed="rId2">
            <a:alphaModFix/>
          </a:blip>
          <a:srcRect b="317" l="0" r="0" t="327"/>
          <a:stretch/>
        </p:blipFill>
        <p:spPr>
          <a:xfrm>
            <a:off x="10711279" y="6313250"/>
            <a:ext cx="975606" cy="228064"/>
          </a:xfrm>
          <a:prstGeom prst="rect">
            <a:avLst/>
          </a:prstGeom>
          <a:noFill/>
          <a:ln>
            <a:noFill/>
          </a:ln>
        </p:spPr>
      </p:pic>
      <p:sp>
        <p:nvSpPr>
          <p:cNvPr id="805" name="Google Shape;805;p53"/>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806" name="Google Shape;806;p5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9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4">
    <p:spTree>
      <p:nvGrpSpPr>
        <p:cNvPr id="807" name="Shape 807"/>
        <p:cNvGrpSpPr/>
        <p:nvPr/>
      </p:nvGrpSpPr>
      <p:grpSpPr>
        <a:xfrm>
          <a:off x="0" y="0"/>
          <a:ext cx="0" cy="0"/>
          <a:chOff x="0" y="0"/>
          <a:chExt cx="0" cy="0"/>
        </a:xfrm>
      </p:grpSpPr>
      <p:sp>
        <p:nvSpPr>
          <p:cNvPr id="808" name="Google Shape;808;p54"/>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809" name="Google Shape;809;p5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10" name="Google Shape;810;p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11" name="Google Shape;811;p54"/>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812" name="Google Shape;812;p5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13" name="Google Shape;813;p54"/>
          <p:cNvPicPr preferRelativeResize="0"/>
          <p:nvPr/>
        </p:nvPicPr>
        <p:blipFill rotWithShape="1">
          <a:blip r:embed="rId2">
            <a:alphaModFix/>
          </a:blip>
          <a:srcRect b="317" l="0" r="0" t="327"/>
          <a:stretch/>
        </p:blipFill>
        <p:spPr>
          <a:xfrm>
            <a:off x="10711279" y="6313250"/>
            <a:ext cx="975362" cy="228007"/>
          </a:xfrm>
          <a:prstGeom prst="rect">
            <a:avLst/>
          </a:prstGeom>
          <a:noFill/>
          <a:ln>
            <a:noFill/>
          </a:ln>
        </p:spPr>
      </p:pic>
      <p:sp>
        <p:nvSpPr>
          <p:cNvPr id="814" name="Google Shape;814;p5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815" name="Shape 815"/>
        <p:cNvGrpSpPr/>
        <p:nvPr/>
      </p:nvGrpSpPr>
      <p:grpSpPr>
        <a:xfrm>
          <a:off x="0" y="0"/>
          <a:ext cx="0" cy="0"/>
          <a:chOff x="0" y="0"/>
          <a:chExt cx="0" cy="0"/>
        </a:xfrm>
      </p:grpSpPr>
      <p:sp>
        <p:nvSpPr>
          <p:cNvPr id="816" name="Google Shape;816;p55"/>
          <p:cNvSpPr txBox="1"/>
          <p:nvPr>
            <p:ph type="ctrTitle"/>
          </p:nvPr>
        </p:nvSpPr>
        <p:spPr>
          <a:xfrm>
            <a:off x="415611" y="992767"/>
            <a:ext cx="11360700" cy="2736900"/>
          </a:xfrm>
          <a:prstGeom prst="rect">
            <a:avLst/>
          </a:prstGeom>
        </p:spPr>
        <p:txBody>
          <a:bodyPr anchorCtr="0" anchor="b" bIns="0" lIns="0" spcFirstLastPara="1" rIns="0" wrap="square" tIns="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817" name="Google Shape;817;p55"/>
          <p:cNvSpPr txBox="1"/>
          <p:nvPr>
            <p:ph idx="1" type="subTitle"/>
          </p:nvPr>
        </p:nvSpPr>
        <p:spPr>
          <a:xfrm>
            <a:off x="415600" y="3778833"/>
            <a:ext cx="11360700" cy="10569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818" name="Google Shape;818;p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4">
  <p:cSld name="CUSTOM_4_21_1">
    <p:spTree>
      <p:nvGrpSpPr>
        <p:cNvPr id="819" name="Shape 819"/>
        <p:cNvGrpSpPr/>
        <p:nvPr/>
      </p:nvGrpSpPr>
      <p:grpSpPr>
        <a:xfrm>
          <a:off x="0" y="0"/>
          <a:ext cx="0" cy="0"/>
          <a:chOff x="0" y="0"/>
          <a:chExt cx="0" cy="0"/>
        </a:xfrm>
      </p:grpSpPr>
      <p:sp>
        <p:nvSpPr>
          <p:cNvPr id="820" name="Google Shape;820;p56"/>
          <p:cNvSpPr txBox="1"/>
          <p:nvPr>
            <p:ph type="title"/>
          </p:nvPr>
        </p:nvSpPr>
        <p:spPr>
          <a:xfrm>
            <a:off x="1752600" y="946000"/>
            <a:ext cx="8686800" cy="967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821" name="Google Shape;821;p56"/>
          <p:cNvCxnSpPr/>
          <p:nvPr/>
        </p:nvCxnSpPr>
        <p:spPr>
          <a:xfrm rot="10800000">
            <a:off x="447775" y="400"/>
            <a:ext cx="0" cy="886200"/>
          </a:xfrm>
          <a:prstGeom prst="straightConnector1">
            <a:avLst/>
          </a:prstGeom>
          <a:noFill/>
          <a:ln cap="flat" cmpd="sng" w="9525">
            <a:solidFill>
              <a:srgbClr val="EE0000"/>
            </a:solidFill>
            <a:prstDash val="solid"/>
            <a:round/>
            <a:headEnd len="med" w="med" type="none"/>
            <a:tailEnd len="med" w="med" type="none"/>
          </a:ln>
        </p:spPr>
      </p:cxnSp>
      <p:sp>
        <p:nvSpPr>
          <p:cNvPr id="822" name="Google Shape;822;p56"/>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lvl1pPr lv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23" name="Google Shape;823;p5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824" name="Google Shape;824;p56"/>
          <p:cNvPicPr preferRelativeResize="0"/>
          <p:nvPr/>
        </p:nvPicPr>
        <p:blipFill rotWithShape="1">
          <a:blip r:embed="rId2">
            <a:alphaModFix/>
          </a:blip>
          <a:srcRect b="317" l="0" r="0" t="327"/>
          <a:stretch/>
        </p:blipFill>
        <p:spPr>
          <a:xfrm>
            <a:off x="10711279" y="6313250"/>
            <a:ext cx="877826" cy="205206"/>
          </a:xfrm>
          <a:prstGeom prst="rect">
            <a:avLst/>
          </a:prstGeom>
          <a:noFill/>
          <a:ln>
            <a:noFill/>
          </a:ln>
        </p:spPr>
      </p:pic>
      <p:sp>
        <p:nvSpPr>
          <p:cNvPr id="825" name="Google Shape;825;p56"/>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p:cSld name="CUSTOM_4_2_4">
    <p:spTree>
      <p:nvGrpSpPr>
        <p:cNvPr id="826" name="Shape 826"/>
        <p:cNvGrpSpPr/>
        <p:nvPr/>
      </p:nvGrpSpPr>
      <p:grpSpPr>
        <a:xfrm>
          <a:off x="0" y="0"/>
          <a:ext cx="0" cy="0"/>
          <a:chOff x="0" y="0"/>
          <a:chExt cx="0" cy="0"/>
        </a:xfrm>
      </p:grpSpPr>
      <p:cxnSp>
        <p:nvCxnSpPr>
          <p:cNvPr id="827" name="Google Shape;827;p5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28" name="Google Shape;828;p5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29" name="Google Shape;829;p5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30" name="Google Shape;830;p5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831" name="Google Shape;831;p5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832" name="Google Shape;832;p57"/>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2000"/>
              </a:spcBef>
              <a:spcAft>
                <a:spcPts val="0"/>
              </a:spcAft>
              <a:buNone/>
              <a:defRPr/>
            </a:lvl2pPr>
            <a:lvl3pPr lvl="2">
              <a:lnSpc>
                <a:spcPct val="113000"/>
              </a:lnSpc>
              <a:spcBef>
                <a:spcPts val="2000"/>
              </a:spcBef>
              <a:spcAft>
                <a:spcPts val="0"/>
              </a:spcAft>
              <a:buNone/>
              <a:defRPr/>
            </a:lvl3pPr>
            <a:lvl4pPr lvl="3">
              <a:lnSpc>
                <a:spcPct val="113000"/>
              </a:lnSpc>
              <a:spcBef>
                <a:spcPts val="2000"/>
              </a:spcBef>
              <a:spcAft>
                <a:spcPts val="0"/>
              </a:spcAft>
              <a:buNone/>
              <a:defRPr/>
            </a:lvl4pPr>
            <a:lvl5pPr lvl="4">
              <a:lnSpc>
                <a:spcPct val="113000"/>
              </a:lnSpc>
              <a:spcBef>
                <a:spcPts val="2000"/>
              </a:spcBef>
              <a:spcAft>
                <a:spcPts val="0"/>
              </a:spcAft>
              <a:buNone/>
              <a:defRPr/>
            </a:lvl5pPr>
            <a:lvl6pPr lvl="5">
              <a:lnSpc>
                <a:spcPct val="113000"/>
              </a:lnSpc>
              <a:spcBef>
                <a:spcPts val="2000"/>
              </a:spcBef>
              <a:spcAft>
                <a:spcPts val="0"/>
              </a:spcAft>
              <a:buNone/>
              <a:defRPr/>
            </a:lvl6pPr>
            <a:lvl7pPr lvl="6">
              <a:lnSpc>
                <a:spcPct val="113000"/>
              </a:lnSpc>
              <a:spcBef>
                <a:spcPts val="2000"/>
              </a:spcBef>
              <a:spcAft>
                <a:spcPts val="0"/>
              </a:spcAft>
              <a:buNone/>
              <a:defRPr/>
            </a:lvl7pPr>
            <a:lvl8pPr lvl="7">
              <a:lnSpc>
                <a:spcPct val="113000"/>
              </a:lnSpc>
              <a:spcBef>
                <a:spcPts val="2000"/>
              </a:spcBef>
              <a:spcAft>
                <a:spcPts val="0"/>
              </a:spcAft>
              <a:buNone/>
              <a:defRPr/>
            </a:lvl8pPr>
            <a:lvl9pPr lvl="8">
              <a:lnSpc>
                <a:spcPct val="113000"/>
              </a:lnSpc>
              <a:spcBef>
                <a:spcPts val="2000"/>
              </a:spcBef>
              <a:spcAft>
                <a:spcPts val="2000"/>
              </a:spcAft>
              <a:buNone/>
              <a:defRPr/>
            </a:lvl9pPr>
          </a:lstStyle>
          <a:p/>
        </p:txBody>
      </p:sp>
      <p:sp>
        <p:nvSpPr>
          <p:cNvPr id="833" name="Google Shape;833;p57"/>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834" name="Google Shape;834;p5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835" name="Google Shape;835;p57"/>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theme" Target="../theme/theme1.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42900" lvl="0" marL="457200">
              <a:lnSpc>
                <a:spcPct val="140000"/>
              </a:lnSpc>
              <a:spcBef>
                <a:spcPts val="0"/>
              </a:spcBef>
              <a:spcAft>
                <a:spcPts val="0"/>
              </a:spcAft>
              <a:buClr>
                <a:schemeClr val="accent1"/>
              </a:buClr>
              <a:buSzPts val="1800"/>
              <a:buFont typeface="Red Hat Display"/>
              <a:buChar char="▸"/>
              <a:defRPr sz="1800">
                <a:latin typeface="Red Hat Display"/>
                <a:ea typeface="Red Hat Display"/>
                <a:cs typeface="Red Hat Display"/>
                <a:sym typeface="Red Hat Display"/>
              </a:defRPr>
            </a:lvl1pPr>
            <a:lvl2pPr indent="-342900" lvl="1" marL="914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2pPr>
            <a:lvl3pPr indent="-342900" lvl="2" marL="1371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3pPr>
            <a:lvl4pPr indent="-342900" lvl="3" marL="18288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4pPr>
            <a:lvl5pPr indent="-342900" lvl="4" marL="22860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5pPr>
            <a:lvl6pPr indent="-342900" lvl="5" marL="27432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6pPr>
            <a:lvl7pPr indent="-342900" lvl="6" marL="3200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7pPr>
            <a:lvl8pPr indent="-342900" lvl="7" marL="3657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8pPr>
            <a:lvl9pPr indent="-342900" lvl="8" marL="4114800">
              <a:lnSpc>
                <a:spcPct val="140000"/>
              </a:lnSpc>
              <a:spcBef>
                <a:spcPts val="500"/>
              </a:spcBef>
              <a:spcAft>
                <a:spcPts val="500"/>
              </a:spcAft>
              <a:buSzPts val="1800"/>
              <a:buFont typeface="Red Hat Display"/>
              <a:buChar char="･"/>
              <a:defRPr sz="1800">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image" Target="../media/image3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xml"/><Relationship Id="rId3" Type="http://schemas.openxmlformats.org/officeDocument/2006/relationships/image" Target="../media/image31.png"/><Relationship Id="rId4" Type="http://schemas.openxmlformats.org/officeDocument/2006/relationships/image" Target="../media/image32.png"/><Relationship Id="rId9"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11" Type="http://schemas.openxmlformats.org/officeDocument/2006/relationships/image" Target="../media/image39.png"/><Relationship Id="rId10" Type="http://schemas.openxmlformats.org/officeDocument/2006/relationships/image" Target="../media/image47.png"/><Relationship Id="rId13" Type="http://schemas.openxmlformats.org/officeDocument/2006/relationships/image" Target="../media/image43.png"/><Relationship Id="rId12" Type="http://schemas.openxmlformats.org/officeDocument/2006/relationships/image" Target="../media/image41.png"/><Relationship Id="rId14" Type="http://schemas.openxmlformats.org/officeDocument/2006/relationships/image" Target="../media/image4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41.png"/><Relationship Id="rId5" Type="http://schemas.openxmlformats.org/officeDocument/2006/relationships/image" Target="../media/image32.png"/><Relationship Id="rId6" Type="http://schemas.openxmlformats.org/officeDocument/2006/relationships/image" Target="../media/image4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 Id="rId3" Type="http://schemas.openxmlformats.org/officeDocument/2006/relationships/image" Target="../media/image73.png"/><Relationship Id="rId4" Type="http://schemas.openxmlformats.org/officeDocument/2006/relationships/image" Target="../media/image53.png"/><Relationship Id="rId5" Type="http://schemas.openxmlformats.org/officeDocument/2006/relationships/image" Target="../media/image5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3.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5.xml"/><Relationship Id="rId3" Type="http://schemas.openxmlformats.org/officeDocument/2006/relationships/image" Target="../media/image49.png"/><Relationship Id="rId4" Type="http://schemas.openxmlformats.org/officeDocument/2006/relationships/image" Target="../media/image51.png"/><Relationship Id="rId9" Type="http://schemas.openxmlformats.org/officeDocument/2006/relationships/image" Target="../media/image58.png"/><Relationship Id="rId5" Type="http://schemas.openxmlformats.org/officeDocument/2006/relationships/image" Target="../media/image52.png"/><Relationship Id="rId6" Type="http://schemas.openxmlformats.org/officeDocument/2006/relationships/image" Target="../media/image55.png"/><Relationship Id="rId7" Type="http://schemas.openxmlformats.org/officeDocument/2006/relationships/image" Target="../media/image54.png"/><Relationship Id="rId8" Type="http://schemas.openxmlformats.org/officeDocument/2006/relationships/image" Target="../media/image65.png"/><Relationship Id="rId20" Type="http://schemas.openxmlformats.org/officeDocument/2006/relationships/image" Target="../media/image70.png"/><Relationship Id="rId22" Type="http://schemas.openxmlformats.org/officeDocument/2006/relationships/image" Target="../media/image74.png"/><Relationship Id="rId21" Type="http://schemas.openxmlformats.org/officeDocument/2006/relationships/image" Target="../media/image72.png"/><Relationship Id="rId23" Type="http://schemas.openxmlformats.org/officeDocument/2006/relationships/image" Target="../media/image71.png"/><Relationship Id="rId11" Type="http://schemas.openxmlformats.org/officeDocument/2006/relationships/image" Target="../media/image60.png"/><Relationship Id="rId10" Type="http://schemas.openxmlformats.org/officeDocument/2006/relationships/image" Target="../media/image59.png"/><Relationship Id="rId13" Type="http://schemas.openxmlformats.org/officeDocument/2006/relationships/image" Target="../media/image61.png"/><Relationship Id="rId12" Type="http://schemas.openxmlformats.org/officeDocument/2006/relationships/image" Target="../media/image63.jpg"/><Relationship Id="rId15" Type="http://schemas.openxmlformats.org/officeDocument/2006/relationships/image" Target="../media/image64.png"/><Relationship Id="rId14" Type="http://schemas.openxmlformats.org/officeDocument/2006/relationships/image" Target="../media/image62.png"/><Relationship Id="rId17" Type="http://schemas.openxmlformats.org/officeDocument/2006/relationships/image" Target="../media/image67.png"/><Relationship Id="rId16" Type="http://schemas.openxmlformats.org/officeDocument/2006/relationships/image" Target="../media/image68.png"/><Relationship Id="rId19" Type="http://schemas.openxmlformats.org/officeDocument/2006/relationships/image" Target="../media/image69.png"/><Relationship Id="rId18" Type="http://schemas.openxmlformats.org/officeDocument/2006/relationships/image" Target="../media/image6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9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8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7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7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 Id="rId3" Type="http://schemas.openxmlformats.org/officeDocument/2006/relationships/image" Target="../media/image9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8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8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 Id="rId3" Type="http://schemas.openxmlformats.org/officeDocument/2006/relationships/image" Target="../media/image7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 Id="rId3" Type="http://schemas.openxmlformats.org/officeDocument/2006/relationships/image" Target="../media/image8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 Id="rId3" Type="http://schemas.openxmlformats.org/officeDocument/2006/relationships/image" Target="../media/image8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 Id="rId3" Type="http://schemas.openxmlformats.org/officeDocument/2006/relationships/image" Target="../media/image8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8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 Id="rId3" Type="http://schemas.openxmlformats.org/officeDocument/2006/relationships/image" Target="../media/image9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2.xml"/><Relationship Id="rId3" Type="http://schemas.openxmlformats.org/officeDocument/2006/relationships/hyperlink" Target="mailto:mtenheuv@redhat.com" TargetMode="External"/><Relationship Id="rId4" Type="http://schemas.openxmlformats.org/officeDocument/2006/relationships/hyperlink" Target="mailto:parmstro@redhat.com" TargetMode="External"/><Relationship Id="rId5" Type="http://schemas.openxmlformats.org/officeDocument/2006/relationships/hyperlink" Target="mailto:msavage@redhat.com" TargetMode="External"/><Relationship Id="rId6" Type="http://schemas.openxmlformats.org/officeDocument/2006/relationships/hyperlink" Target="mailto:jyoung@redhat.com" TargetMode="External"/><Relationship Id="rId7" Type="http://schemas.openxmlformats.org/officeDocument/2006/relationships/hyperlink" Target="mailto:jdijkstr@redhat.com" TargetMode="External"/><Relationship Id="rId8" Type="http://schemas.openxmlformats.org/officeDocument/2006/relationships/hyperlink" Target="https://docs.google.com/presentation/u/0/d/10ptTnn-j9Ct83E3zzLqFOWFuN5K3fPiamXowzoRPP5I/edi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 Id="rId3" Type="http://schemas.openxmlformats.org/officeDocument/2006/relationships/image" Target="../media/image13.png"/><Relationship Id="rId4" Type="http://schemas.openxmlformats.org/officeDocument/2006/relationships/hyperlink" Target="https://docs.google.com/presentation/d/1DRT4G3i2f1xFbZZzWbuzJAiOm3vy38g02lXYk2zpCvc/edit#slide=id.g13ad3cdd9cf_1_76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pic>
        <p:nvPicPr>
          <p:cNvPr id="840" name="Google Shape;840;p58"/>
          <p:cNvPicPr preferRelativeResize="0"/>
          <p:nvPr/>
        </p:nvPicPr>
        <p:blipFill>
          <a:blip r:embed="rId3">
            <a:alphaModFix/>
          </a:blip>
          <a:stretch>
            <a:fillRect/>
          </a:stretch>
        </p:blipFill>
        <p:spPr>
          <a:xfrm>
            <a:off x="0" y="0"/>
            <a:ext cx="12192005"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5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46" name="Google Shape;846;p59"/>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Red Hat Infrastructure Standard </a:t>
            </a:r>
            <a:endParaRPr/>
          </a:p>
          <a:p>
            <a:pPr indent="0" lvl="0" marL="0" rtl="0" algn="l">
              <a:spcBef>
                <a:spcPts val="0"/>
              </a:spcBef>
              <a:spcAft>
                <a:spcPts val="0"/>
              </a:spcAft>
              <a:buNone/>
            </a:pPr>
            <a:r>
              <a:rPr lang="en"/>
              <a:t>Adoption Model</a:t>
            </a:r>
            <a:endParaRPr/>
          </a:p>
        </p:txBody>
      </p:sp>
      <p:sp>
        <p:nvSpPr>
          <p:cNvPr id="847" name="Google Shape;847;p59"/>
          <p:cNvSpPr txBox="1"/>
          <p:nvPr>
            <p:ph type="title"/>
          </p:nvPr>
        </p:nvSpPr>
        <p:spPr>
          <a:xfrm>
            <a:off x="2083875" y="1743625"/>
            <a:ext cx="7533300" cy="1600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Our journey</a:t>
            </a:r>
            <a:endParaRPr/>
          </a:p>
        </p:txBody>
      </p:sp>
      <p:sp>
        <p:nvSpPr>
          <p:cNvPr id="848" name="Google Shape;848;p59"/>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9" name="Google Shape;849;p59"/>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60"/>
          <p:cNvSpPr txBox="1"/>
          <p:nvPr>
            <p:ph type="title"/>
          </p:nvPr>
        </p:nvSpPr>
        <p:spPr>
          <a:xfrm>
            <a:off x="1752600" y="8698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Adopt Red Hat Infrastructure the right way!</a:t>
            </a:r>
            <a:endParaRPr b="1">
              <a:latin typeface="Red Hat Display"/>
              <a:ea typeface="Red Hat Display"/>
              <a:cs typeface="Red Hat Display"/>
              <a:sym typeface="Red Hat Display"/>
            </a:endParaRPr>
          </a:p>
        </p:txBody>
      </p:sp>
      <p:sp>
        <p:nvSpPr>
          <p:cNvPr id="855" name="Google Shape;855;p6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1000"/>
              <a:t>Red Hat Infrastructure Standard Adoption Model</a:t>
            </a:r>
            <a:endParaRPr sz="1000"/>
          </a:p>
        </p:txBody>
      </p:sp>
      <p:sp>
        <p:nvSpPr>
          <p:cNvPr id="856" name="Google Shape;856;p60"/>
          <p:cNvSpPr txBox="1"/>
          <p:nvPr/>
        </p:nvSpPr>
        <p:spPr>
          <a:xfrm>
            <a:off x="694871" y="1202828"/>
            <a:ext cx="11035500" cy="4383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chemeClr val="dk1"/>
              </a:buClr>
              <a:buSzPts val="1500"/>
              <a:buFont typeface="Arial"/>
              <a:buNone/>
            </a:pPr>
            <a:r>
              <a:rPr lang="en" sz="1900">
                <a:solidFill>
                  <a:schemeClr val="dk1"/>
                </a:solidFill>
                <a:latin typeface="Red Hat Display"/>
                <a:ea typeface="Red Hat Display"/>
                <a:cs typeface="Red Hat Display"/>
                <a:sym typeface="Red Hat Display"/>
              </a:rPr>
              <a:t>Standardise intelligently and automate to enable responsive IT</a:t>
            </a:r>
            <a:endParaRPr sz="19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latin typeface="Red Hat Display"/>
              <a:ea typeface="Red Hat Display"/>
              <a:cs typeface="Red Hat Display"/>
              <a:sym typeface="Red Hat Display"/>
            </a:endParaRPr>
          </a:p>
        </p:txBody>
      </p:sp>
      <p:sp>
        <p:nvSpPr>
          <p:cNvPr id="857" name="Google Shape;857;p60"/>
          <p:cNvSpPr/>
          <p:nvPr/>
        </p:nvSpPr>
        <p:spPr>
          <a:xfrm>
            <a:off x="3158872" y="2096325"/>
            <a:ext cx="284100" cy="875700"/>
          </a:xfrm>
          <a:prstGeom prst="leftBrace">
            <a:avLst>
              <a:gd fmla="val 8333" name="adj1"/>
              <a:gd fmla="val 50000" name="adj2"/>
            </a:avLst>
          </a:prstGeom>
          <a:noFill/>
          <a:ln cap="flat" cmpd="sng" w="3810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id="858" name="Google Shape;858;p60"/>
          <p:cNvPicPr preferRelativeResize="0"/>
          <p:nvPr/>
        </p:nvPicPr>
        <p:blipFill rotWithShape="1">
          <a:blip r:embed="rId3">
            <a:alphaModFix/>
          </a:blip>
          <a:srcRect b="738" l="0" r="0" t="738"/>
          <a:stretch/>
        </p:blipFill>
        <p:spPr>
          <a:xfrm>
            <a:off x="7241173" y="4872253"/>
            <a:ext cx="920466" cy="920493"/>
          </a:xfrm>
          <a:prstGeom prst="rect">
            <a:avLst/>
          </a:prstGeom>
          <a:noFill/>
          <a:ln>
            <a:noFill/>
          </a:ln>
        </p:spPr>
      </p:pic>
      <p:graphicFrame>
        <p:nvGraphicFramePr>
          <p:cNvPr id="859" name="Google Shape;859;p60"/>
          <p:cNvGraphicFramePr/>
          <p:nvPr/>
        </p:nvGraphicFramePr>
        <p:xfrm>
          <a:off x="636334" y="2914633"/>
          <a:ext cx="3000000" cy="3000000"/>
        </p:xfrm>
        <a:graphic>
          <a:graphicData uri="http://schemas.openxmlformats.org/drawingml/2006/table">
            <a:tbl>
              <a:tblPr>
                <a:noFill/>
                <a:tableStyleId>{0337BD1C-9CC0-4670-8B4C-33C3BDC5342D}</a:tableStyleId>
              </a:tblPr>
              <a:tblGrid>
                <a:gridCol w="2212725"/>
                <a:gridCol w="1096325"/>
                <a:gridCol w="2503800"/>
                <a:gridCol w="2503800"/>
                <a:gridCol w="2447275"/>
              </a:tblGrid>
              <a:tr h="713100">
                <a:tc>
                  <a:txBody>
                    <a:bodyPr/>
                    <a:lstStyle/>
                    <a:p>
                      <a:pPr indent="0" lvl="0" marL="0" rtl="0" algn="ctr">
                        <a:spcBef>
                          <a:spcPts val="0"/>
                        </a:spcBef>
                        <a:spcAft>
                          <a:spcPts val="0"/>
                        </a:spcAft>
                        <a:buClr>
                          <a:schemeClr val="dk1"/>
                        </a:buClr>
                        <a:buSzPts val="1500"/>
                        <a:buFont typeface="Arial"/>
                        <a:buNone/>
                      </a:pPr>
                      <a:r>
                        <a:rPr lang="en" sz="1500">
                          <a:solidFill>
                            <a:schemeClr val="dk1"/>
                          </a:solidFill>
                          <a:latin typeface="Red Hat Display"/>
                          <a:ea typeface="Red Hat Display"/>
                          <a:cs typeface="Red Hat Display"/>
                          <a:sym typeface="Red Hat Display"/>
                        </a:rPr>
                        <a:t>Fragmented </a:t>
                      </a:r>
                      <a:br>
                        <a:rPr lang="en" sz="1500">
                          <a:solidFill>
                            <a:schemeClr val="dk1"/>
                          </a:solidFill>
                          <a:latin typeface="Red Hat Display"/>
                          <a:ea typeface="Red Hat Display"/>
                          <a:cs typeface="Red Hat Display"/>
                          <a:sym typeface="Red Hat Display"/>
                        </a:rPr>
                      </a:br>
                      <a:r>
                        <a:rPr lang="en" sz="1500">
                          <a:solidFill>
                            <a:schemeClr val="dk1"/>
                          </a:solidFill>
                          <a:latin typeface="Red Hat Display"/>
                          <a:ea typeface="Red Hat Display"/>
                          <a:cs typeface="Red Hat Display"/>
                          <a:sym typeface="Red Hat Display"/>
                        </a:rPr>
                        <a:t>‘approach’</a:t>
                      </a:r>
                      <a:endParaRPr sz="15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900"/>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300">
                          <a:solidFill>
                            <a:schemeClr val="dk1"/>
                          </a:solidFill>
                          <a:latin typeface="Red Hat Display"/>
                          <a:ea typeface="Red Hat Display"/>
                          <a:cs typeface="Red Hat Display"/>
                          <a:sym typeface="Red Hat Display"/>
                        </a:rPr>
                        <a:t>Snowflakes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Tool-du-jour</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Manual, error-prone</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Documentation gaps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Tribal knowledge</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Silos of expertise</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Legacy deployments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Technical debt</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Static images</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860" name="Google Shape;860;p60"/>
          <p:cNvSpPr txBox="1"/>
          <p:nvPr/>
        </p:nvSpPr>
        <p:spPr>
          <a:xfrm>
            <a:off x="530926" y="3758575"/>
            <a:ext cx="2451900" cy="6477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Red Hat Display"/>
                <a:ea typeface="Red Hat Display"/>
                <a:cs typeface="Red Hat Display"/>
                <a:sym typeface="Red Hat Display"/>
              </a:rPr>
              <a:t>Standard Operating Environment</a:t>
            </a:r>
            <a:endParaRPr sz="1600"/>
          </a:p>
        </p:txBody>
      </p:sp>
      <p:grpSp>
        <p:nvGrpSpPr>
          <p:cNvPr id="861" name="Google Shape;861;p60"/>
          <p:cNvGrpSpPr/>
          <p:nvPr/>
        </p:nvGrpSpPr>
        <p:grpSpPr>
          <a:xfrm>
            <a:off x="4563304" y="3844537"/>
            <a:ext cx="1219170" cy="816380"/>
            <a:chOff x="3400425" y="2883475"/>
            <a:chExt cx="914400" cy="612300"/>
          </a:xfrm>
        </p:grpSpPr>
        <p:sp>
          <p:nvSpPr>
            <p:cNvPr id="862" name="Google Shape;862;p60"/>
            <p:cNvSpPr/>
            <p:nvPr/>
          </p:nvSpPr>
          <p:spPr>
            <a:xfrm>
              <a:off x="340042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Clr>
                  <a:schemeClr val="dk1"/>
                </a:buClr>
                <a:buSzPts val="1500"/>
                <a:buFont typeface="Arial"/>
                <a:buNone/>
              </a:pPr>
              <a:r>
                <a:rPr b="1" lang="en" sz="1500">
                  <a:solidFill>
                    <a:schemeClr val="dk1"/>
                  </a:solidFill>
                  <a:latin typeface="Red Hat Display"/>
                  <a:ea typeface="Red Hat Display"/>
                  <a:cs typeface="Red Hat Display"/>
                  <a:sym typeface="Red Hat Display"/>
                </a:rPr>
                <a:t>Standardize</a:t>
              </a:r>
              <a:endParaRPr sz="1900"/>
            </a:p>
          </p:txBody>
        </p:sp>
        <p:sp>
          <p:nvSpPr>
            <p:cNvPr id="863" name="Google Shape;863;p60"/>
            <p:cNvSpPr/>
            <p:nvPr/>
          </p:nvSpPr>
          <p:spPr>
            <a:xfrm rot="10800000">
              <a:off x="3616885" y="3292357"/>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grpSp>
        <p:nvGrpSpPr>
          <p:cNvPr id="864" name="Google Shape;864;p60"/>
          <p:cNvGrpSpPr/>
          <p:nvPr/>
        </p:nvGrpSpPr>
        <p:grpSpPr>
          <a:xfrm>
            <a:off x="7091629" y="3844537"/>
            <a:ext cx="1219170" cy="816380"/>
            <a:chOff x="5311475" y="2883475"/>
            <a:chExt cx="914400" cy="612300"/>
          </a:xfrm>
        </p:grpSpPr>
        <p:sp>
          <p:nvSpPr>
            <p:cNvPr id="865" name="Google Shape;865;p60"/>
            <p:cNvSpPr/>
            <p:nvPr/>
          </p:nvSpPr>
          <p:spPr>
            <a:xfrm>
              <a:off x="531147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None/>
              </a:pPr>
              <a:r>
                <a:rPr b="1" lang="en" sz="1500">
                  <a:solidFill>
                    <a:schemeClr val="dk1"/>
                  </a:solidFill>
                  <a:latin typeface="Red Hat Display"/>
                  <a:ea typeface="Red Hat Display"/>
                  <a:cs typeface="Red Hat Display"/>
                  <a:sym typeface="Red Hat Display"/>
                </a:rPr>
                <a:t>Automate</a:t>
              </a:r>
              <a:endParaRPr sz="1900"/>
            </a:p>
          </p:txBody>
        </p:sp>
        <p:sp>
          <p:nvSpPr>
            <p:cNvPr id="866" name="Google Shape;866;p60"/>
            <p:cNvSpPr/>
            <p:nvPr/>
          </p:nvSpPr>
          <p:spPr>
            <a:xfrm rot="10800000">
              <a:off x="5521885" y="3297120"/>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grpSp>
        <p:nvGrpSpPr>
          <p:cNvPr id="867" name="Google Shape;867;p60"/>
          <p:cNvGrpSpPr/>
          <p:nvPr/>
        </p:nvGrpSpPr>
        <p:grpSpPr>
          <a:xfrm>
            <a:off x="9567715" y="3844537"/>
            <a:ext cx="1219170" cy="816380"/>
            <a:chOff x="7190725" y="2883475"/>
            <a:chExt cx="914400" cy="612300"/>
          </a:xfrm>
        </p:grpSpPr>
        <p:sp>
          <p:nvSpPr>
            <p:cNvPr id="868" name="Google Shape;868;p60"/>
            <p:cNvSpPr/>
            <p:nvPr/>
          </p:nvSpPr>
          <p:spPr>
            <a:xfrm>
              <a:off x="719072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None/>
              </a:pPr>
              <a:r>
                <a:rPr b="1" lang="en" sz="1500">
                  <a:solidFill>
                    <a:schemeClr val="dk1"/>
                  </a:solidFill>
                  <a:latin typeface="Red Hat Display"/>
                  <a:ea typeface="Red Hat Display"/>
                  <a:cs typeface="Red Hat Display"/>
                  <a:sym typeface="Red Hat Display"/>
                </a:rPr>
                <a:t>Iterate</a:t>
              </a:r>
              <a:endParaRPr sz="1900"/>
            </a:p>
          </p:txBody>
        </p:sp>
        <p:sp>
          <p:nvSpPr>
            <p:cNvPr id="869" name="Google Shape;869;p60"/>
            <p:cNvSpPr/>
            <p:nvPr/>
          </p:nvSpPr>
          <p:spPr>
            <a:xfrm rot="10800000">
              <a:off x="7417360" y="3297120"/>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sp>
        <p:nvSpPr>
          <p:cNvPr id="870" name="Google Shape;870;p6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71" name="Google Shape;871;p60"/>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872" name="Google Shape;872;p60"/>
          <p:cNvGrpSpPr/>
          <p:nvPr/>
        </p:nvGrpSpPr>
        <p:grpSpPr>
          <a:xfrm>
            <a:off x="1337146" y="2132660"/>
            <a:ext cx="810391" cy="805745"/>
            <a:chOff x="1299517" y="2010363"/>
            <a:chExt cx="810391" cy="805745"/>
          </a:xfrm>
        </p:grpSpPr>
        <p:pic>
          <p:nvPicPr>
            <p:cNvPr id="873" name="Google Shape;873;p60"/>
            <p:cNvPicPr preferRelativeResize="0"/>
            <p:nvPr/>
          </p:nvPicPr>
          <p:blipFill rotWithShape="1">
            <a:blip r:embed="rId4">
              <a:alphaModFix/>
            </a:blip>
            <a:srcRect b="9001" l="10213" r="8854" t="9392"/>
            <a:stretch/>
          </p:blipFill>
          <p:spPr>
            <a:xfrm>
              <a:off x="1881307" y="2010363"/>
              <a:ext cx="228600" cy="228600"/>
            </a:xfrm>
            <a:prstGeom prst="rect">
              <a:avLst/>
            </a:prstGeom>
            <a:noFill/>
            <a:ln cap="flat" cmpd="sng" w="19050">
              <a:solidFill>
                <a:schemeClr val="accent1"/>
              </a:solidFill>
              <a:prstDash val="solid"/>
              <a:round/>
              <a:headEnd len="sm" w="sm" type="none"/>
              <a:tailEnd len="sm" w="sm" type="none"/>
            </a:ln>
          </p:spPr>
        </p:pic>
        <p:pic>
          <p:nvPicPr>
            <p:cNvPr id="874" name="Google Shape;874;p60"/>
            <p:cNvPicPr preferRelativeResize="0"/>
            <p:nvPr/>
          </p:nvPicPr>
          <p:blipFill rotWithShape="1">
            <a:blip r:embed="rId5">
              <a:alphaModFix/>
            </a:blip>
            <a:srcRect b="9106" l="10266" r="10330" t="9513"/>
            <a:stretch/>
          </p:blipFill>
          <p:spPr>
            <a:xfrm>
              <a:off x="1594496" y="2010364"/>
              <a:ext cx="228600" cy="228600"/>
            </a:xfrm>
            <a:prstGeom prst="rect">
              <a:avLst/>
            </a:prstGeom>
            <a:noFill/>
            <a:ln cap="flat" cmpd="sng" w="19050">
              <a:solidFill>
                <a:schemeClr val="accent1"/>
              </a:solidFill>
              <a:prstDash val="solid"/>
              <a:round/>
              <a:headEnd len="sm" w="sm" type="none"/>
              <a:tailEnd len="sm" w="sm" type="none"/>
            </a:ln>
          </p:spPr>
        </p:pic>
        <p:pic>
          <p:nvPicPr>
            <p:cNvPr id="875" name="Google Shape;875;p60"/>
            <p:cNvPicPr preferRelativeResize="0"/>
            <p:nvPr/>
          </p:nvPicPr>
          <p:blipFill rotWithShape="1">
            <a:blip r:embed="rId6">
              <a:alphaModFix/>
            </a:blip>
            <a:srcRect b="10610" l="10325" r="10062" t="10325"/>
            <a:stretch/>
          </p:blipFill>
          <p:spPr>
            <a:xfrm>
              <a:off x="1299517" y="2010364"/>
              <a:ext cx="228600" cy="228600"/>
            </a:xfrm>
            <a:prstGeom prst="rect">
              <a:avLst/>
            </a:prstGeom>
            <a:noFill/>
            <a:ln cap="flat" cmpd="sng" w="19050">
              <a:solidFill>
                <a:schemeClr val="dk1"/>
              </a:solidFill>
              <a:prstDash val="solid"/>
              <a:round/>
              <a:headEnd len="sm" w="sm" type="none"/>
              <a:tailEnd len="sm" w="sm" type="none"/>
            </a:ln>
          </p:spPr>
        </p:pic>
        <p:pic>
          <p:nvPicPr>
            <p:cNvPr id="876" name="Google Shape;876;p60"/>
            <p:cNvPicPr preferRelativeResize="0"/>
            <p:nvPr/>
          </p:nvPicPr>
          <p:blipFill rotWithShape="1">
            <a:blip r:embed="rId4">
              <a:alphaModFix/>
            </a:blip>
            <a:srcRect b="9001" l="10213" r="8854" t="9392"/>
            <a:stretch/>
          </p:blipFill>
          <p:spPr>
            <a:xfrm>
              <a:off x="1881307" y="2297289"/>
              <a:ext cx="228600" cy="228600"/>
            </a:xfrm>
            <a:prstGeom prst="rect">
              <a:avLst/>
            </a:prstGeom>
            <a:noFill/>
            <a:ln cap="flat" cmpd="sng" w="19050">
              <a:solidFill>
                <a:schemeClr val="accent1"/>
              </a:solidFill>
              <a:prstDash val="solid"/>
              <a:round/>
              <a:headEnd len="sm" w="sm" type="none"/>
              <a:tailEnd len="sm" w="sm" type="none"/>
            </a:ln>
          </p:spPr>
        </p:pic>
        <p:pic>
          <p:nvPicPr>
            <p:cNvPr id="877" name="Google Shape;877;p60"/>
            <p:cNvPicPr preferRelativeResize="0"/>
            <p:nvPr/>
          </p:nvPicPr>
          <p:blipFill rotWithShape="1">
            <a:blip r:embed="rId5">
              <a:alphaModFix/>
            </a:blip>
            <a:srcRect b="9106" l="10266" r="10330" t="9513"/>
            <a:stretch/>
          </p:blipFill>
          <p:spPr>
            <a:xfrm>
              <a:off x="1299517" y="2297290"/>
              <a:ext cx="228600" cy="228600"/>
            </a:xfrm>
            <a:prstGeom prst="rect">
              <a:avLst/>
            </a:prstGeom>
            <a:noFill/>
            <a:ln cap="flat" cmpd="sng" w="19050">
              <a:solidFill>
                <a:schemeClr val="accent1"/>
              </a:solidFill>
              <a:prstDash val="solid"/>
              <a:round/>
              <a:headEnd len="sm" w="sm" type="none"/>
              <a:tailEnd len="sm" w="sm" type="none"/>
            </a:ln>
          </p:spPr>
        </p:pic>
        <p:pic>
          <p:nvPicPr>
            <p:cNvPr id="878" name="Google Shape;878;p60"/>
            <p:cNvPicPr preferRelativeResize="0"/>
            <p:nvPr/>
          </p:nvPicPr>
          <p:blipFill rotWithShape="1">
            <a:blip r:embed="rId6">
              <a:alphaModFix/>
            </a:blip>
            <a:srcRect b="10610" l="10325" r="10062" t="10325"/>
            <a:stretch/>
          </p:blipFill>
          <p:spPr>
            <a:xfrm>
              <a:off x="1594496" y="2297290"/>
              <a:ext cx="228600" cy="228600"/>
            </a:xfrm>
            <a:prstGeom prst="rect">
              <a:avLst/>
            </a:prstGeom>
            <a:noFill/>
            <a:ln cap="flat" cmpd="sng" w="19050">
              <a:solidFill>
                <a:schemeClr val="dk1"/>
              </a:solidFill>
              <a:prstDash val="solid"/>
              <a:round/>
              <a:headEnd len="sm" w="sm" type="none"/>
              <a:tailEnd len="sm" w="sm" type="none"/>
            </a:ln>
          </p:spPr>
        </p:pic>
        <p:pic>
          <p:nvPicPr>
            <p:cNvPr id="879" name="Google Shape;879;p60"/>
            <p:cNvPicPr preferRelativeResize="0"/>
            <p:nvPr/>
          </p:nvPicPr>
          <p:blipFill rotWithShape="1">
            <a:blip r:embed="rId4">
              <a:alphaModFix/>
            </a:blip>
            <a:srcRect b="9001" l="10213" r="8854" t="9392"/>
            <a:stretch/>
          </p:blipFill>
          <p:spPr>
            <a:xfrm>
              <a:off x="1299517" y="2587508"/>
              <a:ext cx="228600" cy="228600"/>
            </a:xfrm>
            <a:prstGeom prst="rect">
              <a:avLst/>
            </a:prstGeom>
            <a:noFill/>
            <a:ln cap="flat" cmpd="sng" w="19050">
              <a:solidFill>
                <a:schemeClr val="accent1"/>
              </a:solidFill>
              <a:prstDash val="solid"/>
              <a:round/>
              <a:headEnd len="sm" w="sm" type="none"/>
              <a:tailEnd len="sm" w="sm" type="none"/>
            </a:ln>
          </p:spPr>
        </p:pic>
        <p:pic>
          <p:nvPicPr>
            <p:cNvPr id="880" name="Google Shape;880;p60"/>
            <p:cNvPicPr preferRelativeResize="0"/>
            <p:nvPr/>
          </p:nvPicPr>
          <p:blipFill rotWithShape="1">
            <a:blip r:embed="rId5">
              <a:alphaModFix/>
            </a:blip>
            <a:srcRect b="9106" l="10266" r="10330" t="9513"/>
            <a:stretch/>
          </p:blipFill>
          <p:spPr>
            <a:xfrm>
              <a:off x="1881307" y="2587508"/>
              <a:ext cx="228600" cy="228600"/>
            </a:xfrm>
            <a:prstGeom prst="rect">
              <a:avLst/>
            </a:prstGeom>
            <a:noFill/>
            <a:ln cap="flat" cmpd="sng" w="19050">
              <a:solidFill>
                <a:schemeClr val="accent1"/>
              </a:solidFill>
              <a:prstDash val="solid"/>
              <a:round/>
              <a:headEnd len="sm" w="sm" type="none"/>
              <a:tailEnd len="sm" w="sm" type="none"/>
            </a:ln>
          </p:spPr>
        </p:pic>
        <p:pic>
          <p:nvPicPr>
            <p:cNvPr id="881" name="Google Shape;881;p60"/>
            <p:cNvPicPr preferRelativeResize="0"/>
            <p:nvPr/>
          </p:nvPicPr>
          <p:blipFill rotWithShape="1">
            <a:blip r:embed="rId6">
              <a:alphaModFix/>
            </a:blip>
            <a:srcRect b="10610" l="10325" r="10062" t="10325"/>
            <a:stretch/>
          </p:blipFill>
          <p:spPr>
            <a:xfrm>
              <a:off x="1594496" y="2587508"/>
              <a:ext cx="228600" cy="228600"/>
            </a:xfrm>
            <a:prstGeom prst="rect">
              <a:avLst/>
            </a:prstGeom>
            <a:noFill/>
            <a:ln cap="flat" cmpd="sng" w="19050">
              <a:solidFill>
                <a:schemeClr val="dk1"/>
              </a:solidFill>
              <a:prstDash val="solid"/>
              <a:round/>
              <a:headEnd len="sm" w="sm" type="none"/>
              <a:tailEnd len="sm" w="sm" type="none"/>
            </a:ln>
          </p:spPr>
        </p:pic>
      </p:grpSp>
      <p:sp>
        <p:nvSpPr>
          <p:cNvPr id="882" name="Google Shape;882;p60"/>
          <p:cNvSpPr/>
          <p:nvPr/>
        </p:nvSpPr>
        <p:spPr>
          <a:xfrm>
            <a:off x="3158872" y="4858340"/>
            <a:ext cx="284100" cy="875700"/>
          </a:xfrm>
          <a:prstGeom prst="leftBrace">
            <a:avLst>
              <a:gd fmla="val 8333" name="adj1"/>
              <a:gd fmla="val 50000" name="adj2"/>
            </a:avLst>
          </a:prstGeom>
          <a:noFill/>
          <a:ln cap="flat" cmpd="sng" w="3810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883" name="Google Shape;883;p60"/>
          <p:cNvGrpSpPr/>
          <p:nvPr/>
        </p:nvGrpSpPr>
        <p:grpSpPr>
          <a:xfrm>
            <a:off x="4510363" y="1993271"/>
            <a:ext cx="1458811" cy="1081303"/>
            <a:chOff x="4510363" y="2145671"/>
            <a:chExt cx="1458811" cy="1081303"/>
          </a:xfrm>
        </p:grpSpPr>
        <p:pic>
          <p:nvPicPr>
            <p:cNvPr id="884" name="Google Shape;884;p60"/>
            <p:cNvPicPr preferRelativeResize="0"/>
            <p:nvPr/>
          </p:nvPicPr>
          <p:blipFill>
            <a:blip r:embed="rId7">
              <a:alphaModFix/>
            </a:blip>
            <a:stretch>
              <a:fillRect/>
            </a:stretch>
          </p:blipFill>
          <p:spPr>
            <a:xfrm>
              <a:off x="4510363" y="2145671"/>
              <a:ext cx="437087" cy="438300"/>
            </a:xfrm>
            <a:prstGeom prst="rect">
              <a:avLst/>
            </a:prstGeom>
            <a:noFill/>
            <a:ln>
              <a:noFill/>
            </a:ln>
          </p:spPr>
        </p:pic>
        <p:pic>
          <p:nvPicPr>
            <p:cNvPr id="885" name="Google Shape;885;p60"/>
            <p:cNvPicPr preferRelativeResize="0"/>
            <p:nvPr/>
          </p:nvPicPr>
          <p:blipFill>
            <a:blip r:embed="rId7">
              <a:alphaModFix/>
            </a:blip>
            <a:stretch>
              <a:fillRect/>
            </a:stretch>
          </p:blipFill>
          <p:spPr>
            <a:xfrm rot="5400000">
              <a:off x="4815484" y="2145336"/>
              <a:ext cx="671850" cy="673725"/>
            </a:xfrm>
            <a:prstGeom prst="rect">
              <a:avLst/>
            </a:prstGeom>
            <a:noFill/>
            <a:ln>
              <a:noFill/>
            </a:ln>
          </p:spPr>
        </p:pic>
        <p:pic>
          <p:nvPicPr>
            <p:cNvPr id="886" name="Google Shape;886;p60"/>
            <p:cNvPicPr preferRelativeResize="0"/>
            <p:nvPr/>
          </p:nvPicPr>
          <p:blipFill>
            <a:blip r:embed="rId8">
              <a:alphaModFix/>
            </a:blip>
            <a:stretch>
              <a:fillRect/>
            </a:stretch>
          </p:blipFill>
          <p:spPr>
            <a:xfrm>
              <a:off x="4607300" y="2473700"/>
              <a:ext cx="498325" cy="498325"/>
            </a:xfrm>
            <a:prstGeom prst="rect">
              <a:avLst/>
            </a:prstGeom>
            <a:noFill/>
            <a:ln>
              <a:noFill/>
            </a:ln>
          </p:spPr>
        </p:pic>
        <p:pic>
          <p:nvPicPr>
            <p:cNvPr id="887" name="Google Shape;887;p60"/>
            <p:cNvPicPr preferRelativeResize="0"/>
            <p:nvPr/>
          </p:nvPicPr>
          <p:blipFill>
            <a:blip r:embed="rId8">
              <a:alphaModFix/>
            </a:blip>
            <a:stretch>
              <a:fillRect/>
            </a:stretch>
          </p:blipFill>
          <p:spPr>
            <a:xfrm rot="2217493">
              <a:off x="5160601" y="2418402"/>
              <a:ext cx="673724" cy="673724"/>
            </a:xfrm>
            <a:prstGeom prst="rect">
              <a:avLst/>
            </a:prstGeom>
            <a:noFill/>
            <a:ln>
              <a:noFill/>
            </a:ln>
          </p:spPr>
        </p:pic>
      </p:grpSp>
      <p:grpSp>
        <p:nvGrpSpPr>
          <p:cNvPr id="888" name="Google Shape;888;p60"/>
          <p:cNvGrpSpPr/>
          <p:nvPr/>
        </p:nvGrpSpPr>
        <p:grpSpPr>
          <a:xfrm>
            <a:off x="4477522" y="4601012"/>
            <a:ext cx="1434371" cy="1410161"/>
            <a:chOff x="5068473" y="4835102"/>
            <a:chExt cx="801952" cy="803099"/>
          </a:xfrm>
        </p:grpSpPr>
        <p:pic>
          <p:nvPicPr>
            <p:cNvPr id="889" name="Google Shape;889;p60"/>
            <p:cNvPicPr preferRelativeResize="0"/>
            <p:nvPr/>
          </p:nvPicPr>
          <p:blipFill>
            <a:blip r:embed="rId9">
              <a:alphaModFix/>
            </a:blip>
            <a:stretch>
              <a:fillRect/>
            </a:stretch>
          </p:blipFill>
          <p:spPr>
            <a:xfrm rot="-5400000">
              <a:off x="5095445" y="4835102"/>
              <a:ext cx="498325" cy="498325"/>
            </a:xfrm>
            <a:prstGeom prst="rect">
              <a:avLst/>
            </a:prstGeom>
            <a:noFill/>
            <a:ln>
              <a:noFill/>
            </a:ln>
          </p:spPr>
        </p:pic>
        <p:pic>
          <p:nvPicPr>
            <p:cNvPr id="890" name="Google Shape;890;p60"/>
            <p:cNvPicPr preferRelativeResize="0"/>
            <p:nvPr/>
          </p:nvPicPr>
          <p:blipFill>
            <a:blip r:embed="rId10">
              <a:alphaModFix/>
            </a:blip>
            <a:stretch>
              <a:fillRect/>
            </a:stretch>
          </p:blipFill>
          <p:spPr>
            <a:xfrm>
              <a:off x="5372100" y="4863516"/>
              <a:ext cx="498325" cy="498325"/>
            </a:xfrm>
            <a:prstGeom prst="rect">
              <a:avLst/>
            </a:prstGeom>
            <a:noFill/>
            <a:ln>
              <a:noFill/>
            </a:ln>
          </p:spPr>
        </p:pic>
        <p:pic>
          <p:nvPicPr>
            <p:cNvPr id="891" name="Google Shape;891;p60"/>
            <p:cNvPicPr preferRelativeResize="0"/>
            <p:nvPr/>
          </p:nvPicPr>
          <p:blipFill>
            <a:blip r:embed="rId10">
              <a:alphaModFix/>
            </a:blip>
            <a:stretch>
              <a:fillRect/>
            </a:stretch>
          </p:blipFill>
          <p:spPr>
            <a:xfrm rot="10800000">
              <a:off x="5068473" y="5112026"/>
              <a:ext cx="498325" cy="498325"/>
            </a:xfrm>
            <a:prstGeom prst="rect">
              <a:avLst/>
            </a:prstGeom>
            <a:noFill/>
            <a:ln>
              <a:noFill/>
            </a:ln>
          </p:spPr>
        </p:pic>
        <p:pic>
          <p:nvPicPr>
            <p:cNvPr id="892" name="Google Shape;892;p60"/>
            <p:cNvPicPr preferRelativeResize="0"/>
            <p:nvPr/>
          </p:nvPicPr>
          <p:blipFill>
            <a:blip r:embed="rId9">
              <a:alphaModFix/>
            </a:blip>
            <a:stretch>
              <a:fillRect/>
            </a:stretch>
          </p:blipFill>
          <p:spPr>
            <a:xfrm rot="5400000">
              <a:off x="5345128" y="5139876"/>
              <a:ext cx="498325" cy="498325"/>
            </a:xfrm>
            <a:prstGeom prst="rect">
              <a:avLst/>
            </a:prstGeom>
            <a:noFill/>
            <a:ln>
              <a:noFill/>
            </a:ln>
          </p:spPr>
        </p:pic>
      </p:grpSp>
      <p:pic>
        <p:nvPicPr>
          <p:cNvPr id="893" name="Google Shape;893;p60"/>
          <p:cNvPicPr preferRelativeResize="0"/>
          <p:nvPr/>
        </p:nvPicPr>
        <p:blipFill>
          <a:blip r:embed="rId11">
            <a:alphaModFix/>
          </a:blip>
          <a:stretch>
            <a:fillRect/>
          </a:stretch>
        </p:blipFill>
        <p:spPr>
          <a:xfrm>
            <a:off x="7096555" y="1838755"/>
            <a:ext cx="1219200" cy="1219200"/>
          </a:xfrm>
          <a:prstGeom prst="rect">
            <a:avLst/>
          </a:prstGeom>
          <a:noFill/>
          <a:ln>
            <a:noFill/>
          </a:ln>
        </p:spPr>
      </p:pic>
      <p:grpSp>
        <p:nvGrpSpPr>
          <p:cNvPr id="894" name="Google Shape;894;p60"/>
          <p:cNvGrpSpPr/>
          <p:nvPr/>
        </p:nvGrpSpPr>
        <p:grpSpPr>
          <a:xfrm>
            <a:off x="1104900" y="4690337"/>
            <a:ext cx="1215175" cy="1215175"/>
            <a:chOff x="1104900" y="4690337"/>
            <a:chExt cx="1215175" cy="1215175"/>
          </a:xfrm>
        </p:grpSpPr>
        <p:pic>
          <p:nvPicPr>
            <p:cNvPr id="895" name="Google Shape;895;p60"/>
            <p:cNvPicPr preferRelativeResize="0"/>
            <p:nvPr/>
          </p:nvPicPr>
          <p:blipFill>
            <a:blip r:embed="rId12">
              <a:alphaModFix/>
            </a:blip>
            <a:stretch>
              <a:fillRect/>
            </a:stretch>
          </p:blipFill>
          <p:spPr>
            <a:xfrm>
              <a:off x="1104900" y="4690337"/>
              <a:ext cx="1215175" cy="1215175"/>
            </a:xfrm>
            <a:prstGeom prst="rect">
              <a:avLst/>
            </a:prstGeom>
            <a:noFill/>
            <a:ln>
              <a:noFill/>
            </a:ln>
          </p:spPr>
        </p:pic>
        <p:pic>
          <p:nvPicPr>
            <p:cNvPr id="896" name="Google Shape;896;p60"/>
            <p:cNvPicPr preferRelativeResize="0"/>
            <p:nvPr/>
          </p:nvPicPr>
          <p:blipFill rotWithShape="1">
            <a:blip r:embed="rId4">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grpSp>
        <p:nvGrpSpPr>
          <p:cNvPr id="897" name="Google Shape;897;p60"/>
          <p:cNvGrpSpPr/>
          <p:nvPr/>
        </p:nvGrpSpPr>
        <p:grpSpPr>
          <a:xfrm>
            <a:off x="9542805" y="4844865"/>
            <a:ext cx="1315011" cy="875697"/>
            <a:chOff x="9343347" y="4685690"/>
            <a:chExt cx="2034361" cy="1293688"/>
          </a:xfrm>
        </p:grpSpPr>
        <p:pic>
          <p:nvPicPr>
            <p:cNvPr id="898" name="Google Shape;898;p60"/>
            <p:cNvPicPr preferRelativeResize="0"/>
            <p:nvPr/>
          </p:nvPicPr>
          <p:blipFill rotWithShape="1">
            <a:blip r:embed="rId13">
              <a:alphaModFix/>
            </a:blip>
            <a:srcRect b="159" l="0" r="0" t="149"/>
            <a:stretch/>
          </p:blipFill>
          <p:spPr>
            <a:xfrm flipH="1" rot="-1410397">
              <a:off x="9488721" y="4872300"/>
              <a:ext cx="920467" cy="920467"/>
            </a:xfrm>
            <a:prstGeom prst="rect">
              <a:avLst/>
            </a:prstGeom>
            <a:noFill/>
            <a:ln>
              <a:noFill/>
            </a:ln>
          </p:spPr>
        </p:pic>
        <p:pic>
          <p:nvPicPr>
            <p:cNvPr id="899" name="Google Shape;899;p60"/>
            <p:cNvPicPr preferRelativeResize="0"/>
            <p:nvPr/>
          </p:nvPicPr>
          <p:blipFill rotWithShape="1">
            <a:blip r:embed="rId13">
              <a:alphaModFix/>
            </a:blip>
            <a:srcRect b="159" l="0" r="0" t="149"/>
            <a:stretch/>
          </p:blipFill>
          <p:spPr>
            <a:xfrm rot="8482481">
              <a:off x="10270631" y="4872301"/>
              <a:ext cx="920467" cy="920466"/>
            </a:xfrm>
            <a:prstGeom prst="rect">
              <a:avLst/>
            </a:prstGeom>
            <a:noFill/>
            <a:ln>
              <a:noFill/>
            </a:ln>
          </p:spPr>
        </p:pic>
      </p:grpSp>
      <p:grpSp>
        <p:nvGrpSpPr>
          <p:cNvPr id="900" name="Google Shape;900;p60"/>
          <p:cNvGrpSpPr/>
          <p:nvPr/>
        </p:nvGrpSpPr>
        <p:grpSpPr>
          <a:xfrm>
            <a:off x="9732433" y="1866900"/>
            <a:ext cx="861167" cy="1046728"/>
            <a:chOff x="9563100" y="1866900"/>
            <a:chExt cx="861167" cy="1046728"/>
          </a:xfrm>
        </p:grpSpPr>
        <p:pic>
          <p:nvPicPr>
            <p:cNvPr id="901" name="Google Shape;901;p60"/>
            <p:cNvPicPr preferRelativeResize="0"/>
            <p:nvPr/>
          </p:nvPicPr>
          <p:blipFill>
            <a:blip r:embed="rId14">
              <a:alphaModFix/>
            </a:blip>
            <a:stretch>
              <a:fillRect/>
            </a:stretch>
          </p:blipFill>
          <p:spPr>
            <a:xfrm>
              <a:off x="9563100" y="1866900"/>
              <a:ext cx="673725" cy="673725"/>
            </a:xfrm>
            <a:prstGeom prst="rect">
              <a:avLst/>
            </a:prstGeom>
            <a:noFill/>
            <a:ln>
              <a:noFill/>
            </a:ln>
          </p:spPr>
        </p:pic>
        <p:pic>
          <p:nvPicPr>
            <p:cNvPr id="902" name="Google Shape;902;p60"/>
            <p:cNvPicPr preferRelativeResize="0"/>
            <p:nvPr/>
          </p:nvPicPr>
          <p:blipFill>
            <a:blip r:embed="rId14">
              <a:alphaModFix/>
            </a:blip>
            <a:stretch>
              <a:fillRect/>
            </a:stretch>
          </p:blipFill>
          <p:spPr>
            <a:xfrm>
              <a:off x="9750543" y="2239904"/>
              <a:ext cx="673725" cy="67372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1000"/>
                                        <p:tgtEl>
                                          <p:spTgt spid="858"/>
                                        </p:tgtEl>
                                      </p:cBhvr>
                                    </p:animEffect>
                                  </p:childTnLst>
                                </p:cTn>
                              </p:par>
                              <p:par>
                                <p:cTn fill="hold" nodeType="with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par>
                                <p:cTn fill="hold" nodeType="with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1000"/>
                                        <p:tgtEl>
                                          <p:spTgt spid="864"/>
                                        </p:tgtEl>
                                      </p:cBhvr>
                                    </p:animEffect>
                                  </p:childTnLst>
                                </p:cTn>
                              </p:par>
                              <p:par>
                                <p:cTn fill="hold" nodeType="with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1000"/>
                                        <p:tgtEl>
                                          <p:spTgt spid="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61"/>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What, how, and why</a:t>
            </a:r>
            <a:endParaRPr/>
          </a:p>
        </p:txBody>
      </p:sp>
      <p:sp>
        <p:nvSpPr>
          <p:cNvPr id="908" name="Google Shape;908;p61"/>
          <p:cNvSpPr txBox="1"/>
          <p:nvPr>
            <p:ph type="title"/>
          </p:nvPr>
        </p:nvSpPr>
        <p:spPr>
          <a:xfrm>
            <a:off x="1752600" y="9460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2400">
                <a:latin typeface="Red Hat Display"/>
                <a:ea typeface="Red Hat Display"/>
                <a:cs typeface="Red Hat Display"/>
                <a:sym typeface="Red Hat Display"/>
              </a:rPr>
              <a:t>Standard Infrastructure Deployment</a:t>
            </a:r>
            <a:endParaRPr b="1" sz="2400">
              <a:latin typeface="Red Hat Display"/>
              <a:ea typeface="Red Hat Display"/>
              <a:cs typeface="Red Hat Display"/>
              <a:sym typeface="Red Hat Display"/>
            </a:endParaRPr>
          </a:p>
        </p:txBody>
      </p:sp>
      <p:sp>
        <p:nvSpPr>
          <p:cNvPr id="909" name="Google Shape;909;p61"/>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t>Red Hat Infrastructure Standard Adoption Model</a:t>
            </a:r>
            <a:endParaRPr/>
          </a:p>
        </p:txBody>
      </p:sp>
      <p:sp>
        <p:nvSpPr>
          <p:cNvPr id="910" name="Google Shape;910;p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11" name="Google Shape;911;p61"/>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912" name="Google Shape;912;p61"/>
          <p:cNvSpPr/>
          <p:nvPr/>
        </p:nvSpPr>
        <p:spPr>
          <a:xfrm>
            <a:off x="646500" y="2834921"/>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Fragility</a:t>
            </a:r>
            <a:endParaRPr>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Systems are specified and built with inflexible scripts and/or complex procedures that make reuse and revision difficult</a:t>
            </a:r>
            <a:endParaRPr sz="1200">
              <a:solidFill>
                <a:srgbClr val="000000"/>
              </a:solidFill>
              <a:latin typeface="Red Hat Display"/>
              <a:ea typeface="Red Hat Display"/>
              <a:cs typeface="Red Hat Display"/>
              <a:sym typeface="Red Hat Display"/>
            </a:endParaRPr>
          </a:p>
        </p:txBody>
      </p:sp>
      <p:sp>
        <p:nvSpPr>
          <p:cNvPr id="913" name="Google Shape;913;p61"/>
          <p:cNvSpPr/>
          <p:nvPr/>
        </p:nvSpPr>
        <p:spPr>
          <a:xfrm>
            <a:off x="8064900" y="2834925"/>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Flexibility</a:t>
            </a:r>
            <a:r>
              <a:rPr b="1" lang="en" sz="1200">
                <a:solidFill>
                  <a:srgbClr val="EE0000"/>
                </a:solidFill>
                <a:latin typeface="Red Hat Display"/>
                <a:ea typeface="Red Hat Display"/>
                <a:cs typeface="Red Hat Display"/>
                <a:sym typeface="Red Hat Display"/>
              </a:rPr>
              <a:t> </a:t>
            </a:r>
            <a:endParaRPr b="1">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Update components independently and recombine easily to streamline SOE </a:t>
            </a:r>
            <a:r>
              <a:rPr lang="en" sz="1200">
                <a:latin typeface="Red Hat Display"/>
                <a:ea typeface="Red Hat Display"/>
                <a:cs typeface="Red Hat Display"/>
                <a:sym typeface="Red Hat Display"/>
              </a:rPr>
              <a:t>definition and maintenance</a:t>
            </a:r>
            <a:endParaRPr sz="1200">
              <a:solidFill>
                <a:srgbClr val="FFFFFF"/>
              </a:solidFill>
              <a:latin typeface="Red Hat Display"/>
              <a:ea typeface="Red Hat Display"/>
              <a:cs typeface="Red Hat Display"/>
              <a:sym typeface="Red Hat Display"/>
            </a:endParaRPr>
          </a:p>
        </p:txBody>
      </p:sp>
      <p:sp>
        <p:nvSpPr>
          <p:cNvPr id="914" name="Google Shape;914;p61"/>
          <p:cNvSpPr/>
          <p:nvPr/>
        </p:nvSpPr>
        <p:spPr>
          <a:xfrm>
            <a:off x="4279500" y="2834925"/>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Refactor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Redefine systems in functional layers and reusable elements for a component-based approach to </a:t>
            </a:r>
            <a:r>
              <a:rPr b="1" lang="en" sz="1200">
                <a:latin typeface="Red Hat Display"/>
                <a:ea typeface="Red Hat Display"/>
                <a:cs typeface="Red Hat Display"/>
                <a:sym typeface="Red Hat Display"/>
              </a:rPr>
              <a:t>Standard Operating Environment</a:t>
            </a:r>
            <a:endParaRPr b="1" sz="1200">
              <a:solidFill>
                <a:srgbClr val="FFFFFF"/>
              </a:solidFill>
              <a:latin typeface="Red Hat Display"/>
              <a:ea typeface="Red Hat Display"/>
              <a:cs typeface="Red Hat Display"/>
              <a:sym typeface="Red Hat Display"/>
            </a:endParaRPr>
          </a:p>
        </p:txBody>
      </p:sp>
      <p:graphicFrame>
        <p:nvGraphicFramePr>
          <p:cNvPr id="915" name="Google Shape;915;p61"/>
          <p:cNvGraphicFramePr/>
          <p:nvPr/>
        </p:nvGraphicFramePr>
        <p:xfrm>
          <a:off x="646491" y="1935639"/>
          <a:ext cx="3000000" cy="3000000"/>
        </p:xfrm>
        <a:graphic>
          <a:graphicData uri="http://schemas.openxmlformats.org/drawingml/2006/table">
            <a:tbl>
              <a:tblPr>
                <a:noFill/>
                <a:tableStyleId>{C04A8B4C-59A8-4CB4-BB28-54DEBDE45893}</a:tableStyleId>
              </a:tblPr>
              <a:tblGrid>
                <a:gridCol w="715975"/>
                <a:gridCol w="2917025"/>
                <a:gridCol w="737225"/>
                <a:gridCol w="2895775"/>
                <a:gridCol w="777175"/>
                <a:gridCol w="2855825"/>
              </a:tblGrid>
              <a:tr h="594450">
                <a:tc>
                  <a:txBody>
                    <a:bodyPr/>
                    <a:lstStyle/>
                    <a:p>
                      <a:pPr indent="0" lvl="0" marL="0" rtl="0" algn="l">
                        <a:spcBef>
                          <a:spcPts val="0"/>
                        </a:spcBef>
                        <a:spcAft>
                          <a:spcPts val="0"/>
                        </a:spcAft>
                        <a:buNone/>
                      </a:pPr>
                      <a:r>
                        <a:t/>
                      </a:r>
                      <a:endParaRPr b="1" sz="1600">
                        <a:solidFill>
                          <a:srgbClr val="EE0000"/>
                        </a:solidFill>
                        <a:latin typeface="Overpass"/>
                        <a:ea typeface="Overpass"/>
                        <a:cs typeface="Overpass"/>
                        <a:sym typeface="Overpass"/>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Challenge</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Approach</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b="1" lang="en" sz="1600">
                          <a:solidFill>
                            <a:srgbClr val="EE0000"/>
                          </a:solidFill>
                          <a:latin typeface="Red Hat Display"/>
                          <a:ea typeface="Red Hat Display"/>
                          <a:cs typeface="Red Hat Display"/>
                          <a:sym typeface="Red Hat Display"/>
                        </a:rPr>
                        <a:t>Benefits</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r>
            </a:tbl>
          </a:graphicData>
        </a:graphic>
      </p:graphicFrame>
      <p:sp>
        <p:nvSpPr>
          <p:cNvPr id="916" name="Google Shape;916;p61"/>
          <p:cNvSpPr/>
          <p:nvPr/>
        </p:nvSpPr>
        <p:spPr>
          <a:xfrm>
            <a:off x="646500" y="3885154"/>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Variability</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New patches, updates, and configurations are applied piecemeal across the environment multiplying inconsistencies </a:t>
            </a:r>
            <a:endParaRPr sz="1200">
              <a:solidFill>
                <a:srgbClr val="000000"/>
              </a:solidFill>
              <a:latin typeface="Red Hat Display"/>
              <a:ea typeface="Red Hat Display"/>
              <a:cs typeface="Red Hat Display"/>
              <a:sym typeface="Red Hat Display"/>
            </a:endParaRPr>
          </a:p>
        </p:txBody>
      </p:sp>
      <p:sp>
        <p:nvSpPr>
          <p:cNvPr id="917" name="Google Shape;917;p61"/>
          <p:cNvSpPr/>
          <p:nvPr/>
        </p:nvSpPr>
        <p:spPr>
          <a:xfrm>
            <a:off x="8064900" y="3885154"/>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Efficiency </a:t>
            </a:r>
            <a:endParaRPr b="1" sz="1200">
              <a:solidFill>
                <a:srgbClr val="EE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Easily monitor and manage drift, versioning, and compliance with system-wide or individual remediation</a:t>
            </a:r>
            <a:endParaRPr sz="1200">
              <a:solidFill>
                <a:srgbClr val="EE0000"/>
              </a:solidFill>
              <a:latin typeface="Red Hat Display"/>
              <a:ea typeface="Red Hat Display"/>
              <a:cs typeface="Red Hat Display"/>
              <a:sym typeface="Red Hat Display"/>
            </a:endParaRPr>
          </a:p>
        </p:txBody>
      </p:sp>
      <p:sp>
        <p:nvSpPr>
          <p:cNvPr id="918" name="Google Shape;918;p61"/>
          <p:cNvSpPr/>
          <p:nvPr/>
        </p:nvSpPr>
        <p:spPr>
          <a:xfrm>
            <a:off x="4279500" y="3893968"/>
            <a:ext cx="3785400" cy="824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Standardize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Codify </a:t>
            </a:r>
            <a:r>
              <a:rPr lang="en" sz="1200">
                <a:latin typeface="Red Hat Display"/>
                <a:ea typeface="Red Hat Display"/>
                <a:cs typeface="Red Hat Display"/>
                <a:sym typeface="Red Hat Display"/>
              </a:rPr>
              <a:t>content delivery, configuration</a:t>
            </a:r>
            <a:r>
              <a:rPr lang="en" sz="1200">
                <a:latin typeface="Red Hat Display"/>
                <a:ea typeface="Red Hat Display"/>
                <a:cs typeface="Red Hat Display"/>
                <a:sym typeface="Red Hat Display"/>
              </a:rPr>
              <a:t>, and lifecycle management with tooling and monitoring</a:t>
            </a:r>
            <a:endParaRPr sz="1200">
              <a:solidFill>
                <a:srgbClr val="FFFFFF"/>
              </a:solidFill>
              <a:latin typeface="Red Hat Display"/>
              <a:ea typeface="Red Hat Display"/>
              <a:cs typeface="Red Hat Display"/>
              <a:sym typeface="Red Hat Display"/>
            </a:endParaRPr>
          </a:p>
        </p:txBody>
      </p:sp>
      <p:sp>
        <p:nvSpPr>
          <p:cNvPr id="919" name="Google Shape;919;p61"/>
          <p:cNvSpPr/>
          <p:nvPr/>
        </p:nvSpPr>
        <p:spPr>
          <a:xfrm>
            <a:off x="646500" y="4922137"/>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chemeClr val="accent1"/>
                </a:solidFill>
                <a:latin typeface="Red Hat Display"/>
                <a:ea typeface="Red Hat Display"/>
                <a:cs typeface="Red Hat Display"/>
                <a:sym typeface="Red Hat Display"/>
              </a:rPr>
              <a:t>Complexity</a:t>
            </a:r>
            <a:endParaRPr b="1" sz="1200">
              <a:solidFill>
                <a:schemeClr val="accent1"/>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Manual processes and complex </a:t>
            </a:r>
            <a:r>
              <a:rPr lang="en" sz="1200">
                <a:latin typeface="Red Hat Display"/>
                <a:ea typeface="Red Hat Display"/>
                <a:cs typeface="Red Hat Display"/>
                <a:sym typeface="Red Hat Display"/>
              </a:rPr>
              <a:t>script</a:t>
            </a:r>
            <a:r>
              <a:rPr lang="en" sz="1200">
                <a:latin typeface="Red Hat Display"/>
                <a:ea typeface="Red Hat Display"/>
                <a:cs typeface="Red Hat Display"/>
                <a:sym typeface="Red Hat Display"/>
              </a:rPr>
              <a:t>s lead to errors in production that are hard to isolate and resolve.</a:t>
            </a:r>
            <a:endParaRPr sz="1200">
              <a:solidFill>
                <a:srgbClr val="000000"/>
              </a:solidFill>
              <a:latin typeface="Red Hat Display"/>
              <a:ea typeface="Red Hat Display"/>
              <a:cs typeface="Red Hat Display"/>
              <a:sym typeface="Red Hat Display"/>
            </a:endParaRPr>
          </a:p>
        </p:txBody>
      </p:sp>
      <p:sp>
        <p:nvSpPr>
          <p:cNvPr id="920" name="Google Shape;920;p61"/>
          <p:cNvSpPr/>
          <p:nvPr/>
        </p:nvSpPr>
        <p:spPr>
          <a:xfrm>
            <a:off x="8064900" y="4922137"/>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Reliability </a:t>
            </a:r>
            <a:endParaRPr b="1">
              <a:solidFill>
                <a:srgbClr val="00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Rapid and repeatable provisioning of proven production systems,  in isolation or en mass, </a:t>
            </a:r>
            <a:r>
              <a:rPr lang="en" sz="1200">
                <a:latin typeface="Red Hat Display"/>
                <a:ea typeface="Red Hat Display"/>
                <a:cs typeface="Red Hat Display"/>
                <a:sym typeface="Red Hat Display"/>
              </a:rPr>
              <a:t>with</a:t>
            </a:r>
            <a:r>
              <a:rPr lang="en" sz="1200">
                <a:latin typeface="Red Hat Display"/>
                <a:ea typeface="Red Hat Display"/>
                <a:cs typeface="Red Hat Display"/>
                <a:sym typeface="Red Hat Display"/>
              </a:rPr>
              <a:t> trusted automation</a:t>
            </a:r>
            <a:endParaRPr sz="1200">
              <a:solidFill>
                <a:srgbClr val="FFFFFF"/>
              </a:solidFill>
              <a:latin typeface="Red Hat Display"/>
              <a:ea typeface="Red Hat Display"/>
              <a:cs typeface="Red Hat Display"/>
              <a:sym typeface="Red Hat Display"/>
            </a:endParaRPr>
          </a:p>
        </p:txBody>
      </p:sp>
      <p:sp>
        <p:nvSpPr>
          <p:cNvPr id="921" name="Google Shape;921;p61"/>
          <p:cNvSpPr/>
          <p:nvPr/>
        </p:nvSpPr>
        <p:spPr>
          <a:xfrm>
            <a:off x="4279500" y="4922130"/>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Automate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Specify system build and configuration in</a:t>
            </a:r>
            <a:r>
              <a:rPr lang="en" sz="1200">
                <a:latin typeface="Red Hat Display"/>
                <a:ea typeface="Red Hat Display"/>
                <a:cs typeface="Red Hat Display"/>
                <a:sym typeface="Red Hat Display"/>
              </a:rPr>
              <a:t> </a:t>
            </a:r>
            <a:r>
              <a:rPr lang="en" sz="1200">
                <a:latin typeface="Red Hat Display"/>
                <a:ea typeface="Red Hat Display"/>
                <a:cs typeface="Red Hat Display"/>
                <a:sym typeface="Red Hat Display"/>
              </a:rPr>
              <a:t>human readable language and validate delivery in lab environments.</a:t>
            </a:r>
            <a:endParaRPr sz="1200">
              <a:solidFill>
                <a:srgbClr val="FFFFFF"/>
              </a:solidFill>
              <a:latin typeface="Red Hat Display"/>
              <a:ea typeface="Red Hat Display"/>
              <a:cs typeface="Red Hat Display"/>
              <a:sym typeface="Red Hat Display"/>
            </a:endParaRPr>
          </a:p>
        </p:txBody>
      </p:sp>
      <p:pic>
        <p:nvPicPr>
          <p:cNvPr id="922" name="Google Shape;922;p61"/>
          <p:cNvPicPr preferRelativeResize="0"/>
          <p:nvPr/>
        </p:nvPicPr>
        <p:blipFill>
          <a:blip r:embed="rId3">
            <a:alphaModFix/>
          </a:blip>
          <a:stretch>
            <a:fillRect/>
          </a:stretch>
        </p:blipFill>
        <p:spPr>
          <a:xfrm>
            <a:off x="695750" y="1885425"/>
            <a:ext cx="715325" cy="715325"/>
          </a:xfrm>
          <a:prstGeom prst="rect">
            <a:avLst/>
          </a:prstGeom>
          <a:noFill/>
          <a:ln>
            <a:noFill/>
          </a:ln>
        </p:spPr>
      </p:pic>
      <p:grpSp>
        <p:nvGrpSpPr>
          <p:cNvPr id="923" name="Google Shape;923;p61"/>
          <p:cNvGrpSpPr/>
          <p:nvPr/>
        </p:nvGrpSpPr>
        <p:grpSpPr>
          <a:xfrm>
            <a:off x="7972307" y="1880344"/>
            <a:ext cx="729105" cy="729105"/>
            <a:chOff x="1104900" y="4690337"/>
            <a:chExt cx="1215175" cy="1215175"/>
          </a:xfrm>
        </p:grpSpPr>
        <p:pic>
          <p:nvPicPr>
            <p:cNvPr id="924" name="Google Shape;924;p61"/>
            <p:cNvPicPr preferRelativeResize="0"/>
            <p:nvPr/>
          </p:nvPicPr>
          <p:blipFill>
            <a:blip r:embed="rId4">
              <a:alphaModFix/>
            </a:blip>
            <a:stretch>
              <a:fillRect/>
            </a:stretch>
          </p:blipFill>
          <p:spPr>
            <a:xfrm>
              <a:off x="1104900" y="4690337"/>
              <a:ext cx="1215175" cy="1215175"/>
            </a:xfrm>
            <a:prstGeom prst="rect">
              <a:avLst/>
            </a:prstGeom>
            <a:noFill/>
            <a:ln>
              <a:noFill/>
            </a:ln>
          </p:spPr>
        </p:pic>
        <p:pic>
          <p:nvPicPr>
            <p:cNvPr id="925" name="Google Shape;925;p61"/>
            <p:cNvPicPr preferRelativeResize="0"/>
            <p:nvPr/>
          </p:nvPicPr>
          <p:blipFill rotWithShape="1">
            <a:blip r:embed="rId5">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pic>
        <p:nvPicPr>
          <p:cNvPr id="926" name="Google Shape;926;p61"/>
          <p:cNvPicPr preferRelativeResize="0"/>
          <p:nvPr/>
        </p:nvPicPr>
        <p:blipFill>
          <a:blip r:embed="rId6">
            <a:alphaModFix/>
          </a:blip>
          <a:stretch>
            <a:fillRect/>
          </a:stretch>
        </p:blipFill>
        <p:spPr>
          <a:xfrm>
            <a:off x="4202538" y="1840338"/>
            <a:ext cx="824100" cy="824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6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932" name="Google Shape;932;p6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is a Standard Operating </a:t>
            </a:r>
            <a:r>
              <a:rPr lang="en"/>
              <a:t>Environment</a:t>
            </a:r>
            <a:r>
              <a:rPr lang="en"/>
              <a:t> and how will developing one benefit my business</a:t>
            </a:r>
            <a:endParaRPr/>
          </a:p>
        </p:txBody>
      </p:sp>
      <p:sp>
        <p:nvSpPr>
          <p:cNvPr id="933" name="Google Shape;933;p6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A Standard Operating Environment</a:t>
            </a:r>
            <a:endParaRPr/>
          </a:p>
        </p:txBody>
      </p:sp>
      <p:sp>
        <p:nvSpPr>
          <p:cNvPr id="934" name="Google Shape;934;p6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6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sp>
        <p:nvSpPr>
          <p:cNvPr id="940" name="Google Shape;940;p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41" name="Google Shape;941;p63"/>
          <p:cNvSpPr txBox="1"/>
          <p:nvPr>
            <p:ph idx="4294967295" type="title"/>
          </p:nvPr>
        </p:nvSpPr>
        <p:spPr>
          <a:xfrm>
            <a:off x="1752600" y="946000"/>
            <a:ext cx="9238500" cy="96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Red Hat Display"/>
                <a:ea typeface="Red Hat Display"/>
                <a:cs typeface="Red Hat Display"/>
                <a:sym typeface="Red Hat Display"/>
              </a:rPr>
              <a:t>What is a Standard Operating Environment?</a:t>
            </a:r>
            <a:endParaRPr b="1">
              <a:latin typeface="Red Hat Display"/>
              <a:ea typeface="Red Hat Display"/>
              <a:cs typeface="Red Hat Display"/>
              <a:sym typeface="Red Hat Display"/>
            </a:endParaRPr>
          </a:p>
        </p:txBody>
      </p:sp>
      <p:sp>
        <p:nvSpPr>
          <p:cNvPr id="942" name="Google Shape;942;p63"/>
          <p:cNvSpPr txBox="1"/>
          <p:nvPr/>
        </p:nvSpPr>
        <p:spPr>
          <a:xfrm>
            <a:off x="2428875" y="1895475"/>
            <a:ext cx="82485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latin typeface="Red Hat Display"/>
                <a:ea typeface="Red Hat Display"/>
                <a:cs typeface="Red Hat Display"/>
                <a:sym typeface="Red Hat Display"/>
              </a:rPr>
              <a:t>The </a:t>
            </a:r>
            <a:r>
              <a:rPr b="1" lang="en" sz="2800">
                <a:solidFill>
                  <a:srgbClr val="A30000"/>
                </a:solidFill>
                <a:latin typeface="Red Hat Display"/>
                <a:ea typeface="Red Hat Display"/>
                <a:cs typeface="Red Hat Display"/>
                <a:sym typeface="Red Hat Display"/>
              </a:rPr>
              <a:t>model</a:t>
            </a:r>
            <a:r>
              <a:rPr lang="en" sz="2800">
                <a:latin typeface="Red Hat Display"/>
                <a:ea typeface="Red Hat Display"/>
                <a:cs typeface="Red Hat Display"/>
                <a:sym typeface="Red Hat Display"/>
              </a:rPr>
              <a:t>  for the </a:t>
            </a:r>
            <a:r>
              <a:rPr b="1" lang="en" sz="2800">
                <a:solidFill>
                  <a:srgbClr val="A30000"/>
                </a:solidFill>
                <a:latin typeface="Red Hat Display"/>
                <a:ea typeface="Red Hat Display"/>
                <a:cs typeface="Red Hat Display"/>
                <a:sym typeface="Red Hat Display"/>
              </a:rPr>
              <a:t>conditions</a:t>
            </a:r>
            <a:r>
              <a:rPr lang="en" sz="2800">
                <a:latin typeface="Red Hat Display"/>
                <a:ea typeface="Red Hat Display"/>
                <a:cs typeface="Red Hat Display"/>
                <a:sym typeface="Red Hat Display"/>
              </a:rPr>
              <a:t> under which we </a:t>
            </a:r>
            <a:r>
              <a:rPr b="1" lang="en" sz="2800">
                <a:solidFill>
                  <a:srgbClr val="A30000"/>
                </a:solidFill>
                <a:latin typeface="Red Hat Display"/>
                <a:ea typeface="Red Hat Display"/>
                <a:cs typeface="Red Hat Display"/>
                <a:sym typeface="Red Hat Display"/>
              </a:rPr>
              <a:t>control</a:t>
            </a:r>
            <a:r>
              <a:rPr lang="en" sz="2800">
                <a:latin typeface="Red Hat Display"/>
                <a:ea typeface="Red Hat Display"/>
                <a:cs typeface="Red Hat Display"/>
                <a:sym typeface="Red Hat Display"/>
              </a:rPr>
              <a:t> our machines, systems and processes.</a:t>
            </a:r>
            <a:endParaRPr sz="2800">
              <a:latin typeface="Red Hat Display"/>
              <a:ea typeface="Red Hat Display"/>
              <a:cs typeface="Red Hat Display"/>
              <a:sym typeface="Red Hat Display"/>
            </a:endParaRPr>
          </a:p>
          <a:p>
            <a:pPr indent="0" lvl="0" marL="0" rtl="0" algn="l">
              <a:spcBef>
                <a:spcPts val="0"/>
              </a:spcBef>
              <a:spcAft>
                <a:spcPts val="0"/>
              </a:spcAft>
              <a:buNone/>
            </a:pPr>
            <a:r>
              <a:t/>
            </a:r>
            <a:endParaRPr sz="1100">
              <a:latin typeface="Red Hat Display"/>
              <a:ea typeface="Red Hat Display"/>
              <a:cs typeface="Red Hat Display"/>
              <a:sym typeface="Red Hat Display"/>
            </a:endParaRPr>
          </a:p>
        </p:txBody>
      </p:sp>
      <p:sp>
        <p:nvSpPr>
          <p:cNvPr id="943" name="Google Shape;943;p63"/>
          <p:cNvSpPr txBox="1"/>
          <p:nvPr/>
        </p:nvSpPr>
        <p:spPr>
          <a:xfrm>
            <a:off x="2452495" y="5394777"/>
            <a:ext cx="819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latin typeface="Red Hat Display"/>
                <a:ea typeface="Red Hat Display"/>
                <a:cs typeface="Red Hat Display"/>
                <a:sym typeface="Red Hat Display"/>
              </a:rPr>
              <a:t>A primary goal of the RH-ISAM project is to describe the components used in, and provide automation for, delivering infrastructure to ease and codify the building and maintaining of SOEs for Red Hat Enterprise Linux environments. </a:t>
            </a:r>
            <a:endParaRPr>
              <a:latin typeface="Red Hat Display"/>
              <a:ea typeface="Red Hat Display"/>
              <a:cs typeface="Red Hat Display"/>
              <a:sym typeface="Red Hat Display"/>
            </a:endParaRPr>
          </a:p>
        </p:txBody>
      </p:sp>
      <p:sp>
        <p:nvSpPr>
          <p:cNvPr id="944" name="Google Shape;944;p63"/>
          <p:cNvSpPr txBox="1"/>
          <p:nvPr/>
        </p:nvSpPr>
        <p:spPr>
          <a:xfrm>
            <a:off x="2428875" y="3114675"/>
            <a:ext cx="82485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latin typeface="Red Hat Display"/>
                <a:ea typeface="Red Hat Display"/>
                <a:cs typeface="Red Hat Display"/>
                <a:sym typeface="Red Hat Display"/>
              </a:rPr>
              <a:t>Value</a:t>
            </a:r>
            <a:r>
              <a:rPr lang="en" sz="2800">
                <a:latin typeface="Red Hat Display"/>
                <a:ea typeface="Red Hat Display"/>
                <a:cs typeface="Red Hat Display"/>
                <a:sym typeface="Red Hat Display"/>
              </a:rPr>
              <a:t> is created when we can refactor to a short, discrete list of SOEs using select tools designed to work together in well-defined processes, providing a path to integrated </a:t>
            </a:r>
            <a:r>
              <a:rPr b="1" lang="en" sz="2800">
                <a:solidFill>
                  <a:srgbClr val="A30000"/>
                </a:solidFill>
                <a:latin typeface="Red Hat Display"/>
                <a:ea typeface="Red Hat Display"/>
                <a:cs typeface="Red Hat Display"/>
                <a:sym typeface="Red Hat Display"/>
              </a:rPr>
              <a:t>Automation</a:t>
            </a:r>
            <a:r>
              <a:rPr lang="en" sz="2800">
                <a:latin typeface="Red Hat Display"/>
                <a:ea typeface="Red Hat Display"/>
                <a:cs typeface="Red Hat Display"/>
                <a:sym typeface="Red Hat Display"/>
              </a:rPr>
              <a:t>.</a:t>
            </a:r>
            <a:endParaRPr sz="2800">
              <a:latin typeface="Red Hat Display"/>
              <a:ea typeface="Red Hat Display"/>
              <a:cs typeface="Red Hat Display"/>
              <a:sym typeface="Red Hat Display"/>
            </a:endParaRPr>
          </a:p>
        </p:txBody>
      </p:sp>
      <p:sp>
        <p:nvSpPr>
          <p:cNvPr id="945" name="Google Shape;945;p6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6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latin typeface="Red Hat Display SemiBold"/>
                <a:ea typeface="Red Hat Display SemiBold"/>
                <a:cs typeface="Red Hat Display SemiBold"/>
                <a:sym typeface="Red Hat Display SemiBold"/>
              </a:rPr>
              <a:t>Red Hat Infrastructure Standard Adoption Model</a:t>
            </a:r>
            <a:endParaRPr/>
          </a:p>
        </p:txBody>
      </p:sp>
      <p:sp>
        <p:nvSpPr>
          <p:cNvPr id="951" name="Google Shape;951;p6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52" name="Google Shape;952;p64"/>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But Why an SOE?</a:t>
            </a:r>
            <a:endParaRPr>
              <a:latin typeface="Red Hat Display Medium"/>
              <a:ea typeface="Red Hat Display Medium"/>
              <a:cs typeface="Red Hat Display Medium"/>
              <a:sym typeface="Red Hat Display Medium"/>
            </a:endParaRPr>
          </a:p>
        </p:txBody>
      </p:sp>
      <p:sp>
        <p:nvSpPr>
          <p:cNvPr id="953" name="Google Shape;953;p64"/>
          <p:cNvSpPr txBox="1"/>
          <p:nvPr/>
        </p:nvSpPr>
        <p:spPr>
          <a:xfrm>
            <a:off x="1324625" y="1561575"/>
            <a:ext cx="22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Efficiency</a:t>
            </a:r>
            <a:endParaRPr b="1">
              <a:latin typeface="Red Hat Display"/>
              <a:ea typeface="Red Hat Display"/>
              <a:cs typeface="Red Hat Display"/>
              <a:sym typeface="Red Hat Display"/>
            </a:endParaRPr>
          </a:p>
        </p:txBody>
      </p:sp>
      <p:sp>
        <p:nvSpPr>
          <p:cNvPr id="954" name="Google Shape;954;p64"/>
          <p:cNvSpPr txBox="1"/>
          <p:nvPr/>
        </p:nvSpPr>
        <p:spPr>
          <a:xfrm>
            <a:off x="3839300"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Simplified Onboarding and Support</a:t>
            </a:r>
            <a:endParaRPr b="1">
              <a:latin typeface="Red Hat Display"/>
              <a:ea typeface="Red Hat Display"/>
              <a:cs typeface="Red Hat Display"/>
              <a:sym typeface="Red Hat Display"/>
            </a:endParaRPr>
          </a:p>
        </p:txBody>
      </p:sp>
      <p:sp>
        <p:nvSpPr>
          <p:cNvPr id="955" name="Google Shape;955;p64"/>
          <p:cNvSpPr txBox="1"/>
          <p:nvPr/>
        </p:nvSpPr>
        <p:spPr>
          <a:xfrm>
            <a:off x="6353825"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Enhanced Compliance and Security</a:t>
            </a:r>
            <a:endParaRPr b="1">
              <a:latin typeface="Red Hat Display"/>
              <a:ea typeface="Red Hat Display"/>
              <a:cs typeface="Red Hat Display"/>
              <a:sym typeface="Red Hat Display"/>
            </a:endParaRPr>
          </a:p>
        </p:txBody>
      </p:sp>
      <p:sp>
        <p:nvSpPr>
          <p:cNvPr id="956" name="Google Shape;956;p64"/>
          <p:cNvSpPr txBox="1"/>
          <p:nvPr/>
        </p:nvSpPr>
        <p:spPr>
          <a:xfrm>
            <a:off x="8868425"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Healthy Patterns sustain Automation</a:t>
            </a:r>
            <a:endParaRPr b="1">
              <a:latin typeface="Red Hat Display"/>
              <a:ea typeface="Red Hat Display"/>
              <a:cs typeface="Red Hat Display"/>
              <a:sym typeface="Red Hat Display"/>
            </a:endParaRPr>
          </a:p>
        </p:txBody>
      </p:sp>
      <p:sp>
        <p:nvSpPr>
          <p:cNvPr id="957" name="Google Shape;957;p64"/>
          <p:cNvSpPr/>
          <p:nvPr/>
        </p:nvSpPr>
        <p:spPr>
          <a:xfrm>
            <a:off x="13246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simplifies and streamlines delivery and operations.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reduces volume of documentation, special procedures, and allows easier drift detection.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Infrastructure operations become more responsive as a result </a:t>
            </a:r>
            <a:endParaRPr>
              <a:latin typeface="Red Hat Display"/>
              <a:ea typeface="Red Hat Display"/>
              <a:cs typeface="Red Hat Display"/>
              <a:sym typeface="Red Hat Display"/>
            </a:endParaRPr>
          </a:p>
        </p:txBody>
      </p:sp>
      <p:sp>
        <p:nvSpPr>
          <p:cNvPr id="958" name="Google Shape;958;p64"/>
          <p:cNvSpPr/>
          <p:nvPr/>
        </p:nvSpPr>
        <p:spPr>
          <a:xfrm>
            <a:off x="38392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reduces silos, tribal knowledge and allows for deeper knowledge to develop in teams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helps new-hires get to day2 faster</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Operations and Helpdesk throughput increases</a:t>
            </a:r>
            <a:endParaRPr>
              <a:latin typeface="Red Hat Display"/>
              <a:ea typeface="Red Hat Display"/>
              <a:cs typeface="Red Hat Display"/>
              <a:sym typeface="Red Hat Display"/>
            </a:endParaRPr>
          </a:p>
        </p:txBody>
      </p:sp>
      <p:sp>
        <p:nvSpPr>
          <p:cNvPr id="959" name="Google Shape;959;p64"/>
          <p:cNvSpPr/>
          <p:nvPr/>
        </p:nvSpPr>
        <p:spPr>
          <a:xfrm>
            <a:off x="63538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allows for faster anomaly detection. Configuration, behaviour and logging exceptions outside the norm are more easily spotted.</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helps teams move beyond the checkbox and deliver on cybersecurity maturity</a:t>
            </a:r>
            <a:endParaRPr>
              <a:latin typeface="Red Hat Display"/>
              <a:ea typeface="Red Hat Display"/>
              <a:cs typeface="Red Hat Display"/>
              <a:sym typeface="Red Hat Display"/>
            </a:endParaRPr>
          </a:p>
        </p:txBody>
      </p:sp>
      <p:sp>
        <p:nvSpPr>
          <p:cNvPr id="960" name="Google Shape;960;p64"/>
          <p:cNvSpPr/>
          <p:nvPr/>
        </p:nvSpPr>
        <p:spPr>
          <a:xfrm>
            <a:off x="8868425" y="2469075"/>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is a precursor to sustainable automation.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Delivering on proven design patterns allows for the extension of automation process  beyond simple configuration and extend to systems generation and event driven response</a:t>
            </a:r>
            <a:endParaRPr>
              <a:latin typeface="Red Hat Display"/>
              <a:ea typeface="Red Hat Display"/>
              <a:cs typeface="Red Hat Display"/>
              <a:sym typeface="Red Hat Display"/>
            </a:endParaRPr>
          </a:p>
        </p:txBody>
      </p:sp>
      <p:sp>
        <p:nvSpPr>
          <p:cNvPr id="961" name="Google Shape;961;p64"/>
          <p:cNvSpPr txBox="1"/>
          <p:nvPr>
            <p:ph idx="4294967295" type="subTitle"/>
          </p:nvPr>
        </p:nvSpPr>
        <p:spPr>
          <a:xfrm>
            <a:off x="885125" y="11963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chemeClr val="accent2"/>
                </a:solidFill>
              </a:rPr>
              <a:t>What Hyperscalers do isn’t magic.</a:t>
            </a:r>
            <a:endParaRPr>
              <a:solidFill>
                <a:schemeClr val="accent2"/>
              </a:solidFill>
            </a:endParaRPr>
          </a:p>
        </p:txBody>
      </p:sp>
      <p:sp>
        <p:nvSpPr>
          <p:cNvPr id="962" name="Google Shape;962;p6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963" name="Google Shape;963;p64"/>
          <p:cNvSpPr/>
          <p:nvPr/>
        </p:nvSpPr>
        <p:spPr>
          <a:xfrm>
            <a:off x="1324625" y="5629413"/>
            <a:ext cx="9751500" cy="4002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These are only a few of the benefits organizations realize… also, easier development, rapid solution delivery, stability, etc..</a:t>
            </a:r>
            <a:endParaRPr>
              <a:latin typeface="Red Hat Display"/>
              <a:ea typeface="Red Hat Display"/>
              <a:cs typeface="Red Hat Display"/>
              <a:sym typeface="Red Hat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6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969" name="Google Shape;969;p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970" name="Google Shape;970;p65"/>
          <p:cNvPicPr preferRelativeResize="0"/>
          <p:nvPr/>
        </p:nvPicPr>
        <p:blipFill>
          <a:blip r:embed="rId3">
            <a:alphaModFix/>
          </a:blip>
          <a:stretch>
            <a:fillRect/>
          </a:stretch>
        </p:blipFill>
        <p:spPr>
          <a:xfrm>
            <a:off x="1552756" y="2294950"/>
            <a:ext cx="5338049" cy="2258799"/>
          </a:xfrm>
          <a:prstGeom prst="rect">
            <a:avLst/>
          </a:prstGeom>
          <a:noFill/>
          <a:ln>
            <a:noFill/>
          </a:ln>
        </p:spPr>
      </p:pic>
      <p:pic>
        <p:nvPicPr>
          <p:cNvPr id="971" name="Google Shape;971;p65"/>
          <p:cNvPicPr preferRelativeResize="0"/>
          <p:nvPr/>
        </p:nvPicPr>
        <p:blipFill rotWithShape="1">
          <a:blip r:embed="rId4">
            <a:alphaModFix/>
          </a:blip>
          <a:srcRect b="8558" l="0" r="0" t="11607"/>
          <a:stretch/>
        </p:blipFill>
        <p:spPr>
          <a:xfrm>
            <a:off x="2824775" y="4693575"/>
            <a:ext cx="9153524" cy="1404675"/>
          </a:xfrm>
          <a:prstGeom prst="rect">
            <a:avLst/>
          </a:prstGeom>
          <a:noFill/>
          <a:ln cap="flat" cmpd="sng" w="19050">
            <a:solidFill>
              <a:schemeClr val="accent1"/>
            </a:solidFill>
            <a:prstDash val="solid"/>
            <a:round/>
            <a:headEnd len="sm" w="sm" type="none"/>
            <a:tailEnd len="sm" w="sm" type="none"/>
          </a:ln>
        </p:spPr>
      </p:pic>
      <p:pic>
        <p:nvPicPr>
          <p:cNvPr id="972" name="Google Shape;972;p65"/>
          <p:cNvPicPr preferRelativeResize="0"/>
          <p:nvPr/>
        </p:nvPicPr>
        <p:blipFill>
          <a:blip r:embed="rId5">
            <a:alphaModFix/>
          </a:blip>
          <a:stretch>
            <a:fillRect/>
          </a:stretch>
        </p:blipFill>
        <p:spPr>
          <a:xfrm>
            <a:off x="553832" y="959539"/>
            <a:ext cx="3793600" cy="1555225"/>
          </a:xfrm>
          <a:prstGeom prst="rect">
            <a:avLst/>
          </a:prstGeom>
          <a:noFill/>
          <a:ln>
            <a:noFill/>
          </a:ln>
        </p:spPr>
      </p:pic>
      <p:sp>
        <p:nvSpPr>
          <p:cNvPr id="973" name="Google Shape;973;p65"/>
          <p:cNvSpPr txBox="1"/>
          <p:nvPr/>
        </p:nvSpPr>
        <p:spPr>
          <a:xfrm>
            <a:off x="4161681" y="874482"/>
            <a:ext cx="2056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From Concept…</a:t>
            </a:r>
            <a:endParaRPr b="1" sz="1800">
              <a:latin typeface="Red Hat Display"/>
              <a:ea typeface="Red Hat Display"/>
              <a:cs typeface="Red Hat Display"/>
              <a:sym typeface="Red Hat Display"/>
            </a:endParaRPr>
          </a:p>
        </p:txBody>
      </p:sp>
      <p:sp>
        <p:nvSpPr>
          <p:cNvPr id="974" name="Google Shape;974;p65"/>
          <p:cNvSpPr txBox="1"/>
          <p:nvPr/>
        </p:nvSpPr>
        <p:spPr>
          <a:xfrm>
            <a:off x="6981081" y="2698893"/>
            <a:ext cx="2056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To Model…</a:t>
            </a:r>
            <a:endParaRPr b="1" sz="1800">
              <a:latin typeface="Red Hat Display"/>
              <a:ea typeface="Red Hat Display"/>
              <a:cs typeface="Red Hat Display"/>
              <a:sym typeface="Red Hat Display"/>
            </a:endParaRPr>
          </a:p>
        </p:txBody>
      </p:sp>
      <p:sp>
        <p:nvSpPr>
          <p:cNvPr id="975" name="Google Shape;975;p65"/>
          <p:cNvSpPr txBox="1"/>
          <p:nvPr/>
        </p:nvSpPr>
        <p:spPr>
          <a:xfrm>
            <a:off x="9419650" y="4067075"/>
            <a:ext cx="21171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To Pipeline…</a:t>
            </a:r>
            <a:endParaRPr b="1" sz="1800">
              <a:latin typeface="Red Hat Display"/>
              <a:ea typeface="Red Hat Display"/>
              <a:cs typeface="Red Hat Display"/>
              <a:sym typeface="Red Hat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6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981" name="Google Shape;981;p66"/>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does the Red Hat Infrastructure Standard Adoption Model relate to strategic programs that Red Hat engages with their customers in?</a:t>
            </a:r>
            <a:endParaRPr/>
          </a:p>
        </p:txBody>
      </p:sp>
      <p:sp>
        <p:nvSpPr>
          <p:cNvPr id="982" name="Google Shape;982;p66"/>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Where does the RH-ISAM fit in the Strategy?</a:t>
            </a:r>
            <a:endParaRPr/>
          </a:p>
        </p:txBody>
      </p:sp>
      <p:sp>
        <p:nvSpPr>
          <p:cNvPr id="983" name="Google Shape;983;p6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6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latin typeface="Red Hat Display SemiBold"/>
                <a:ea typeface="Red Hat Display SemiBold"/>
                <a:cs typeface="Red Hat Display SemiBold"/>
                <a:sym typeface="Red Hat Display SemiBold"/>
              </a:rPr>
              <a:t>Red Hat Infrastructure Standard Adoption Model</a:t>
            </a:r>
            <a:endParaRPr/>
          </a:p>
        </p:txBody>
      </p:sp>
      <p:sp>
        <p:nvSpPr>
          <p:cNvPr id="989" name="Google Shape;989;p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990" name="Google Shape;990;p67"/>
          <p:cNvSpPr/>
          <p:nvPr/>
        </p:nvSpPr>
        <p:spPr>
          <a:xfrm>
            <a:off x="2142792" y="6059603"/>
            <a:ext cx="1252500" cy="300900"/>
          </a:xfrm>
          <a:prstGeom prst="roundRect">
            <a:avLst>
              <a:gd fmla="val 16667" name="adj"/>
            </a:avLst>
          </a:prstGeom>
          <a:solidFill>
            <a:srgbClr val="CCCCC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Under Performing</a:t>
            </a:r>
            <a:endParaRPr sz="900"/>
          </a:p>
        </p:txBody>
      </p:sp>
      <p:sp>
        <p:nvSpPr>
          <p:cNvPr id="991" name="Google Shape;991;p67"/>
          <p:cNvSpPr/>
          <p:nvPr/>
        </p:nvSpPr>
        <p:spPr>
          <a:xfrm>
            <a:off x="3451792" y="6059589"/>
            <a:ext cx="1252500" cy="300900"/>
          </a:xfrm>
          <a:prstGeom prst="roundRect">
            <a:avLst>
              <a:gd fmla="val 16667" name="adj"/>
            </a:avLst>
          </a:prstGeom>
          <a:solidFill>
            <a:srgbClr val="D9EAD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Rudimentary</a:t>
            </a:r>
            <a:endParaRPr sz="900">
              <a:solidFill>
                <a:schemeClr val="dk1"/>
              </a:solidFill>
            </a:endParaRPr>
          </a:p>
        </p:txBody>
      </p:sp>
      <p:cxnSp>
        <p:nvCxnSpPr>
          <p:cNvPr id="992" name="Google Shape;992;p67"/>
          <p:cNvCxnSpPr/>
          <p:nvPr/>
        </p:nvCxnSpPr>
        <p:spPr>
          <a:xfrm>
            <a:off x="74882" y="5902116"/>
            <a:ext cx="12059100" cy="6900"/>
          </a:xfrm>
          <a:prstGeom prst="straightConnector1">
            <a:avLst/>
          </a:prstGeom>
          <a:noFill/>
          <a:ln cap="flat" cmpd="sng" w="9525">
            <a:solidFill>
              <a:schemeClr val="dk2"/>
            </a:solidFill>
            <a:prstDash val="solid"/>
            <a:round/>
            <a:headEnd len="med" w="med" type="none"/>
            <a:tailEnd len="med" w="med" type="none"/>
          </a:ln>
        </p:spPr>
      </p:cxnSp>
      <p:sp>
        <p:nvSpPr>
          <p:cNvPr id="993" name="Google Shape;993;p67"/>
          <p:cNvSpPr/>
          <p:nvPr/>
        </p:nvSpPr>
        <p:spPr>
          <a:xfrm>
            <a:off x="2132887" y="404865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Provisioning Mgmt</a:t>
            </a:r>
            <a:endParaRPr sz="900">
              <a:solidFill>
                <a:schemeClr val="dk1"/>
              </a:solidFill>
            </a:endParaRPr>
          </a:p>
        </p:txBody>
      </p:sp>
      <p:sp>
        <p:nvSpPr>
          <p:cNvPr id="994" name="Google Shape;994;p67"/>
          <p:cNvSpPr/>
          <p:nvPr/>
        </p:nvSpPr>
        <p:spPr>
          <a:xfrm>
            <a:off x="2132887" y="369999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Runbook Automation</a:t>
            </a:r>
            <a:endParaRPr sz="900">
              <a:solidFill>
                <a:schemeClr val="dk1"/>
              </a:solidFill>
            </a:endParaRPr>
          </a:p>
        </p:txBody>
      </p:sp>
      <p:sp>
        <p:nvSpPr>
          <p:cNvPr id="995" name="Google Shape;995;p67"/>
          <p:cNvSpPr/>
          <p:nvPr/>
        </p:nvSpPr>
        <p:spPr>
          <a:xfrm>
            <a:off x="809901" y="369363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Network Provisioning</a:t>
            </a:r>
            <a:endParaRPr sz="900">
              <a:solidFill>
                <a:schemeClr val="dk1"/>
              </a:solidFill>
            </a:endParaRPr>
          </a:p>
        </p:txBody>
      </p:sp>
      <p:sp>
        <p:nvSpPr>
          <p:cNvPr id="996" name="Google Shape;996;p67"/>
          <p:cNvSpPr/>
          <p:nvPr/>
        </p:nvSpPr>
        <p:spPr>
          <a:xfrm>
            <a:off x="809901" y="3351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Security Services Provisioning</a:t>
            </a:r>
            <a:endParaRPr sz="900">
              <a:solidFill>
                <a:schemeClr val="dk1"/>
              </a:solidFill>
            </a:endParaRPr>
          </a:p>
        </p:txBody>
      </p:sp>
      <p:sp>
        <p:nvSpPr>
          <p:cNvPr id="997" name="Google Shape;997;p67"/>
          <p:cNvSpPr/>
          <p:nvPr/>
        </p:nvSpPr>
        <p:spPr>
          <a:xfrm>
            <a:off x="809901" y="40359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Storage Provisioning</a:t>
            </a:r>
            <a:endParaRPr sz="900">
              <a:solidFill>
                <a:schemeClr val="dk1"/>
              </a:solidFill>
            </a:endParaRPr>
          </a:p>
        </p:txBody>
      </p:sp>
      <p:sp>
        <p:nvSpPr>
          <p:cNvPr id="998" name="Google Shape;998;p67"/>
          <p:cNvSpPr/>
          <p:nvPr/>
        </p:nvSpPr>
        <p:spPr>
          <a:xfrm>
            <a:off x="809901"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Foundational</a:t>
            </a:r>
            <a:r>
              <a:rPr lang="en" sz="900"/>
              <a:t> </a:t>
            </a:r>
            <a:r>
              <a:rPr lang="en" sz="900">
                <a:solidFill>
                  <a:schemeClr val="lt1"/>
                </a:solidFill>
              </a:rPr>
              <a:t>Automation</a:t>
            </a:r>
            <a:endParaRPr sz="900"/>
          </a:p>
        </p:txBody>
      </p:sp>
      <p:sp>
        <p:nvSpPr>
          <p:cNvPr id="999" name="Google Shape;999;p67"/>
          <p:cNvSpPr/>
          <p:nvPr/>
        </p:nvSpPr>
        <p:spPr>
          <a:xfrm>
            <a:off x="809901" y="472048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Config Mgmt</a:t>
            </a:r>
            <a:endParaRPr sz="900">
              <a:solidFill>
                <a:schemeClr val="dk1"/>
              </a:solidFill>
            </a:endParaRPr>
          </a:p>
        </p:txBody>
      </p:sp>
      <p:sp>
        <p:nvSpPr>
          <p:cNvPr id="1000" name="Google Shape;1000;p67"/>
          <p:cNvSpPr/>
          <p:nvPr/>
        </p:nvSpPr>
        <p:spPr>
          <a:xfrm>
            <a:off x="213055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Infrastructure Automation</a:t>
            </a:r>
            <a:endParaRPr sz="900"/>
          </a:p>
        </p:txBody>
      </p:sp>
      <p:sp>
        <p:nvSpPr>
          <p:cNvPr id="1001" name="Google Shape;1001;p67"/>
          <p:cNvSpPr/>
          <p:nvPr/>
        </p:nvSpPr>
        <p:spPr>
          <a:xfrm>
            <a:off x="345120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Development</a:t>
            </a:r>
            <a:endParaRPr sz="900"/>
          </a:p>
        </p:txBody>
      </p:sp>
      <p:sp>
        <p:nvSpPr>
          <p:cNvPr id="1002" name="Google Shape;1002;p67"/>
          <p:cNvSpPr/>
          <p:nvPr/>
        </p:nvSpPr>
        <p:spPr>
          <a:xfrm>
            <a:off x="4771853" y="5080064"/>
            <a:ext cx="1252500" cy="300900"/>
          </a:xfrm>
          <a:prstGeom prst="roundRect">
            <a:avLst>
              <a:gd fmla="val 16667" name="adj"/>
            </a:avLst>
          </a:prstGeom>
          <a:solidFill>
            <a:srgbClr val="434343"/>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Platform Essentials</a:t>
            </a:r>
            <a:endParaRPr sz="900"/>
          </a:p>
        </p:txBody>
      </p:sp>
      <p:sp>
        <p:nvSpPr>
          <p:cNvPr id="1003" name="Google Shape;1003;p67"/>
          <p:cNvSpPr/>
          <p:nvPr/>
        </p:nvSpPr>
        <p:spPr>
          <a:xfrm>
            <a:off x="6135478"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Workload Intake Acceleration</a:t>
            </a:r>
            <a:endParaRPr sz="900"/>
          </a:p>
        </p:txBody>
      </p:sp>
      <p:sp>
        <p:nvSpPr>
          <p:cNvPr id="1004" name="Google Shape;1004;p67"/>
          <p:cNvSpPr/>
          <p:nvPr/>
        </p:nvSpPr>
        <p:spPr>
          <a:xfrm>
            <a:off x="744196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Platform Services</a:t>
            </a:r>
            <a:endParaRPr sz="900"/>
          </a:p>
        </p:txBody>
      </p:sp>
      <p:sp>
        <p:nvSpPr>
          <p:cNvPr id="1005" name="Google Shape;1005;p67"/>
          <p:cNvSpPr/>
          <p:nvPr/>
        </p:nvSpPr>
        <p:spPr>
          <a:xfrm>
            <a:off x="10064659" y="5080097"/>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Regulatory Support </a:t>
            </a:r>
            <a:endParaRPr sz="900"/>
          </a:p>
        </p:txBody>
      </p:sp>
      <p:sp>
        <p:nvSpPr>
          <p:cNvPr id="1006" name="Google Shape;1006;p67"/>
          <p:cNvSpPr/>
          <p:nvPr/>
        </p:nvSpPr>
        <p:spPr>
          <a:xfrm>
            <a:off x="8748736"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Advanced Capabilities</a:t>
            </a:r>
            <a:endParaRPr sz="900"/>
          </a:p>
        </p:txBody>
      </p:sp>
      <p:sp>
        <p:nvSpPr>
          <p:cNvPr id="1007" name="Google Shape;1007;p67"/>
          <p:cNvSpPr/>
          <p:nvPr/>
        </p:nvSpPr>
        <p:spPr>
          <a:xfrm>
            <a:off x="2132887" y="33513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Workflow</a:t>
            </a:r>
            <a:endParaRPr sz="900">
              <a:solidFill>
                <a:schemeClr val="dk1"/>
              </a:solidFill>
            </a:endParaRPr>
          </a:p>
        </p:txBody>
      </p:sp>
      <p:sp>
        <p:nvSpPr>
          <p:cNvPr id="1008" name="Google Shape;1008;p67"/>
          <p:cNvSpPr/>
          <p:nvPr/>
        </p:nvSpPr>
        <p:spPr>
          <a:xfrm>
            <a:off x="2132887" y="4738722"/>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Automation Workflow</a:t>
            </a:r>
            <a:endParaRPr sz="900">
              <a:solidFill>
                <a:schemeClr val="dk1"/>
              </a:solidFill>
            </a:endParaRPr>
          </a:p>
        </p:txBody>
      </p:sp>
      <p:sp>
        <p:nvSpPr>
          <p:cNvPr id="1009" name="Google Shape;1009;p67"/>
          <p:cNvSpPr/>
          <p:nvPr/>
        </p:nvSpPr>
        <p:spPr>
          <a:xfrm>
            <a:off x="2132887"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Version Control</a:t>
            </a:r>
            <a:endParaRPr sz="900">
              <a:solidFill>
                <a:schemeClr val="dk1"/>
              </a:solidFill>
            </a:endParaRPr>
          </a:p>
        </p:txBody>
      </p:sp>
      <p:sp>
        <p:nvSpPr>
          <p:cNvPr id="1010" name="Google Shape;1010;p67"/>
          <p:cNvSpPr/>
          <p:nvPr/>
        </p:nvSpPr>
        <p:spPr>
          <a:xfrm>
            <a:off x="3452366" y="404865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Prod-like Sandbox</a:t>
            </a:r>
            <a:endParaRPr sz="900">
              <a:solidFill>
                <a:schemeClr val="dk1"/>
              </a:solidFill>
            </a:endParaRPr>
          </a:p>
        </p:txBody>
      </p:sp>
      <p:sp>
        <p:nvSpPr>
          <p:cNvPr id="1011" name="Google Shape;1011;p67"/>
          <p:cNvSpPr/>
          <p:nvPr/>
        </p:nvSpPr>
        <p:spPr>
          <a:xfrm>
            <a:off x="3452366" y="474746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Dev Workstations</a:t>
            </a:r>
            <a:endParaRPr sz="900">
              <a:solidFill>
                <a:schemeClr val="dk1"/>
              </a:solidFill>
            </a:endParaRPr>
          </a:p>
        </p:txBody>
      </p:sp>
      <p:sp>
        <p:nvSpPr>
          <p:cNvPr id="1012" name="Google Shape;1012;p67"/>
          <p:cNvSpPr/>
          <p:nvPr/>
        </p:nvSpPr>
        <p:spPr>
          <a:xfrm>
            <a:off x="3452366"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Single Containers</a:t>
            </a:r>
            <a:endParaRPr sz="900">
              <a:solidFill>
                <a:schemeClr val="dk1"/>
              </a:solidFill>
            </a:endParaRPr>
          </a:p>
        </p:txBody>
      </p:sp>
      <p:sp>
        <p:nvSpPr>
          <p:cNvPr id="1013" name="Google Shape;1013;p67"/>
          <p:cNvSpPr/>
          <p:nvPr/>
        </p:nvSpPr>
        <p:spPr>
          <a:xfrm>
            <a:off x="4771853" y="47291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Workload Analysis</a:t>
            </a:r>
            <a:endParaRPr sz="900">
              <a:solidFill>
                <a:schemeClr val="dk1"/>
              </a:solidFill>
            </a:endParaRPr>
          </a:p>
        </p:txBody>
      </p:sp>
      <p:sp>
        <p:nvSpPr>
          <p:cNvPr id="1014" name="Google Shape;1014;p67"/>
          <p:cNvSpPr/>
          <p:nvPr/>
        </p:nvSpPr>
        <p:spPr>
          <a:xfrm>
            <a:off x="4771853" y="43782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Storage/Network integration</a:t>
            </a:r>
            <a:endParaRPr sz="900">
              <a:solidFill>
                <a:schemeClr val="dk1"/>
              </a:solidFill>
            </a:endParaRPr>
          </a:p>
        </p:txBody>
      </p:sp>
      <p:sp>
        <p:nvSpPr>
          <p:cNvPr id="1015" name="Google Shape;1015;p67"/>
          <p:cNvSpPr/>
          <p:nvPr/>
        </p:nvSpPr>
        <p:spPr>
          <a:xfrm>
            <a:off x="4771853"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Secrets Management</a:t>
            </a:r>
            <a:endParaRPr sz="900">
              <a:solidFill>
                <a:schemeClr val="dk1"/>
              </a:solidFill>
            </a:endParaRPr>
          </a:p>
        </p:txBody>
      </p:sp>
      <p:sp>
        <p:nvSpPr>
          <p:cNvPr id="1016" name="Google Shape;1016;p67"/>
          <p:cNvSpPr/>
          <p:nvPr/>
        </p:nvSpPr>
        <p:spPr>
          <a:xfrm>
            <a:off x="4771853" y="36763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Security</a:t>
            </a:r>
            <a:endParaRPr sz="900">
              <a:solidFill>
                <a:schemeClr val="dk1"/>
              </a:solidFill>
            </a:endParaRPr>
          </a:p>
        </p:txBody>
      </p:sp>
      <p:sp>
        <p:nvSpPr>
          <p:cNvPr id="1017" name="Google Shape;1017;p67"/>
          <p:cNvSpPr/>
          <p:nvPr/>
        </p:nvSpPr>
        <p:spPr>
          <a:xfrm>
            <a:off x="4771853" y="3325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Declarative Infrastructure</a:t>
            </a:r>
            <a:endParaRPr sz="900">
              <a:solidFill>
                <a:schemeClr val="dk1"/>
              </a:solidFill>
            </a:endParaRPr>
          </a:p>
        </p:txBody>
      </p:sp>
      <p:sp>
        <p:nvSpPr>
          <p:cNvPr id="1018" name="Google Shape;1018;p67"/>
          <p:cNvSpPr/>
          <p:nvPr/>
        </p:nvSpPr>
        <p:spPr>
          <a:xfrm>
            <a:off x="4771853" y="297438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Observability Pub/Sub</a:t>
            </a:r>
            <a:endParaRPr sz="900">
              <a:solidFill>
                <a:schemeClr val="dk1"/>
              </a:solidFill>
            </a:endParaRPr>
          </a:p>
        </p:txBody>
      </p:sp>
      <p:sp>
        <p:nvSpPr>
          <p:cNvPr id="1019" name="Google Shape;1019;p67"/>
          <p:cNvSpPr/>
          <p:nvPr/>
        </p:nvSpPr>
        <p:spPr>
          <a:xfrm>
            <a:off x="4771853" y="262342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CI Framework</a:t>
            </a:r>
            <a:endParaRPr sz="900">
              <a:solidFill>
                <a:schemeClr val="dk1"/>
              </a:solidFill>
            </a:endParaRPr>
          </a:p>
        </p:txBody>
      </p:sp>
      <p:sp>
        <p:nvSpPr>
          <p:cNvPr id="1020" name="Google Shape;1020;p67"/>
          <p:cNvSpPr/>
          <p:nvPr/>
        </p:nvSpPr>
        <p:spPr>
          <a:xfrm>
            <a:off x="6135478" y="335134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Operator Certification</a:t>
            </a:r>
            <a:endParaRPr sz="900">
              <a:solidFill>
                <a:schemeClr val="dk1"/>
              </a:solidFill>
            </a:endParaRPr>
          </a:p>
        </p:txBody>
      </p:sp>
      <p:sp>
        <p:nvSpPr>
          <p:cNvPr id="1021" name="Google Shape;1021;p67"/>
          <p:cNvSpPr/>
          <p:nvPr/>
        </p:nvSpPr>
        <p:spPr>
          <a:xfrm>
            <a:off x="6135478" y="403593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Build Pipelines</a:t>
            </a:r>
            <a:endParaRPr sz="900">
              <a:solidFill>
                <a:schemeClr val="dk1"/>
              </a:solidFill>
            </a:endParaRPr>
          </a:p>
        </p:txBody>
      </p:sp>
      <p:sp>
        <p:nvSpPr>
          <p:cNvPr id="1022" name="Google Shape;1022;p67"/>
          <p:cNvSpPr/>
          <p:nvPr/>
        </p:nvSpPr>
        <p:spPr>
          <a:xfrm>
            <a:off x="6135478" y="438468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Deployment Integration</a:t>
            </a:r>
            <a:endParaRPr sz="900">
              <a:solidFill>
                <a:schemeClr val="dk1"/>
              </a:solidFill>
            </a:endParaRPr>
          </a:p>
        </p:txBody>
      </p:sp>
      <p:sp>
        <p:nvSpPr>
          <p:cNvPr id="1023" name="Google Shape;1023;p67"/>
          <p:cNvSpPr/>
          <p:nvPr/>
        </p:nvSpPr>
        <p:spPr>
          <a:xfrm>
            <a:off x="6135478" y="473344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Image Ingestion</a:t>
            </a:r>
            <a:endParaRPr sz="900">
              <a:solidFill>
                <a:schemeClr val="dk1"/>
              </a:solidFill>
            </a:endParaRPr>
          </a:p>
        </p:txBody>
      </p:sp>
      <p:sp>
        <p:nvSpPr>
          <p:cNvPr id="1024" name="Google Shape;1024;p67"/>
          <p:cNvSpPr/>
          <p:nvPr/>
        </p:nvSpPr>
        <p:spPr>
          <a:xfrm>
            <a:off x="7441962" y="334474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Chargebacks</a:t>
            </a:r>
            <a:endParaRPr sz="900">
              <a:solidFill>
                <a:schemeClr val="dk1"/>
              </a:solidFill>
            </a:endParaRPr>
          </a:p>
        </p:txBody>
      </p:sp>
      <p:sp>
        <p:nvSpPr>
          <p:cNvPr id="1025" name="Google Shape;1025;p67"/>
          <p:cNvSpPr/>
          <p:nvPr/>
        </p:nvSpPr>
        <p:spPr>
          <a:xfrm>
            <a:off x="7441962" y="36860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Resiliency Validation</a:t>
            </a:r>
            <a:endParaRPr sz="900">
              <a:solidFill>
                <a:schemeClr val="dk1"/>
              </a:solidFill>
            </a:endParaRPr>
          </a:p>
        </p:txBody>
      </p:sp>
      <p:sp>
        <p:nvSpPr>
          <p:cNvPr id="1026" name="Google Shape;1026;p67"/>
          <p:cNvSpPr/>
          <p:nvPr/>
        </p:nvSpPr>
        <p:spPr>
          <a:xfrm>
            <a:off x="7441962"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0" lIns="121900" spcFirstLastPara="1" rIns="121900" wrap="square" tIns="0">
            <a:noAutofit/>
          </a:bodyPr>
          <a:lstStyle/>
          <a:p>
            <a:pPr indent="0" lvl="0" marL="0" marR="0" rtl="0" algn="ctr">
              <a:lnSpc>
                <a:spcPct val="100000"/>
              </a:lnSpc>
              <a:spcBef>
                <a:spcPts val="0"/>
              </a:spcBef>
              <a:spcAft>
                <a:spcPts val="0"/>
              </a:spcAft>
              <a:buNone/>
            </a:pPr>
            <a:r>
              <a:rPr lang="en" sz="900">
                <a:solidFill>
                  <a:schemeClr val="dk1"/>
                </a:solidFill>
              </a:rPr>
              <a:t>Disaster Recovery / Active Failover</a:t>
            </a:r>
            <a:endParaRPr sz="900">
              <a:solidFill>
                <a:schemeClr val="dk1"/>
              </a:solidFill>
            </a:endParaRPr>
          </a:p>
        </p:txBody>
      </p:sp>
      <p:sp>
        <p:nvSpPr>
          <p:cNvPr id="1027" name="Google Shape;1027;p67"/>
          <p:cNvSpPr/>
          <p:nvPr/>
        </p:nvSpPr>
        <p:spPr>
          <a:xfrm>
            <a:off x="8748736" y="368757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dk1"/>
                </a:solidFill>
              </a:rPr>
              <a:t>Application Lifecycle Automation</a:t>
            </a:r>
            <a:endParaRPr sz="900">
              <a:solidFill>
                <a:schemeClr val="dk1"/>
              </a:solidFill>
            </a:endParaRPr>
          </a:p>
        </p:txBody>
      </p:sp>
      <p:sp>
        <p:nvSpPr>
          <p:cNvPr id="1028" name="Google Shape;1028;p67"/>
          <p:cNvSpPr/>
          <p:nvPr/>
        </p:nvSpPr>
        <p:spPr>
          <a:xfrm>
            <a:off x="7441962" y="437820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Fleet Management</a:t>
            </a:r>
            <a:endParaRPr sz="900">
              <a:solidFill>
                <a:schemeClr val="dk1"/>
              </a:solidFill>
            </a:endParaRPr>
          </a:p>
        </p:txBody>
      </p:sp>
      <p:sp>
        <p:nvSpPr>
          <p:cNvPr id="1029" name="Google Shape;1029;p67"/>
          <p:cNvSpPr/>
          <p:nvPr/>
        </p:nvSpPr>
        <p:spPr>
          <a:xfrm>
            <a:off x="7441962"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SRE Patterns</a:t>
            </a:r>
            <a:endParaRPr sz="900">
              <a:solidFill>
                <a:schemeClr val="dk1"/>
              </a:solidFill>
            </a:endParaRPr>
          </a:p>
        </p:txBody>
      </p:sp>
      <p:sp>
        <p:nvSpPr>
          <p:cNvPr id="1030" name="Google Shape;1030;p67"/>
          <p:cNvSpPr/>
          <p:nvPr/>
        </p:nvSpPr>
        <p:spPr>
          <a:xfrm>
            <a:off x="8748736" y="40272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FinOps</a:t>
            </a:r>
            <a:endParaRPr sz="900">
              <a:solidFill>
                <a:schemeClr val="dk1"/>
              </a:solidFill>
            </a:endParaRPr>
          </a:p>
        </p:txBody>
      </p:sp>
      <p:sp>
        <p:nvSpPr>
          <p:cNvPr id="1031" name="Google Shape;1031;p67"/>
          <p:cNvSpPr/>
          <p:nvPr/>
        </p:nvSpPr>
        <p:spPr>
          <a:xfrm>
            <a:off x="8748736" y="437816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Zero Trust</a:t>
            </a:r>
            <a:endParaRPr sz="900">
              <a:solidFill>
                <a:schemeClr val="dk1"/>
              </a:solidFill>
            </a:endParaRPr>
          </a:p>
        </p:txBody>
      </p:sp>
      <p:sp>
        <p:nvSpPr>
          <p:cNvPr id="1032" name="Google Shape;1032;p67"/>
          <p:cNvSpPr/>
          <p:nvPr/>
        </p:nvSpPr>
        <p:spPr>
          <a:xfrm>
            <a:off x="8748736"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Service Mesh</a:t>
            </a:r>
            <a:endParaRPr sz="900">
              <a:solidFill>
                <a:schemeClr val="dk1"/>
              </a:solidFill>
            </a:endParaRPr>
          </a:p>
        </p:txBody>
      </p:sp>
      <p:sp>
        <p:nvSpPr>
          <p:cNvPr id="1033" name="Google Shape;1033;p67"/>
          <p:cNvSpPr/>
          <p:nvPr/>
        </p:nvSpPr>
        <p:spPr>
          <a:xfrm>
            <a:off x="10064659" y="40272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Software Bill of Materials</a:t>
            </a:r>
            <a:endParaRPr sz="900">
              <a:solidFill>
                <a:schemeClr val="dk1"/>
              </a:solidFill>
            </a:endParaRPr>
          </a:p>
        </p:txBody>
      </p:sp>
      <p:sp>
        <p:nvSpPr>
          <p:cNvPr id="1034" name="Google Shape;1034;p67"/>
          <p:cNvSpPr/>
          <p:nvPr/>
        </p:nvSpPr>
        <p:spPr>
          <a:xfrm>
            <a:off x="10064659" y="437821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Custom Policy Enforcement</a:t>
            </a:r>
            <a:endParaRPr sz="900">
              <a:solidFill>
                <a:schemeClr val="dk1"/>
              </a:solidFill>
            </a:endParaRPr>
          </a:p>
        </p:txBody>
      </p:sp>
      <p:sp>
        <p:nvSpPr>
          <p:cNvPr id="1035" name="Google Shape;1035;p67"/>
          <p:cNvSpPr/>
          <p:nvPr/>
        </p:nvSpPr>
        <p:spPr>
          <a:xfrm>
            <a:off x="10064659" y="472915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Reg. Auditing &amp; Reporting</a:t>
            </a:r>
            <a:endParaRPr sz="900">
              <a:solidFill>
                <a:schemeClr val="dk1"/>
              </a:solidFill>
            </a:endParaRPr>
          </a:p>
        </p:txBody>
      </p:sp>
      <p:cxnSp>
        <p:nvCxnSpPr>
          <p:cNvPr id="1036" name="Google Shape;1036;p67"/>
          <p:cNvCxnSpPr/>
          <p:nvPr/>
        </p:nvCxnSpPr>
        <p:spPr>
          <a:xfrm>
            <a:off x="6074342" y="1740142"/>
            <a:ext cx="2700" cy="3870000"/>
          </a:xfrm>
          <a:prstGeom prst="straightConnector1">
            <a:avLst/>
          </a:prstGeom>
          <a:noFill/>
          <a:ln cap="flat" cmpd="sng" w="28575">
            <a:solidFill>
              <a:schemeClr val="accent1"/>
            </a:solidFill>
            <a:prstDash val="dot"/>
            <a:round/>
            <a:headEnd len="med" w="med" type="none"/>
            <a:tailEnd len="med" w="med" type="none"/>
          </a:ln>
        </p:spPr>
      </p:cxnSp>
      <p:sp>
        <p:nvSpPr>
          <p:cNvPr id="1037" name="Google Shape;1037;p67"/>
          <p:cNvSpPr txBox="1"/>
          <p:nvPr/>
        </p:nvSpPr>
        <p:spPr>
          <a:xfrm>
            <a:off x="5460692" y="1443742"/>
            <a:ext cx="1189200" cy="415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1100"/>
              <a:t>Inflection Point</a:t>
            </a:r>
            <a:endParaRPr sz="1100"/>
          </a:p>
        </p:txBody>
      </p:sp>
      <p:sp>
        <p:nvSpPr>
          <p:cNvPr id="1038" name="Google Shape;1038;p67"/>
          <p:cNvSpPr txBox="1"/>
          <p:nvPr/>
        </p:nvSpPr>
        <p:spPr>
          <a:xfrm>
            <a:off x="4457792" y="1714483"/>
            <a:ext cx="11892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Prep</a:t>
            </a:r>
            <a:endParaRPr sz="800"/>
          </a:p>
        </p:txBody>
      </p:sp>
      <p:sp>
        <p:nvSpPr>
          <p:cNvPr id="1039" name="Google Shape;1039;p67"/>
          <p:cNvSpPr txBox="1"/>
          <p:nvPr/>
        </p:nvSpPr>
        <p:spPr>
          <a:xfrm>
            <a:off x="6463592" y="1714483"/>
            <a:ext cx="13773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Delivery</a:t>
            </a:r>
            <a:endParaRPr sz="800"/>
          </a:p>
        </p:txBody>
      </p:sp>
      <p:sp>
        <p:nvSpPr>
          <p:cNvPr id="1040" name="Google Shape;1040;p67"/>
          <p:cNvSpPr/>
          <p:nvPr/>
        </p:nvSpPr>
        <p:spPr>
          <a:xfrm>
            <a:off x="809901" y="43781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Compute Provisioning</a:t>
            </a:r>
            <a:endParaRPr sz="900">
              <a:solidFill>
                <a:schemeClr val="dk1"/>
              </a:solidFill>
            </a:endParaRPr>
          </a:p>
        </p:txBody>
      </p:sp>
      <p:cxnSp>
        <p:nvCxnSpPr>
          <p:cNvPr id="1041" name="Google Shape;1041;p67"/>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sp>
        <p:nvSpPr>
          <p:cNvPr id="1042" name="Google Shape;1042;p67"/>
          <p:cNvSpPr/>
          <p:nvPr/>
        </p:nvSpPr>
        <p:spPr>
          <a:xfrm>
            <a:off x="10064659" y="368511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Bill of Materials</a:t>
            </a:r>
            <a:endParaRPr sz="900">
              <a:solidFill>
                <a:schemeClr val="dk1"/>
              </a:solidFill>
            </a:endParaRPr>
          </a:p>
        </p:txBody>
      </p:sp>
      <p:sp>
        <p:nvSpPr>
          <p:cNvPr id="1043" name="Google Shape;1043;p67"/>
          <p:cNvSpPr/>
          <p:nvPr/>
        </p:nvSpPr>
        <p:spPr>
          <a:xfrm>
            <a:off x="10064659" y="334295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Automated Governance</a:t>
            </a:r>
            <a:endParaRPr sz="900">
              <a:solidFill>
                <a:schemeClr val="dk1"/>
              </a:solidFill>
            </a:endParaRPr>
          </a:p>
        </p:txBody>
      </p:sp>
      <p:sp>
        <p:nvSpPr>
          <p:cNvPr id="1044" name="Google Shape;1044;p67"/>
          <p:cNvSpPr/>
          <p:nvPr/>
        </p:nvSpPr>
        <p:spPr>
          <a:xfrm>
            <a:off x="4774792" y="6059589"/>
            <a:ext cx="1252500" cy="300900"/>
          </a:xfrm>
          <a:prstGeom prst="roundRect">
            <a:avLst>
              <a:gd fmla="val 16667" name="adj"/>
            </a:avLst>
          </a:prstGeom>
          <a:solidFill>
            <a:srgbClr val="B6D7A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Developing</a:t>
            </a:r>
            <a:endParaRPr sz="900">
              <a:solidFill>
                <a:schemeClr val="dk1"/>
              </a:solidFill>
            </a:endParaRPr>
          </a:p>
        </p:txBody>
      </p:sp>
      <p:sp>
        <p:nvSpPr>
          <p:cNvPr id="1045" name="Google Shape;1045;p67"/>
          <p:cNvSpPr/>
          <p:nvPr/>
        </p:nvSpPr>
        <p:spPr>
          <a:xfrm>
            <a:off x="6083792" y="6059603"/>
            <a:ext cx="1252500" cy="300900"/>
          </a:xfrm>
          <a:prstGeom prst="roundRect">
            <a:avLst>
              <a:gd fmla="val 16667" name="adj"/>
            </a:avLst>
          </a:prstGeom>
          <a:solidFill>
            <a:srgbClr val="93C47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Acceptable</a:t>
            </a:r>
            <a:endParaRPr sz="900"/>
          </a:p>
        </p:txBody>
      </p:sp>
      <p:sp>
        <p:nvSpPr>
          <p:cNvPr id="1046" name="Google Shape;1046;p67"/>
          <p:cNvSpPr/>
          <p:nvPr/>
        </p:nvSpPr>
        <p:spPr>
          <a:xfrm>
            <a:off x="7392792" y="6059589"/>
            <a:ext cx="1252500" cy="300900"/>
          </a:xfrm>
          <a:prstGeom prst="roundRect">
            <a:avLst>
              <a:gd fmla="val 16667" name="adj"/>
            </a:avLst>
          </a:prstGeom>
          <a:solidFill>
            <a:srgbClr val="6AA84F"/>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Advanced</a:t>
            </a:r>
            <a:endParaRPr sz="900">
              <a:solidFill>
                <a:schemeClr val="dk1"/>
              </a:solidFill>
            </a:endParaRPr>
          </a:p>
        </p:txBody>
      </p:sp>
      <p:sp>
        <p:nvSpPr>
          <p:cNvPr id="1047" name="Google Shape;1047;p67"/>
          <p:cNvSpPr/>
          <p:nvPr/>
        </p:nvSpPr>
        <p:spPr>
          <a:xfrm>
            <a:off x="8715792" y="6059589"/>
            <a:ext cx="1252500" cy="300900"/>
          </a:xfrm>
          <a:prstGeom prst="roundRect">
            <a:avLst>
              <a:gd fmla="val 16667" name="adj"/>
            </a:avLst>
          </a:prstGeom>
          <a:solidFill>
            <a:srgbClr val="38761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lt1"/>
                </a:solidFill>
              </a:rPr>
              <a:t>Leading</a:t>
            </a:r>
            <a:endParaRPr sz="900">
              <a:solidFill>
                <a:schemeClr val="lt1"/>
              </a:solidFill>
            </a:endParaRPr>
          </a:p>
        </p:txBody>
      </p:sp>
      <p:sp>
        <p:nvSpPr>
          <p:cNvPr id="1048" name="Google Shape;1048;p67"/>
          <p:cNvSpPr/>
          <p:nvPr/>
        </p:nvSpPr>
        <p:spPr>
          <a:xfrm>
            <a:off x="6135478" y="36936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Sidecar Integration</a:t>
            </a:r>
            <a:endParaRPr sz="900">
              <a:solidFill>
                <a:schemeClr val="dk1"/>
              </a:solidFill>
            </a:endParaRPr>
          </a:p>
        </p:txBody>
      </p:sp>
      <p:sp>
        <p:nvSpPr>
          <p:cNvPr id="1049" name="Google Shape;1049;p67"/>
          <p:cNvSpPr txBox="1"/>
          <p:nvPr/>
        </p:nvSpPr>
        <p:spPr>
          <a:xfrm>
            <a:off x="1675200" y="6009950"/>
            <a:ext cx="65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Key:</a:t>
            </a:r>
            <a:endParaRPr>
              <a:latin typeface="Red Hat Display"/>
              <a:ea typeface="Red Hat Display"/>
              <a:cs typeface="Red Hat Display"/>
              <a:sym typeface="Red Hat Display"/>
            </a:endParaRPr>
          </a:p>
        </p:txBody>
      </p:sp>
      <p:sp>
        <p:nvSpPr>
          <p:cNvPr id="1050" name="Google Shape;1050;p67"/>
          <p:cNvSpPr txBox="1"/>
          <p:nvPr>
            <p:ph idx="4294967295" type="title"/>
          </p:nvPr>
        </p:nvSpPr>
        <p:spPr>
          <a:xfrm>
            <a:off x="1752600" y="946000"/>
            <a:ext cx="8686800" cy="41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Capability Matrix for Flight Path</a:t>
            </a:r>
            <a:endParaRPr/>
          </a:p>
        </p:txBody>
      </p:sp>
      <p:sp>
        <p:nvSpPr>
          <p:cNvPr id="1051" name="Google Shape;1051;p67"/>
          <p:cNvSpPr txBox="1"/>
          <p:nvPr/>
        </p:nvSpPr>
        <p:spPr>
          <a:xfrm>
            <a:off x="9046075" y="1656300"/>
            <a:ext cx="2232900" cy="7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Red Hat Display"/>
                <a:ea typeface="Red Hat Display"/>
                <a:cs typeface="Red Hat Display"/>
                <a:sym typeface="Red Hat Display"/>
              </a:rPr>
              <a:t>Overall maturity increases up and to the right</a:t>
            </a:r>
            <a:br>
              <a:rPr lang="en" sz="1300">
                <a:latin typeface="Red Hat Display"/>
                <a:ea typeface="Red Hat Display"/>
                <a:cs typeface="Red Hat Display"/>
                <a:sym typeface="Red Hat Display"/>
              </a:rPr>
            </a:br>
            <a:br>
              <a:rPr lang="en" sz="1300">
                <a:latin typeface="Red Hat Display"/>
                <a:ea typeface="Red Hat Display"/>
                <a:cs typeface="Red Hat Display"/>
                <a:sym typeface="Red Hat Display"/>
              </a:rPr>
            </a:br>
            <a:r>
              <a:rPr lang="en" sz="1300">
                <a:latin typeface="Red Hat Display"/>
                <a:ea typeface="Red Hat Display"/>
                <a:cs typeface="Red Hat Display"/>
                <a:sym typeface="Red Hat Display"/>
              </a:rPr>
              <a:t>Copy this slide and use the colour fill key below to generate your map.</a:t>
            </a:r>
            <a:endParaRPr sz="1300">
              <a:latin typeface="Red Hat Display"/>
              <a:ea typeface="Red Hat Display"/>
              <a:cs typeface="Red Hat Display"/>
              <a:sym typeface="Red Hat Display"/>
            </a:endParaRPr>
          </a:p>
        </p:txBody>
      </p:sp>
      <p:sp>
        <p:nvSpPr>
          <p:cNvPr id="1052" name="Google Shape;1052;p67"/>
          <p:cNvSpPr/>
          <p:nvPr/>
        </p:nvSpPr>
        <p:spPr>
          <a:xfrm>
            <a:off x="759750" y="3211200"/>
            <a:ext cx="2664000" cy="2244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1053" name="Google Shape;1053;p67"/>
          <p:cNvCxnSpPr/>
          <p:nvPr/>
        </p:nvCxnSpPr>
        <p:spPr>
          <a:xfrm>
            <a:off x="1005191" y="55839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1054" name="Google Shape;1054;p67"/>
          <p:cNvSpPr txBox="1"/>
          <p:nvPr/>
        </p:nvSpPr>
        <p:spPr>
          <a:xfrm>
            <a:off x="678715" y="2795430"/>
            <a:ext cx="21273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1055" name="Google Shape;1055;p67"/>
          <p:cNvSpPr txBox="1"/>
          <p:nvPr>
            <p:ph idx="2" type="subTitle"/>
          </p:nvPr>
        </p:nvSpPr>
        <p:spPr>
          <a:xfrm>
            <a:off x="885050" y="6169550"/>
            <a:ext cx="64512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a:t>
            </a:r>
            <a:r>
              <a:rPr lang="en"/>
              <a:t>From: Flight Path End to End by Adam Seeley and Bob Mader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68"/>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1061" name="Google Shape;1061;p68"/>
          <p:cNvCxnSpPr>
            <a:endCxn id="1062" idx="0"/>
          </p:cNvCxnSpPr>
          <p:nvPr/>
        </p:nvCxnSpPr>
        <p:spPr>
          <a:xfrm rot="10800000">
            <a:off x="7469878" y="4766794"/>
            <a:ext cx="1131000" cy="471900"/>
          </a:xfrm>
          <a:prstGeom prst="curvedConnector4">
            <a:avLst>
              <a:gd fmla="val 12513" name="adj1"/>
              <a:gd fmla="val 150461" name="adj2"/>
            </a:avLst>
          </a:prstGeom>
          <a:noFill/>
          <a:ln cap="flat" cmpd="sng" w="19050">
            <a:solidFill>
              <a:srgbClr val="EC0000"/>
            </a:solidFill>
            <a:prstDash val="dash"/>
            <a:round/>
            <a:headEnd len="med" w="med" type="none"/>
            <a:tailEnd len="med" w="med" type="triangle"/>
          </a:ln>
        </p:spPr>
      </p:cxnSp>
      <p:cxnSp>
        <p:nvCxnSpPr>
          <p:cNvPr id="1063" name="Google Shape;1063;p68"/>
          <p:cNvCxnSpPr>
            <a:endCxn id="1062" idx="0"/>
          </p:cNvCxnSpPr>
          <p:nvPr/>
        </p:nvCxnSpPr>
        <p:spPr>
          <a:xfrm rot="10800000">
            <a:off x="7469878" y="4766794"/>
            <a:ext cx="1817100" cy="500400"/>
          </a:xfrm>
          <a:prstGeom prst="curvedConnector4">
            <a:avLst>
              <a:gd fmla="val 26667" name="adj1"/>
              <a:gd fmla="val 147587" name="adj2"/>
            </a:avLst>
          </a:prstGeom>
          <a:noFill/>
          <a:ln cap="flat" cmpd="sng" w="19050">
            <a:solidFill>
              <a:srgbClr val="EC0000"/>
            </a:solidFill>
            <a:prstDash val="dash"/>
            <a:round/>
            <a:headEnd len="med" w="med" type="none"/>
            <a:tailEnd len="med" w="med" type="triangle"/>
          </a:ln>
        </p:spPr>
      </p:cxnSp>
      <p:sp>
        <p:nvSpPr>
          <p:cNvPr id="1064" name="Google Shape;1064;p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065" name="Google Shape;1065;p68"/>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Cloud Native Adoption Curve</a:t>
            </a:r>
            <a:endParaRPr/>
          </a:p>
          <a:p>
            <a:pPr indent="0" lvl="0" marL="0" rtl="0" algn="ctr">
              <a:spcBef>
                <a:spcPts val="0"/>
              </a:spcBef>
              <a:spcAft>
                <a:spcPts val="0"/>
              </a:spcAft>
              <a:buNone/>
            </a:pPr>
            <a:r>
              <a:rPr b="1" lang="en" sz="1500">
                <a:solidFill>
                  <a:schemeClr val="accent2"/>
                </a:solidFill>
              </a:rPr>
              <a:t>Entering at the wrong point in the </a:t>
            </a:r>
            <a:r>
              <a:rPr b="1" lang="en" sz="1500">
                <a:solidFill>
                  <a:schemeClr val="accent2"/>
                </a:solidFill>
              </a:rPr>
              <a:t>continuum</a:t>
            </a:r>
            <a:r>
              <a:rPr b="1" lang="en" sz="1500">
                <a:solidFill>
                  <a:schemeClr val="accent2"/>
                </a:solidFill>
              </a:rPr>
              <a:t> == failure</a:t>
            </a:r>
            <a:endParaRPr b="1" sz="1500">
              <a:solidFill>
                <a:schemeClr val="accent2"/>
              </a:solidFill>
            </a:endParaRPr>
          </a:p>
        </p:txBody>
      </p:sp>
      <p:sp>
        <p:nvSpPr>
          <p:cNvPr id="1066" name="Google Shape;1066;p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067" name="Google Shape;1067;p68"/>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1068" name="Google Shape;1068;p68"/>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9" name="Google Shape;1069;p68"/>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0" name="Google Shape;1070;p68"/>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1" name="Google Shape;1071;p68"/>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2" name="Google Shape;1072;p68"/>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1073" name="Google Shape;1073;p68"/>
          <p:cNvGraphicFramePr/>
          <p:nvPr/>
        </p:nvGraphicFramePr>
        <p:xfrm>
          <a:off x="763728" y="5186994"/>
          <a:ext cx="3000000" cy="3000000"/>
        </p:xfrm>
        <a:graphic>
          <a:graphicData uri="http://schemas.openxmlformats.org/drawingml/2006/table">
            <a:tbl>
              <a:tblPr>
                <a:noFill/>
                <a:tableStyleId>{0337BD1C-9CC0-4670-8B4C-33C3BDC5342D}</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1074" name="Google Shape;1074;p68"/>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rgbClr val="002060"/>
            </a:solidFill>
            <a:prstDash val="dash"/>
            <a:round/>
            <a:headEnd len="med" w="med" type="none"/>
            <a:tailEnd len="med" w="med" type="triangle"/>
          </a:ln>
        </p:spPr>
      </p:sp>
      <p:sp>
        <p:nvSpPr>
          <p:cNvPr id="1075" name="Google Shape;1075;p68"/>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pic>
        <p:nvPicPr>
          <p:cNvPr id="1062" name="Google Shape;1062;p68"/>
          <p:cNvPicPr preferRelativeResize="0"/>
          <p:nvPr/>
        </p:nvPicPr>
        <p:blipFill>
          <a:blip r:embed="rId3">
            <a:alphaModFix/>
          </a:blip>
          <a:stretch>
            <a:fillRect/>
          </a:stretch>
        </p:blipFill>
        <p:spPr>
          <a:xfrm>
            <a:off x="6621918" y="4766794"/>
            <a:ext cx="1695921" cy="497701"/>
          </a:xfrm>
          <a:prstGeom prst="rect">
            <a:avLst/>
          </a:prstGeom>
          <a:noFill/>
          <a:ln>
            <a:noFill/>
          </a:ln>
        </p:spPr>
      </p:pic>
      <p:sp>
        <p:nvSpPr>
          <p:cNvPr id="1076" name="Google Shape;1076;p68"/>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Server Provisioning</a:t>
            </a:r>
            <a:endParaRPr sz="900">
              <a:solidFill>
                <a:srgbClr val="000000"/>
              </a:solidFill>
              <a:latin typeface="Red Hat Display"/>
              <a:ea typeface="Red Hat Display"/>
              <a:cs typeface="Red Hat Display"/>
              <a:sym typeface="Red Hat Display"/>
            </a:endParaRPr>
          </a:p>
        </p:txBody>
      </p:sp>
      <p:sp>
        <p:nvSpPr>
          <p:cNvPr id="1077" name="Google Shape;1077;p68"/>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In-Place Upgrades</a:t>
            </a:r>
            <a:endParaRPr sz="900">
              <a:solidFill>
                <a:srgbClr val="000000"/>
              </a:solidFill>
              <a:latin typeface="Red Hat Display"/>
              <a:ea typeface="Red Hat Display"/>
              <a:cs typeface="Red Hat Display"/>
              <a:sym typeface="Red Hat Display"/>
            </a:endParaRPr>
          </a:p>
        </p:txBody>
      </p:sp>
      <p:sp>
        <p:nvSpPr>
          <p:cNvPr id="1078" name="Google Shape;1078;p68"/>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IaC </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Builds</a:t>
            </a:r>
            <a:endParaRPr sz="900">
              <a:solidFill>
                <a:srgbClr val="000000"/>
              </a:solidFill>
              <a:latin typeface="Red Hat Display"/>
              <a:ea typeface="Red Hat Display"/>
              <a:cs typeface="Red Hat Display"/>
              <a:sym typeface="Red Hat Display"/>
            </a:endParaRPr>
          </a:p>
        </p:txBody>
      </p:sp>
      <p:sp>
        <p:nvSpPr>
          <p:cNvPr id="1079" name="Google Shape;1079;p68"/>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Network</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Automation</a:t>
            </a:r>
            <a:endParaRPr sz="900">
              <a:solidFill>
                <a:srgbClr val="000000"/>
              </a:solidFill>
              <a:latin typeface="Red Hat Display"/>
              <a:ea typeface="Red Hat Display"/>
              <a:cs typeface="Red Hat Display"/>
              <a:sym typeface="Red Hat Display"/>
            </a:endParaRPr>
          </a:p>
        </p:txBody>
      </p:sp>
      <p:sp>
        <p:nvSpPr>
          <p:cNvPr id="1080" name="Google Shape;1080;p68"/>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GitOps</a:t>
            </a:r>
            <a:endParaRPr sz="900">
              <a:solidFill>
                <a:srgbClr val="000000"/>
              </a:solidFill>
              <a:latin typeface="Red Hat Display"/>
              <a:ea typeface="Red Hat Display"/>
              <a:cs typeface="Red Hat Display"/>
              <a:sym typeface="Red Hat Display"/>
            </a:endParaRPr>
          </a:p>
        </p:txBody>
      </p:sp>
      <p:sp>
        <p:nvSpPr>
          <p:cNvPr id="1081" name="Google Shape;1081;p68"/>
          <p:cNvSpPr txBox="1"/>
          <p:nvPr/>
        </p:nvSpPr>
        <p:spPr>
          <a:xfrm>
            <a:off x="2539322" y="424907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Developer</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Workstations</a:t>
            </a:r>
            <a:endParaRPr sz="900">
              <a:solidFill>
                <a:srgbClr val="000000"/>
              </a:solidFill>
              <a:latin typeface="Red Hat Display"/>
              <a:ea typeface="Red Hat Display"/>
              <a:cs typeface="Red Hat Display"/>
              <a:sym typeface="Red Hat Display"/>
            </a:endParaRPr>
          </a:p>
        </p:txBody>
      </p:sp>
      <p:sp>
        <p:nvSpPr>
          <p:cNvPr id="1082" name="Google Shape;1082;p68"/>
          <p:cNvSpPr txBox="1"/>
          <p:nvPr/>
        </p:nvSpPr>
        <p:spPr>
          <a:xfrm>
            <a:off x="3859941" y="4186613"/>
            <a:ext cx="815400" cy="5541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Container Dev Environment</a:t>
            </a:r>
            <a:endParaRPr sz="900">
              <a:solidFill>
                <a:srgbClr val="000000"/>
              </a:solidFill>
              <a:latin typeface="Red Hat Display"/>
              <a:ea typeface="Red Hat Display"/>
              <a:cs typeface="Red Hat Display"/>
              <a:sym typeface="Red Hat Display"/>
            </a:endParaRPr>
          </a:p>
        </p:txBody>
      </p:sp>
      <p:sp>
        <p:nvSpPr>
          <p:cNvPr id="1083" name="Google Shape;1083;p68"/>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OpenShift</a:t>
            </a:r>
            <a:endParaRPr sz="900">
              <a:solidFill>
                <a:srgbClr val="000000"/>
              </a:solidFill>
              <a:latin typeface="Red Hat Display"/>
              <a:ea typeface="Red Hat Display"/>
              <a:cs typeface="Red Hat Display"/>
              <a:sym typeface="Red Hat Display"/>
            </a:endParaRPr>
          </a:p>
        </p:txBody>
      </p:sp>
      <p:sp>
        <p:nvSpPr>
          <p:cNvPr id="1084" name="Google Shape;1084;p68"/>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CI/CD Scaffolding</a:t>
            </a:r>
            <a:endParaRPr sz="900">
              <a:solidFill>
                <a:srgbClr val="000000"/>
              </a:solidFill>
              <a:latin typeface="Red Hat Display"/>
              <a:ea typeface="Red Hat Display"/>
              <a:cs typeface="Red Hat Display"/>
              <a:sym typeface="Red Hat Display"/>
            </a:endParaRPr>
          </a:p>
        </p:txBody>
      </p:sp>
      <p:sp>
        <p:nvSpPr>
          <p:cNvPr id="1085" name="Google Shape;1085;p68"/>
          <p:cNvSpPr txBox="1"/>
          <p:nvPr/>
        </p:nvSpPr>
        <p:spPr>
          <a:xfrm>
            <a:off x="9525472" y="190972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Secured Supply Chain</a:t>
            </a:r>
            <a:endParaRPr sz="900">
              <a:solidFill>
                <a:srgbClr val="000000"/>
              </a:solidFill>
              <a:latin typeface="Red Hat Display"/>
              <a:ea typeface="Red Hat Display"/>
              <a:cs typeface="Red Hat Display"/>
              <a:sym typeface="Red Hat Display"/>
            </a:endParaRPr>
          </a:p>
        </p:txBody>
      </p:sp>
      <p:sp>
        <p:nvSpPr>
          <p:cNvPr id="1086" name="Google Shape;1086;p68"/>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Zero Trust</a:t>
            </a:r>
            <a:endParaRPr sz="900">
              <a:solidFill>
                <a:srgbClr val="000000"/>
              </a:solidFill>
              <a:latin typeface="Red Hat Display"/>
              <a:ea typeface="Red Hat Display"/>
              <a:cs typeface="Red Hat Display"/>
              <a:sym typeface="Red Hat Display"/>
            </a:endParaRPr>
          </a:p>
        </p:txBody>
      </p:sp>
      <p:sp>
        <p:nvSpPr>
          <p:cNvPr id="1087" name="Google Shape;1087;p68"/>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Multi-Cloud</a:t>
            </a:r>
            <a:endParaRPr sz="900">
              <a:solidFill>
                <a:srgbClr val="000000"/>
              </a:solidFill>
              <a:latin typeface="Red Hat Display"/>
              <a:ea typeface="Red Hat Display"/>
              <a:cs typeface="Red Hat Display"/>
              <a:sym typeface="Red Hat Display"/>
            </a:endParaRPr>
          </a:p>
        </p:txBody>
      </p:sp>
      <p:cxnSp>
        <p:nvCxnSpPr>
          <p:cNvPr id="1088" name="Google Shape;1088;p68"/>
          <p:cNvCxnSpPr>
            <a:endCxn id="1062" idx="0"/>
          </p:cNvCxnSpPr>
          <p:nvPr/>
        </p:nvCxnSpPr>
        <p:spPr>
          <a:xfrm flipH="1" rot="10800000">
            <a:off x="6391378" y="4766794"/>
            <a:ext cx="1078500" cy="576600"/>
          </a:xfrm>
          <a:prstGeom prst="curvedConnector4">
            <a:avLst>
              <a:gd fmla="val 10688" name="adj1"/>
              <a:gd fmla="val 141298" name="adj2"/>
            </a:avLst>
          </a:prstGeom>
          <a:noFill/>
          <a:ln cap="flat" cmpd="sng" w="19050">
            <a:solidFill>
              <a:srgbClr val="EC0000"/>
            </a:solidFill>
            <a:prstDash val="dash"/>
            <a:round/>
            <a:headEnd len="med" w="med" type="none"/>
            <a:tailEnd len="med" w="med" type="triangle"/>
          </a:ln>
        </p:spPr>
      </p:cxnSp>
      <p:sp>
        <p:nvSpPr>
          <p:cNvPr id="1089" name="Google Shape;1089;p68"/>
          <p:cNvSpPr txBox="1"/>
          <p:nvPr/>
        </p:nvSpPr>
        <p:spPr>
          <a:xfrm>
            <a:off x="6604059" y="40689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Enterprise Pipelines</a:t>
            </a:r>
            <a:endParaRPr b="1" i="1" sz="800">
              <a:solidFill>
                <a:srgbClr val="EC0000"/>
              </a:solidFill>
              <a:latin typeface="Red Hat Display"/>
              <a:ea typeface="Red Hat Display"/>
              <a:cs typeface="Red Hat Display"/>
              <a:sym typeface="Red Hat Display"/>
            </a:endParaRPr>
          </a:p>
        </p:txBody>
      </p:sp>
      <p:sp>
        <p:nvSpPr>
          <p:cNvPr id="1090" name="Google Shape;1090;p68"/>
          <p:cNvSpPr txBox="1"/>
          <p:nvPr/>
        </p:nvSpPr>
        <p:spPr>
          <a:xfrm>
            <a:off x="7587328" y="40311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Migration Factories</a:t>
            </a:r>
            <a:endParaRPr b="1" i="1" sz="800">
              <a:solidFill>
                <a:srgbClr val="EC0000"/>
              </a:solidFill>
              <a:latin typeface="Red Hat Display"/>
              <a:ea typeface="Red Hat Display"/>
              <a:cs typeface="Red Hat Display"/>
              <a:sym typeface="Red Hat Display"/>
            </a:endParaRPr>
          </a:p>
        </p:txBody>
      </p:sp>
      <p:sp>
        <p:nvSpPr>
          <p:cNvPr id="1091" name="Google Shape;1091;p68"/>
          <p:cNvSpPr txBox="1"/>
          <p:nvPr/>
        </p:nvSpPr>
        <p:spPr>
          <a:xfrm>
            <a:off x="8611078" y="41454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OpenShift + ACM + ACS</a:t>
            </a:r>
            <a:endParaRPr b="1" i="1" sz="800">
              <a:solidFill>
                <a:srgbClr val="EC0000"/>
              </a:solidFill>
              <a:latin typeface="Red Hat Display"/>
              <a:ea typeface="Red Hat Display"/>
              <a:cs typeface="Red Hat Display"/>
              <a:sym typeface="Red Hat Display"/>
            </a:endParaRPr>
          </a:p>
        </p:txBody>
      </p:sp>
      <p:sp>
        <p:nvSpPr>
          <p:cNvPr id="1092" name="Google Shape;1092;p68"/>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1093" name="Google Shape;1093;p68"/>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1094" name="Google Shape;1094;p68"/>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1095" name="Google Shape;1095;p68"/>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1096" name="Google Shape;1096;p6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a:t>
            </a:r>
            <a:r>
              <a:rPr lang="en"/>
              <a:t>From: Flight Path End to End by Adam Seeley and Bob Mader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69"/>
          <p:cNvSpPr/>
          <p:nvPr/>
        </p:nvSpPr>
        <p:spPr>
          <a:xfrm>
            <a:off x="3827425" y="2107075"/>
            <a:ext cx="7114990" cy="2803244"/>
          </a:xfrm>
          <a:custGeom>
            <a:rect b="b" l="l" r="r" t="t"/>
            <a:pathLst>
              <a:path extrusionOk="0" h="4854103" w="12008422">
                <a:moveTo>
                  <a:pt x="0" y="4854103"/>
                </a:moveTo>
                <a:cubicBezTo>
                  <a:pt x="453957" y="2624037"/>
                  <a:pt x="1521371" y="404013"/>
                  <a:pt x="2598524" y="243192"/>
                </a:cubicBezTo>
                <a:cubicBezTo>
                  <a:pt x="3675677" y="82371"/>
                  <a:pt x="5351333" y="3670052"/>
                  <a:pt x="6462916" y="3889176"/>
                </a:cubicBezTo>
                <a:cubicBezTo>
                  <a:pt x="7574499" y="4108300"/>
                  <a:pt x="8330495" y="2180734"/>
                  <a:pt x="9268022" y="1557938"/>
                </a:cubicBezTo>
                <a:cubicBezTo>
                  <a:pt x="10205549" y="935142"/>
                  <a:pt x="11657900" y="305376"/>
                  <a:pt x="12008422" y="0"/>
                </a:cubicBezTo>
              </a:path>
            </a:pathLst>
          </a:custGeom>
          <a:noFill/>
          <a:ln cap="flat" cmpd="sng" w="19050">
            <a:solidFill>
              <a:srgbClr val="000099"/>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02" name="Google Shape;1102;p69"/>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103" name="Google Shape;1103;p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104" name="Google Shape;1104;p69"/>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Combining Flight Path with the</a:t>
            </a:r>
            <a:r>
              <a:rPr lang="en"/>
              <a:t> Curve</a:t>
            </a:r>
            <a:endParaRPr/>
          </a:p>
          <a:p>
            <a:pPr indent="0" lvl="0" marL="0" rtl="0" algn="ctr">
              <a:spcBef>
                <a:spcPts val="0"/>
              </a:spcBef>
              <a:spcAft>
                <a:spcPts val="0"/>
              </a:spcAft>
              <a:buNone/>
            </a:pPr>
            <a:r>
              <a:rPr lang="en" sz="1300"/>
              <a:t>Build-up of RHEL, Ansible and OpenShift platform capabilities that are used to accelerate application adoption.</a:t>
            </a:r>
            <a:endParaRPr sz="1300"/>
          </a:p>
        </p:txBody>
      </p:sp>
      <p:sp>
        <p:nvSpPr>
          <p:cNvPr id="1105" name="Google Shape;1105;p6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106" name="Google Shape;1106;p69"/>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1107" name="Google Shape;1107;p69"/>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8" name="Google Shape;1108;p69"/>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9" name="Google Shape;1109;p69"/>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0" name="Google Shape;1110;p69"/>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1" name="Google Shape;1111;p69"/>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1112" name="Google Shape;1112;p69"/>
          <p:cNvGraphicFramePr/>
          <p:nvPr/>
        </p:nvGraphicFramePr>
        <p:xfrm>
          <a:off x="763728" y="5186994"/>
          <a:ext cx="3000000" cy="3000000"/>
        </p:xfrm>
        <a:graphic>
          <a:graphicData uri="http://schemas.openxmlformats.org/drawingml/2006/table">
            <a:tbl>
              <a:tblPr>
                <a:noFill/>
                <a:tableStyleId>{0337BD1C-9CC0-4670-8B4C-33C3BDC5342D}</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1113" name="Google Shape;1113;p69"/>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chemeClr val="accent1"/>
            </a:solidFill>
            <a:prstDash val="dash"/>
            <a:round/>
            <a:headEnd len="med" w="med" type="none"/>
            <a:tailEnd len="med" w="med" type="triangle"/>
          </a:ln>
        </p:spPr>
      </p:sp>
      <p:sp>
        <p:nvSpPr>
          <p:cNvPr id="1114" name="Google Shape;1114;p69"/>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sp>
        <p:nvSpPr>
          <p:cNvPr id="1115" name="Google Shape;1115;p69"/>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Server Provisioning</a:t>
            </a:r>
            <a:endParaRPr b="1" sz="900">
              <a:solidFill>
                <a:schemeClr val="accent2"/>
              </a:solidFill>
              <a:latin typeface="Red Hat Display"/>
              <a:ea typeface="Red Hat Display"/>
              <a:cs typeface="Red Hat Display"/>
              <a:sym typeface="Red Hat Display"/>
            </a:endParaRPr>
          </a:p>
        </p:txBody>
      </p:sp>
      <p:sp>
        <p:nvSpPr>
          <p:cNvPr id="1116" name="Google Shape;1116;p69"/>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In-Place Upgrades</a:t>
            </a:r>
            <a:endParaRPr b="1" sz="900">
              <a:solidFill>
                <a:schemeClr val="accent2"/>
              </a:solidFill>
              <a:latin typeface="Red Hat Display"/>
              <a:ea typeface="Red Hat Display"/>
              <a:cs typeface="Red Hat Display"/>
              <a:sym typeface="Red Hat Display"/>
            </a:endParaRPr>
          </a:p>
        </p:txBody>
      </p:sp>
      <p:sp>
        <p:nvSpPr>
          <p:cNvPr id="1117" name="Google Shape;1117;p69"/>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IaC </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Builds</a:t>
            </a:r>
            <a:endParaRPr b="1" sz="900">
              <a:solidFill>
                <a:schemeClr val="accent2"/>
              </a:solidFill>
              <a:latin typeface="Red Hat Display"/>
              <a:ea typeface="Red Hat Display"/>
              <a:cs typeface="Red Hat Display"/>
              <a:sym typeface="Red Hat Display"/>
            </a:endParaRPr>
          </a:p>
        </p:txBody>
      </p:sp>
      <p:sp>
        <p:nvSpPr>
          <p:cNvPr id="1118" name="Google Shape;1118;p69"/>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Network</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Automation</a:t>
            </a:r>
            <a:endParaRPr b="1" sz="900">
              <a:solidFill>
                <a:schemeClr val="accent2"/>
              </a:solidFill>
              <a:latin typeface="Red Hat Display"/>
              <a:ea typeface="Red Hat Display"/>
              <a:cs typeface="Red Hat Display"/>
              <a:sym typeface="Red Hat Display"/>
            </a:endParaRPr>
          </a:p>
        </p:txBody>
      </p:sp>
      <p:sp>
        <p:nvSpPr>
          <p:cNvPr id="1119" name="Google Shape;1119;p69"/>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GitOps</a:t>
            </a:r>
            <a:endParaRPr b="1" sz="900">
              <a:solidFill>
                <a:schemeClr val="accent2"/>
              </a:solidFill>
              <a:latin typeface="Red Hat Display"/>
              <a:ea typeface="Red Hat Display"/>
              <a:cs typeface="Red Hat Display"/>
              <a:sym typeface="Red Hat Display"/>
            </a:endParaRPr>
          </a:p>
        </p:txBody>
      </p:sp>
      <p:sp>
        <p:nvSpPr>
          <p:cNvPr id="1120" name="Google Shape;1120;p69"/>
          <p:cNvSpPr txBox="1"/>
          <p:nvPr/>
        </p:nvSpPr>
        <p:spPr>
          <a:xfrm>
            <a:off x="2475375" y="4249075"/>
            <a:ext cx="879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Developer</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Workstations</a:t>
            </a:r>
            <a:endParaRPr b="1" sz="900">
              <a:solidFill>
                <a:schemeClr val="accent2"/>
              </a:solidFill>
              <a:latin typeface="Red Hat Display"/>
              <a:ea typeface="Red Hat Display"/>
              <a:cs typeface="Red Hat Display"/>
              <a:sym typeface="Red Hat Display"/>
            </a:endParaRPr>
          </a:p>
        </p:txBody>
      </p:sp>
      <p:sp>
        <p:nvSpPr>
          <p:cNvPr id="1121" name="Google Shape;1121;p69"/>
          <p:cNvSpPr txBox="1"/>
          <p:nvPr/>
        </p:nvSpPr>
        <p:spPr>
          <a:xfrm>
            <a:off x="3859952" y="4186625"/>
            <a:ext cx="930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Container Dev Environment</a:t>
            </a:r>
            <a:endParaRPr b="1" sz="900">
              <a:solidFill>
                <a:schemeClr val="accent2"/>
              </a:solidFill>
              <a:latin typeface="Red Hat Display"/>
              <a:ea typeface="Red Hat Display"/>
              <a:cs typeface="Red Hat Display"/>
              <a:sym typeface="Red Hat Display"/>
            </a:endParaRPr>
          </a:p>
        </p:txBody>
      </p:sp>
      <p:sp>
        <p:nvSpPr>
          <p:cNvPr id="1122" name="Google Shape;1122;p69"/>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OpenShift</a:t>
            </a:r>
            <a:endParaRPr b="1" sz="900">
              <a:solidFill>
                <a:schemeClr val="accent2"/>
              </a:solidFill>
              <a:latin typeface="Red Hat Display"/>
              <a:ea typeface="Red Hat Display"/>
              <a:cs typeface="Red Hat Display"/>
              <a:sym typeface="Red Hat Display"/>
            </a:endParaRPr>
          </a:p>
        </p:txBody>
      </p:sp>
      <p:sp>
        <p:nvSpPr>
          <p:cNvPr id="1123" name="Google Shape;1123;p69"/>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CI/CD Scaffolding</a:t>
            </a:r>
            <a:endParaRPr b="1" sz="900">
              <a:solidFill>
                <a:schemeClr val="accent2"/>
              </a:solidFill>
              <a:latin typeface="Red Hat Display"/>
              <a:ea typeface="Red Hat Display"/>
              <a:cs typeface="Red Hat Display"/>
              <a:sym typeface="Red Hat Display"/>
            </a:endParaRPr>
          </a:p>
        </p:txBody>
      </p:sp>
      <p:sp>
        <p:nvSpPr>
          <p:cNvPr id="1124" name="Google Shape;1124;p69"/>
          <p:cNvSpPr txBox="1"/>
          <p:nvPr/>
        </p:nvSpPr>
        <p:spPr>
          <a:xfrm>
            <a:off x="9322676" y="1909725"/>
            <a:ext cx="10182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Secured Supply Chain</a:t>
            </a:r>
            <a:endParaRPr b="1" sz="900">
              <a:solidFill>
                <a:schemeClr val="accent2"/>
              </a:solidFill>
              <a:latin typeface="Red Hat Display"/>
              <a:ea typeface="Red Hat Display"/>
              <a:cs typeface="Red Hat Display"/>
              <a:sym typeface="Red Hat Display"/>
            </a:endParaRPr>
          </a:p>
        </p:txBody>
      </p:sp>
      <p:sp>
        <p:nvSpPr>
          <p:cNvPr id="1125" name="Google Shape;1125;p69"/>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Zero Trust</a:t>
            </a:r>
            <a:endParaRPr b="1" sz="900">
              <a:solidFill>
                <a:schemeClr val="accent2"/>
              </a:solidFill>
              <a:latin typeface="Red Hat Display"/>
              <a:ea typeface="Red Hat Display"/>
              <a:cs typeface="Red Hat Display"/>
              <a:sym typeface="Red Hat Display"/>
            </a:endParaRPr>
          </a:p>
        </p:txBody>
      </p:sp>
      <p:sp>
        <p:nvSpPr>
          <p:cNvPr id="1126" name="Google Shape;1126;p69"/>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Multi-Cloud</a:t>
            </a:r>
            <a:endParaRPr b="1" sz="900">
              <a:solidFill>
                <a:schemeClr val="accent2"/>
              </a:solidFill>
              <a:latin typeface="Red Hat Display"/>
              <a:ea typeface="Red Hat Display"/>
              <a:cs typeface="Red Hat Display"/>
              <a:sym typeface="Red Hat Display"/>
            </a:endParaRPr>
          </a:p>
        </p:txBody>
      </p:sp>
      <p:sp>
        <p:nvSpPr>
          <p:cNvPr id="1127" name="Google Shape;1127;p69"/>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1128" name="Google Shape;1128;p69"/>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1129" name="Google Shape;1129;p69"/>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1130" name="Google Shape;1130;p69"/>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1131" name="Google Shape;1131;p69"/>
          <p:cNvSpPr/>
          <p:nvPr/>
        </p:nvSpPr>
        <p:spPr>
          <a:xfrm>
            <a:off x="944775" y="448019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2" name="Google Shape;1132;p69"/>
          <p:cNvSpPr/>
          <p:nvPr/>
        </p:nvSpPr>
        <p:spPr>
          <a:xfrm>
            <a:off x="1610620" y="2709938"/>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3" name="Google Shape;1133;p69"/>
          <p:cNvSpPr/>
          <p:nvPr/>
        </p:nvSpPr>
        <p:spPr>
          <a:xfrm>
            <a:off x="1933439" y="2190976"/>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4" name="Google Shape;1134;p69"/>
          <p:cNvSpPr/>
          <p:nvPr/>
        </p:nvSpPr>
        <p:spPr>
          <a:xfrm>
            <a:off x="2475365" y="245011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5" name="Google Shape;1135;p69"/>
          <p:cNvSpPr/>
          <p:nvPr/>
        </p:nvSpPr>
        <p:spPr>
          <a:xfrm>
            <a:off x="2745632" y="3279680"/>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6" name="Google Shape;1136;p69"/>
          <p:cNvSpPr/>
          <p:nvPr/>
        </p:nvSpPr>
        <p:spPr>
          <a:xfrm>
            <a:off x="3076888" y="402610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7" name="Google Shape;1137;p69"/>
          <p:cNvSpPr/>
          <p:nvPr/>
        </p:nvSpPr>
        <p:spPr>
          <a:xfrm>
            <a:off x="4053423" y="4774193"/>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8" name="Google Shape;1138;p69"/>
          <p:cNvSpPr/>
          <p:nvPr/>
        </p:nvSpPr>
        <p:spPr>
          <a:xfrm>
            <a:off x="5246457" y="455388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39" name="Google Shape;1139;p69"/>
          <p:cNvSpPr/>
          <p:nvPr/>
        </p:nvSpPr>
        <p:spPr>
          <a:xfrm>
            <a:off x="6392222" y="412385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40" name="Google Shape;1140;p69"/>
          <p:cNvSpPr/>
          <p:nvPr/>
        </p:nvSpPr>
        <p:spPr>
          <a:xfrm>
            <a:off x="8108404" y="3379274"/>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41" name="Google Shape;1141;p69"/>
          <p:cNvSpPr/>
          <p:nvPr/>
        </p:nvSpPr>
        <p:spPr>
          <a:xfrm>
            <a:off x="9094217" y="292876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42" name="Google Shape;1142;p69"/>
          <p:cNvSpPr/>
          <p:nvPr/>
        </p:nvSpPr>
        <p:spPr>
          <a:xfrm>
            <a:off x="10091755" y="246566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43" name="Google Shape;1143;p69"/>
          <p:cNvSpPr txBox="1"/>
          <p:nvPr/>
        </p:nvSpPr>
        <p:spPr>
          <a:xfrm>
            <a:off x="2656400" y="4683661"/>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Configuration Management</a:t>
            </a:r>
            <a:endParaRPr b="0" i="0" sz="1100" u="none" cap="none" strike="noStrike">
              <a:solidFill>
                <a:srgbClr val="000099"/>
              </a:solidFill>
              <a:latin typeface="Arial"/>
              <a:ea typeface="Arial"/>
              <a:cs typeface="Arial"/>
              <a:sym typeface="Arial"/>
            </a:endParaRPr>
          </a:p>
        </p:txBody>
      </p:sp>
      <p:sp>
        <p:nvSpPr>
          <p:cNvPr id="1144" name="Google Shape;1144;p69"/>
          <p:cNvSpPr txBox="1"/>
          <p:nvPr/>
        </p:nvSpPr>
        <p:spPr>
          <a:xfrm>
            <a:off x="4875924" y="2643067"/>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Security patching</a:t>
            </a:r>
            <a:endParaRPr b="0" i="0" sz="1100" u="none" cap="none" strike="noStrike">
              <a:solidFill>
                <a:srgbClr val="000099"/>
              </a:solidFill>
              <a:latin typeface="Arial"/>
              <a:ea typeface="Arial"/>
              <a:cs typeface="Arial"/>
              <a:sym typeface="Arial"/>
            </a:endParaRPr>
          </a:p>
        </p:txBody>
      </p:sp>
      <p:sp>
        <p:nvSpPr>
          <p:cNvPr id="1145" name="Google Shape;1145;p69"/>
          <p:cNvSpPr txBox="1"/>
          <p:nvPr/>
        </p:nvSpPr>
        <p:spPr>
          <a:xfrm>
            <a:off x="6388873" y="2890138"/>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Product upgrades</a:t>
            </a:r>
            <a:endParaRPr b="0" i="0" sz="1100" u="none" cap="none" strike="noStrike">
              <a:solidFill>
                <a:srgbClr val="000099"/>
              </a:solidFill>
              <a:latin typeface="Arial"/>
              <a:ea typeface="Arial"/>
              <a:cs typeface="Arial"/>
              <a:sym typeface="Arial"/>
            </a:endParaRPr>
          </a:p>
        </p:txBody>
      </p:sp>
      <p:sp>
        <p:nvSpPr>
          <p:cNvPr id="1146" name="Google Shape;1146;p69"/>
          <p:cNvSpPr txBox="1"/>
          <p:nvPr/>
        </p:nvSpPr>
        <p:spPr>
          <a:xfrm>
            <a:off x="7219858" y="4435501"/>
            <a:ext cx="13605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Enterprise grade environment</a:t>
            </a:r>
            <a:endParaRPr b="0" i="0" sz="1100" u="none" cap="none" strike="noStrike">
              <a:solidFill>
                <a:srgbClr val="000099"/>
              </a:solidFill>
              <a:latin typeface="Arial"/>
              <a:ea typeface="Arial"/>
              <a:cs typeface="Arial"/>
              <a:sym typeface="Arial"/>
            </a:endParaRPr>
          </a:p>
        </p:txBody>
      </p:sp>
      <p:sp>
        <p:nvSpPr>
          <p:cNvPr id="1147" name="Google Shape;1147;p69"/>
          <p:cNvSpPr txBox="1"/>
          <p:nvPr/>
        </p:nvSpPr>
        <p:spPr>
          <a:xfrm>
            <a:off x="8521576" y="3961217"/>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Ephemeral environment</a:t>
            </a:r>
            <a:endParaRPr b="0" i="0" sz="1100" u="none" cap="none" strike="noStrike">
              <a:solidFill>
                <a:srgbClr val="000099"/>
              </a:solidFill>
              <a:latin typeface="Arial"/>
              <a:ea typeface="Arial"/>
              <a:cs typeface="Arial"/>
              <a:sym typeface="Arial"/>
            </a:endParaRPr>
          </a:p>
        </p:txBody>
      </p:sp>
      <p:sp>
        <p:nvSpPr>
          <p:cNvPr id="1148" name="Google Shape;1148;p69"/>
          <p:cNvSpPr txBox="1"/>
          <p:nvPr/>
        </p:nvSpPr>
        <p:spPr>
          <a:xfrm>
            <a:off x="9355782" y="3021943"/>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Dynamic scaling </a:t>
            </a:r>
            <a:endParaRPr b="0" i="0" sz="1100" u="none" cap="none" strike="noStrike">
              <a:solidFill>
                <a:srgbClr val="000099"/>
              </a:solidFill>
              <a:latin typeface="Arial"/>
              <a:ea typeface="Arial"/>
              <a:cs typeface="Arial"/>
              <a:sym typeface="Arial"/>
            </a:endParaRPr>
          </a:p>
        </p:txBody>
      </p:sp>
      <p:sp>
        <p:nvSpPr>
          <p:cNvPr id="1149" name="Google Shape;1149;p69"/>
          <p:cNvSpPr/>
          <p:nvPr/>
        </p:nvSpPr>
        <p:spPr>
          <a:xfrm>
            <a:off x="3791125"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Configuration</a:t>
            </a:r>
            <a:endParaRPr b="0" i="0" sz="1100" u="none" cap="none" strike="noStrike">
              <a:solidFill>
                <a:srgbClr val="000000"/>
              </a:solidFill>
              <a:latin typeface="Arial"/>
              <a:ea typeface="Arial"/>
              <a:cs typeface="Arial"/>
              <a:sym typeface="Arial"/>
            </a:endParaRPr>
          </a:p>
        </p:txBody>
      </p:sp>
      <p:sp>
        <p:nvSpPr>
          <p:cNvPr id="1150" name="Google Shape;1150;p69"/>
          <p:cNvSpPr/>
          <p:nvPr/>
        </p:nvSpPr>
        <p:spPr>
          <a:xfrm>
            <a:off x="4814709"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Non-Production</a:t>
            </a:r>
            <a:endParaRPr b="0" i="0" sz="1100" u="none" cap="none" strike="noStrike">
              <a:solidFill>
                <a:srgbClr val="000000"/>
              </a:solidFill>
              <a:latin typeface="Arial"/>
              <a:ea typeface="Arial"/>
              <a:cs typeface="Arial"/>
              <a:sym typeface="Arial"/>
            </a:endParaRPr>
          </a:p>
        </p:txBody>
      </p:sp>
      <p:sp>
        <p:nvSpPr>
          <p:cNvPr id="1151" name="Google Shape;1151;p69"/>
          <p:cNvSpPr/>
          <p:nvPr/>
        </p:nvSpPr>
        <p:spPr>
          <a:xfrm>
            <a:off x="5838292"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Lifecycle Management</a:t>
            </a:r>
            <a:endParaRPr b="1" i="0" sz="800" u="none" cap="none" strike="noStrike">
              <a:solidFill>
                <a:srgbClr val="FFFFFF"/>
              </a:solidFill>
              <a:latin typeface="Calibri"/>
              <a:ea typeface="Calibri"/>
              <a:cs typeface="Calibri"/>
              <a:sym typeface="Calibri"/>
            </a:endParaRPr>
          </a:p>
        </p:txBody>
      </p:sp>
      <p:sp>
        <p:nvSpPr>
          <p:cNvPr id="1152" name="Google Shape;1152;p69"/>
          <p:cNvSpPr/>
          <p:nvPr/>
        </p:nvSpPr>
        <p:spPr>
          <a:xfrm>
            <a:off x="686187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GitOps</a:t>
            </a:r>
            <a:endParaRPr b="0" i="0" sz="1100" u="none" cap="none" strike="noStrike">
              <a:solidFill>
                <a:srgbClr val="000000"/>
              </a:solidFill>
              <a:latin typeface="Arial"/>
              <a:ea typeface="Arial"/>
              <a:cs typeface="Arial"/>
              <a:sym typeface="Arial"/>
            </a:endParaRPr>
          </a:p>
        </p:txBody>
      </p:sp>
      <p:sp>
        <p:nvSpPr>
          <p:cNvPr id="1153" name="Google Shape;1153;p69"/>
          <p:cNvSpPr/>
          <p:nvPr/>
        </p:nvSpPr>
        <p:spPr>
          <a:xfrm>
            <a:off x="7885460"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Production Environments</a:t>
            </a:r>
            <a:endParaRPr b="0" i="0" sz="1100" u="none" cap="none" strike="noStrike">
              <a:solidFill>
                <a:srgbClr val="000000"/>
              </a:solidFill>
              <a:latin typeface="Arial"/>
              <a:ea typeface="Arial"/>
              <a:cs typeface="Arial"/>
              <a:sym typeface="Arial"/>
            </a:endParaRPr>
          </a:p>
        </p:txBody>
      </p:sp>
      <p:sp>
        <p:nvSpPr>
          <p:cNvPr id="1154" name="Google Shape;1154;p69"/>
          <p:cNvSpPr/>
          <p:nvPr/>
        </p:nvSpPr>
        <p:spPr>
          <a:xfrm>
            <a:off x="8909043"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Self Service</a:t>
            </a:r>
            <a:endParaRPr b="0" i="0" sz="1100" u="none" cap="none" strike="noStrike">
              <a:solidFill>
                <a:srgbClr val="000000"/>
              </a:solidFill>
              <a:latin typeface="Arial"/>
              <a:ea typeface="Arial"/>
              <a:cs typeface="Arial"/>
              <a:sym typeface="Arial"/>
            </a:endParaRPr>
          </a:p>
        </p:txBody>
      </p:sp>
      <p:sp>
        <p:nvSpPr>
          <p:cNvPr id="1155" name="Google Shape;1155;p69"/>
          <p:cNvSpPr/>
          <p:nvPr/>
        </p:nvSpPr>
        <p:spPr>
          <a:xfrm>
            <a:off x="993262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Scale</a:t>
            </a:r>
            <a:endParaRPr b="0" i="0" sz="1100" u="none" cap="none" strike="noStrike">
              <a:solidFill>
                <a:srgbClr val="000000"/>
              </a:solidFill>
              <a:latin typeface="Arial"/>
              <a:ea typeface="Arial"/>
              <a:cs typeface="Arial"/>
              <a:sym typeface="Arial"/>
            </a:endParaRPr>
          </a:p>
        </p:txBody>
      </p:sp>
      <p:sp>
        <p:nvSpPr>
          <p:cNvPr id="1156" name="Google Shape;1156;p69"/>
          <p:cNvSpPr txBox="1"/>
          <p:nvPr/>
        </p:nvSpPr>
        <p:spPr>
          <a:xfrm>
            <a:off x="6325941" y="4099964"/>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Automated deployments</a:t>
            </a:r>
            <a:endParaRPr b="0" i="0" sz="1100" u="none" cap="none" strike="noStrike">
              <a:solidFill>
                <a:srgbClr val="000099"/>
              </a:solidFill>
              <a:latin typeface="Arial"/>
              <a:ea typeface="Arial"/>
              <a:cs typeface="Arial"/>
              <a:sym typeface="Arial"/>
            </a:endParaRPr>
          </a:p>
        </p:txBody>
      </p:sp>
      <p:sp>
        <p:nvSpPr>
          <p:cNvPr id="1157" name="Google Shape;1157;p69"/>
          <p:cNvSpPr/>
          <p:nvPr/>
        </p:nvSpPr>
        <p:spPr>
          <a:xfrm>
            <a:off x="3830631" y="47369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58" name="Google Shape;1158;p69"/>
          <p:cNvSpPr txBox="1"/>
          <p:nvPr/>
        </p:nvSpPr>
        <p:spPr>
          <a:xfrm>
            <a:off x="3866724" y="2145521"/>
            <a:ext cx="9924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Prod-like Sandbox</a:t>
            </a:r>
            <a:endParaRPr b="0" i="0" sz="1100" u="none" cap="none" strike="noStrike">
              <a:solidFill>
                <a:srgbClr val="000099"/>
              </a:solidFill>
              <a:latin typeface="Arial"/>
              <a:ea typeface="Arial"/>
              <a:cs typeface="Arial"/>
              <a:sym typeface="Arial"/>
            </a:endParaRPr>
          </a:p>
        </p:txBody>
      </p:sp>
      <p:sp>
        <p:nvSpPr>
          <p:cNvPr id="1159" name="Google Shape;1159;p69"/>
          <p:cNvSpPr/>
          <p:nvPr/>
        </p:nvSpPr>
        <p:spPr>
          <a:xfrm>
            <a:off x="4535481" y="2908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0" name="Google Shape;1160;p69"/>
          <p:cNvSpPr/>
          <p:nvPr/>
        </p:nvSpPr>
        <p:spPr>
          <a:xfrm>
            <a:off x="5907081" y="2527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1" name="Google Shape;1161;p69"/>
          <p:cNvSpPr/>
          <p:nvPr/>
        </p:nvSpPr>
        <p:spPr>
          <a:xfrm>
            <a:off x="6440481" y="31462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2" name="Google Shape;1162;p69"/>
          <p:cNvSpPr/>
          <p:nvPr/>
        </p:nvSpPr>
        <p:spPr>
          <a:xfrm>
            <a:off x="7202481" y="4051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3" name="Google Shape;1163;p69"/>
          <p:cNvSpPr/>
          <p:nvPr/>
        </p:nvSpPr>
        <p:spPr>
          <a:xfrm>
            <a:off x="7850181" y="43178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4" name="Google Shape;1164;p69"/>
          <p:cNvSpPr/>
          <p:nvPr/>
        </p:nvSpPr>
        <p:spPr>
          <a:xfrm>
            <a:off x="8688381" y="36034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5" name="Google Shape;1165;p69"/>
          <p:cNvSpPr/>
          <p:nvPr/>
        </p:nvSpPr>
        <p:spPr>
          <a:xfrm>
            <a:off x="9678981" y="274622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166" name="Google Shape;1166;p6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Adapted </a:t>
            </a:r>
            <a:r>
              <a:rPr lang="en"/>
              <a:t>From: Flight Path End to End by Adam Seeley and Bob Mader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70"/>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Red Hat Infrastructure Standard Adoption Model</a:t>
            </a:r>
            <a:endParaRPr sz="2700">
              <a:latin typeface="Red Hat Display Medium"/>
              <a:ea typeface="Red Hat Display Medium"/>
              <a:cs typeface="Red Hat Display Medium"/>
              <a:sym typeface="Red Hat Display Medium"/>
            </a:endParaRPr>
          </a:p>
        </p:txBody>
      </p:sp>
      <p:sp>
        <p:nvSpPr>
          <p:cNvPr id="1172" name="Google Shape;1172;p70"/>
          <p:cNvSpPr txBox="1"/>
          <p:nvPr/>
        </p:nvSpPr>
        <p:spPr>
          <a:xfrm>
            <a:off x="894000" y="64300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grpSp>
        <p:nvGrpSpPr>
          <p:cNvPr id="1173" name="Google Shape;1173;p70"/>
          <p:cNvGrpSpPr/>
          <p:nvPr/>
        </p:nvGrpSpPr>
        <p:grpSpPr>
          <a:xfrm>
            <a:off x="1055000" y="514630"/>
            <a:ext cx="9914400" cy="4805245"/>
            <a:chOff x="817800" y="1401530"/>
            <a:chExt cx="9914400" cy="4805245"/>
          </a:xfrm>
        </p:grpSpPr>
        <p:sp>
          <p:nvSpPr>
            <p:cNvPr id="1174" name="Google Shape;1174;p70"/>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a:t>
              </a:r>
              <a:r>
                <a:rPr lang="en" sz="1200">
                  <a:solidFill>
                    <a:srgbClr val="666666"/>
                  </a:solidFill>
                  <a:latin typeface="Red Hat Display"/>
                  <a:ea typeface="Red Hat Display"/>
                  <a:cs typeface="Red Hat Display"/>
                  <a:sym typeface="Red Hat Display"/>
                </a:rPr>
                <a:t>- click on components for more information</a:t>
              </a:r>
              <a:endParaRPr sz="1200">
                <a:solidFill>
                  <a:srgbClr val="666666"/>
                </a:solidFill>
              </a:endParaRPr>
            </a:p>
          </p:txBody>
        </p:sp>
        <p:sp>
          <p:nvSpPr>
            <p:cNvPr id="1175" name="Google Shape;1175;p70"/>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176" name="Google Shape;1176;p70">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1177" name="Google Shape;1177;p70"/>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178" name="Google Shape;1178;p70">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1179" name="Google Shape;1179;p70">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 Platform </a:t>
              </a:r>
              <a:r>
                <a:rPr b="1" lang="en">
                  <a:solidFill>
                    <a:schemeClr val="lt1"/>
                  </a:solidFill>
                  <a:latin typeface="Red Hat Display"/>
                  <a:ea typeface="Red Hat Display"/>
                  <a:cs typeface="Red Hat Display"/>
                  <a:sym typeface="Red Hat Display"/>
                </a:rPr>
                <a:t>*</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1180" name="Google Shape;1180;p70"/>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1181" name="Google Shape;1181;p70"/>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1182" name="Google Shape;1182;p70">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1183" name="Google Shape;1183;p70">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1184" name="Google Shape;1184;p70">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1185" name="Google Shape;1185;p70"/>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186" name="Google Shape;1186;p70"/>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187" name="Google Shape;1187;p70"/>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188" name="Google Shape;1188;p70">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1189" name="Google Shape;1189;p70">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grpSp>
      <p:sp>
        <p:nvSpPr>
          <p:cNvPr id="1190" name="Google Shape;1190;p7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191" name="Google Shape;1191;p70"/>
          <p:cNvSpPr txBox="1"/>
          <p:nvPr/>
        </p:nvSpPr>
        <p:spPr>
          <a:xfrm>
            <a:off x="1227225" y="5414200"/>
            <a:ext cx="96426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ed Hat Display"/>
                <a:ea typeface="Red Hat Display"/>
                <a:cs typeface="Red Hat Display"/>
                <a:sym typeface="Red Hat Display"/>
              </a:rPr>
              <a:t>Infographic 3: The how the Red Hat Infrastructure Standard enables Red Hat Services delivery moving and cross selling motions</a:t>
            </a:r>
            <a:endParaRPr b="1" sz="1200">
              <a:latin typeface="Red Hat Display"/>
              <a:ea typeface="Red Hat Display"/>
              <a:cs typeface="Red Hat Display"/>
              <a:sym typeface="Red Hat Dis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71"/>
          <p:cNvSpPr/>
          <p:nvPr/>
        </p:nvSpPr>
        <p:spPr>
          <a:xfrm>
            <a:off x="542651" y="1971561"/>
            <a:ext cx="10819045" cy="2970050"/>
          </a:xfrm>
          <a:custGeom>
            <a:rect b="b" l="l" r="r" t="t"/>
            <a:pathLst>
              <a:path extrusionOk="0" h="2565918" w="7552562">
                <a:moveTo>
                  <a:pt x="0" y="2565918"/>
                </a:moveTo>
                <a:cubicBezTo>
                  <a:pt x="489079" y="1771261"/>
                  <a:pt x="1000295" y="1219200"/>
                  <a:pt x="1841605" y="1110343"/>
                </a:cubicBezTo>
                <a:cubicBezTo>
                  <a:pt x="2682915" y="1001486"/>
                  <a:pt x="4096035" y="2097832"/>
                  <a:pt x="5047861" y="1912775"/>
                </a:cubicBezTo>
                <a:cubicBezTo>
                  <a:pt x="5999687" y="1727718"/>
                  <a:pt x="6860364" y="1041141"/>
                  <a:pt x="7552562" y="0"/>
                </a:cubicBezTo>
              </a:path>
            </a:pathLst>
          </a:custGeom>
          <a:noFill/>
          <a:ln cap="flat" cmpd="sng" w="76200">
            <a:solidFill>
              <a:srgbClr val="EE0000"/>
            </a:solidFill>
            <a:prstDash val="solid"/>
            <a:round/>
            <a:headEnd len="sm" w="sm" type="none"/>
            <a:tailEnd len="sm" w="sm" type="none"/>
          </a:ln>
          <a:effectLst>
            <a:outerShdw blurRad="50800" rotWithShape="0" algn="tl" dir="2700000" dist="203200">
              <a:srgbClr val="000000">
                <a:alpha val="863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3200" u="none" cap="none" strike="noStrike">
              <a:solidFill>
                <a:srgbClr val="FFFFFF"/>
              </a:solidFill>
              <a:latin typeface="Calibri"/>
              <a:ea typeface="Calibri"/>
              <a:cs typeface="Calibri"/>
              <a:sym typeface="Calibri"/>
            </a:endParaRPr>
          </a:p>
        </p:txBody>
      </p:sp>
      <p:grpSp>
        <p:nvGrpSpPr>
          <p:cNvPr id="1197" name="Google Shape;1197;p71"/>
          <p:cNvGrpSpPr/>
          <p:nvPr/>
        </p:nvGrpSpPr>
        <p:grpSpPr>
          <a:xfrm>
            <a:off x="1993185" y="3191918"/>
            <a:ext cx="515572" cy="526964"/>
            <a:chOff x="2961988" y="3325174"/>
            <a:chExt cx="482700" cy="482700"/>
          </a:xfrm>
        </p:grpSpPr>
        <p:sp>
          <p:nvSpPr>
            <p:cNvPr id="1198" name="Google Shape;1198;p71"/>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1" sz="3200" u="none" cap="none" strike="noStrike">
                <a:solidFill>
                  <a:srgbClr val="FFFFFF"/>
                </a:solidFill>
                <a:latin typeface="Calibri"/>
                <a:ea typeface="Calibri"/>
                <a:cs typeface="Calibri"/>
                <a:sym typeface="Calibri"/>
              </a:endParaRPr>
            </a:p>
          </p:txBody>
        </p:sp>
        <p:sp>
          <p:nvSpPr>
            <p:cNvPr id="1199" name="Google Shape;1199;p71"/>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200" name="Google Shape;1200;p71"/>
          <p:cNvGrpSpPr/>
          <p:nvPr/>
        </p:nvGrpSpPr>
        <p:grpSpPr>
          <a:xfrm>
            <a:off x="354123" y="4660381"/>
            <a:ext cx="515572" cy="526964"/>
            <a:chOff x="2961988" y="3325174"/>
            <a:chExt cx="482700" cy="482700"/>
          </a:xfrm>
        </p:grpSpPr>
        <p:sp>
          <p:nvSpPr>
            <p:cNvPr id="1201" name="Google Shape;1201;p71"/>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202" name="Google Shape;1202;p71"/>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203" name="Google Shape;1203;p71"/>
          <p:cNvGrpSpPr/>
          <p:nvPr/>
        </p:nvGrpSpPr>
        <p:grpSpPr>
          <a:xfrm>
            <a:off x="6672611" y="3807854"/>
            <a:ext cx="515572" cy="526964"/>
            <a:chOff x="2961988" y="3325174"/>
            <a:chExt cx="482700" cy="482700"/>
          </a:xfrm>
        </p:grpSpPr>
        <p:sp>
          <p:nvSpPr>
            <p:cNvPr id="1204" name="Google Shape;1204;p71"/>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205" name="Google Shape;1205;p71"/>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206" name="Google Shape;1206;p71"/>
          <p:cNvGrpSpPr/>
          <p:nvPr/>
        </p:nvGrpSpPr>
        <p:grpSpPr>
          <a:xfrm>
            <a:off x="9041112" y="3351380"/>
            <a:ext cx="515572" cy="526964"/>
            <a:chOff x="2961988" y="3325174"/>
            <a:chExt cx="482700" cy="482700"/>
          </a:xfrm>
        </p:grpSpPr>
        <p:sp>
          <p:nvSpPr>
            <p:cNvPr id="1207" name="Google Shape;1207;p71"/>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208" name="Google Shape;1208;p71"/>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209" name="Google Shape;1209;p71"/>
          <p:cNvGrpSpPr/>
          <p:nvPr/>
        </p:nvGrpSpPr>
        <p:grpSpPr>
          <a:xfrm>
            <a:off x="11151846" y="1721447"/>
            <a:ext cx="515572" cy="526964"/>
            <a:chOff x="2961988" y="3325174"/>
            <a:chExt cx="482700" cy="482700"/>
          </a:xfrm>
        </p:grpSpPr>
        <p:sp>
          <p:nvSpPr>
            <p:cNvPr id="1210" name="Google Shape;1210;p71"/>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211" name="Google Shape;1211;p71"/>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sp>
        <p:nvSpPr>
          <p:cNvPr id="1212" name="Google Shape;1212;p71"/>
          <p:cNvSpPr txBox="1"/>
          <p:nvPr/>
        </p:nvSpPr>
        <p:spPr>
          <a:xfrm>
            <a:off x="435864" y="676797"/>
            <a:ext cx="36576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Why is this important?</a:t>
            </a:r>
            <a:endParaRPr sz="1200">
              <a:solidFill>
                <a:schemeClr val="dk2"/>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responsible?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involved in execution?</a:t>
            </a:r>
            <a:endParaRPr sz="1200">
              <a:solidFill>
                <a:srgbClr val="595959"/>
              </a:solidFill>
              <a:latin typeface="Red Hat Display"/>
              <a:ea typeface="Red Hat Display"/>
              <a:cs typeface="Red Hat Display"/>
              <a:sym typeface="Red Hat Display"/>
            </a:endParaRPr>
          </a:p>
          <a:p>
            <a:pPr indent="-381000" lvl="0" marL="60960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What is the task we need to execute?</a:t>
            </a:r>
            <a:endParaRPr sz="1200">
              <a:solidFill>
                <a:schemeClr val="dk2"/>
              </a:solidFill>
              <a:latin typeface="Red Hat Display"/>
              <a:ea typeface="Red Hat Display"/>
              <a:cs typeface="Red Hat Display"/>
              <a:sym typeface="Red Hat Display"/>
            </a:endParaRPr>
          </a:p>
          <a:p>
            <a:pPr indent="-381000" lvl="0" marL="609600" rtl="0" algn="l">
              <a:spcBef>
                <a:spcPts val="0"/>
              </a:spcBef>
              <a:spcAft>
                <a:spcPts val="0"/>
              </a:spcAft>
              <a:buClr>
                <a:schemeClr val="dk2"/>
              </a:buClr>
              <a:buSzPts val="1200"/>
              <a:buFont typeface="Red Hat Display"/>
              <a:buChar char="●"/>
            </a:pPr>
            <a:r>
              <a:rPr lang="en" sz="1200">
                <a:solidFill>
                  <a:schemeClr val="dk2"/>
                </a:solidFill>
                <a:latin typeface="Red Hat Display"/>
                <a:ea typeface="Red Hat Display"/>
                <a:cs typeface="Red Hat Display"/>
                <a:sym typeface="Red Hat Display"/>
              </a:rPr>
              <a:t>What are target applications?</a:t>
            </a:r>
            <a:endParaRPr sz="1200">
              <a:solidFill>
                <a:schemeClr val="dk2"/>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2"/>
              </a:solidFill>
              <a:latin typeface="Red Hat Display"/>
              <a:ea typeface="Red Hat Display"/>
              <a:cs typeface="Red Hat Display"/>
              <a:sym typeface="Red Hat Display"/>
            </a:endParaRPr>
          </a:p>
        </p:txBody>
      </p:sp>
      <p:sp>
        <p:nvSpPr>
          <p:cNvPr id="1213" name="Google Shape;1213;p71"/>
          <p:cNvSpPr txBox="1"/>
          <p:nvPr/>
        </p:nvSpPr>
        <p:spPr>
          <a:xfrm>
            <a:off x="1232061" y="234911"/>
            <a:ext cx="20565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400">
                <a:solidFill>
                  <a:srgbClr val="EE0000"/>
                </a:solidFill>
                <a:latin typeface="Red Hat Display"/>
                <a:ea typeface="Red Hat Display"/>
                <a:cs typeface="Red Hat Display"/>
                <a:sym typeface="Red Hat Display"/>
              </a:rPr>
              <a:t>Discovery</a:t>
            </a:r>
            <a:endParaRPr b="1" sz="1600">
              <a:solidFill>
                <a:srgbClr val="EE0000"/>
              </a:solidFill>
              <a:latin typeface="Red Hat Display"/>
              <a:ea typeface="Red Hat Display"/>
              <a:cs typeface="Red Hat Display"/>
              <a:sym typeface="Red Hat Display"/>
            </a:endParaRPr>
          </a:p>
        </p:txBody>
      </p:sp>
      <p:sp>
        <p:nvSpPr>
          <p:cNvPr id="1214" name="Google Shape;1214;p71"/>
          <p:cNvSpPr txBox="1"/>
          <p:nvPr/>
        </p:nvSpPr>
        <p:spPr>
          <a:xfrm>
            <a:off x="3288549" y="4784570"/>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Navigate</a:t>
            </a:r>
            <a:endParaRPr b="1" sz="1900">
              <a:solidFill>
                <a:srgbClr val="EE0000"/>
              </a:solidFill>
              <a:latin typeface="Red Hat Display"/>
              <a:ea typeface="Red Hat Display"/>
              <a:cs typeface="Red Hat Display"/>
              <a:sym typeface="Red Hat Display"/>
            </a:endParaRPr>
          </a:p>
        </p:txBody>
      </p:sp>
      <p:sp>
        <p:nvSpPr>
          <p:cNvPr id="1215" name="Google Shape;1215;p71"/>
          <p:cNvSpPr txBox="1"/>
          <p:nvPr/>
        </p:nvSpPr>
        <p:spPr>
          <a:xfrm>
            <a:off x="5670700" y="693951"/>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Pilot</a:t>
            </a:r>
            <a:endParaRPr b="1" sz="1900">
              <a:solidFill>
                <a:srgbClr val="EE0000"/>
              </a:solidFill>
              <a:latin typeface="Red Hat Display"/>
              <a:ea typeface="Red Hat Display"/>
              <a:cs typeface="Red Hat Display"/>
              <a:sym typeface="Red Hat Display"/>
            </a:endParaRPr>
          </a:p>
        </p:txBody>
      </p:sp>
      <p:sp>
        <p:nvSpPr>
          <p:cNvPr id="1216" name="Google Shape;1216;p71"/>
          <p:cNvSpPr txBox="1"/>
          <p:nvPr/>
        </p:nvSpPr>
        <p:spPr>
          <a:xfrm>
            <a:off x="8039194" y="4846133"/>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Operationalize</a:t>
            </a:r>
            <a:endParaRPr b="1" sz="1900">
              <a:solidFill>
                <a:srgbClr val="EE0000"/>
              </a:solidFill>
              <a:latin typeface="Red Hat Display"/>
              <a:ea typeface="Red Hat Display"/>
              <a:cs typeface="Red Hat Display"/>
              <a:sym typeface="Red Hat Display"/>
            </a:endParaRPr>
          </a:p>
        </p:txBody>
      </p:sp>
      <p:cxnSp>
        <p:nvCxnSpPr>
          <p:cNvPr id="1217" name="Google Shape;1217;p71"/>
          <p:cNvCxnSpPr/>
          <p:nvPr/>
        </p:nvCxnSpPr>
        <p:spPr>
          <a:xfrm>
            <a:off x="6960860" y="2941898"/>
            <a:ext cx="0" cy="751500"/>
          </a:xfrm>
          <a:prstGeom prst="straightConnector1">
            <a:avLst/>
          </a:prstGeom>
          <a:noFill/>
          <a:ln cap="flat" cmpd="sng" w="9525">
            <a:solidFill>
              <a:srgbClr val="D8D8D8"/>
            </a:solidFill>
            <a:prstDash val="solid"/>
            <a:round/>
            <a:headEnd len="sm" w="sm" type="none"/>
            <a:tailEnd len="sm" w="sm" type="none"/>
          </a:ln>
        </p:spPr>
      </p:cxnSp>
      <p:cxnSp>
        <p:nvCxnSpPr>
          <p:cNvPr id="1218" name="Google Shape;1218;p71"/>
          <p:cNvCxnSpPr/>
          <p:nvPr/>
        </p:nvCxnSpPr>
        <p:spPr>
          <a:xfrm>
            <a:off x="4576682" y="3878269"/>
            <a:ext cx="0" cy="782100"/>
          </a:xfrm>
          <a:prstGeom prst="straightConnector1">
            <a:avLst/>
          </a:prstGeom>
          <a:noFill/>
          <a:ln cap="flat" cmpd="sng" w="9525">
            <a:solidFill>
              <a:srgbClr val="D8D8D8"/>
            </a:solidFill>
            <a:prstDash val="solid"/>
            <a:round/>
            <a:headEnd len="sm" w="sm" type="none"/>
            <a:tailEnd len="sm" w="sm" type="none"/>
          </a:ln>
        </p:spPr>
      </p:cxnSp>
      <p:cxnSp>
        <p:nvCxnSpPr>
          <p:cNvPr id="1219" name="Google Shape;1219;p71"/>
          <p:cNvCxnSpPr/>
          <p:nvPr/>
        </p:nvCxnSpPr>
        <p:spPr>
          <a:xfrm>
            <a:off x="2293374" y="2428493"/>
            <a:ext cx="0" cy="501900"/>
          </a:xfrm>
          <a:prstGeom prst="straightConnector1">
            <a:avLst/>
          </a:prstGeom>
          <a:noFill/>
          <a:ln cap="flat" cmpd="sng" w="9525">
            <a:solidFill>
              <a:srgbClr val="D8D8D8"/>
            </a:solidFill>
            <a:prstDash val="solid"/>
            <a:round/>
            <a:headEnd len="sm" w="sm" type="none"/>
            <a:tailEnd len="sm" w="sm" type="none"/>
          </a:ln>
        </p:spPr>
      </p:cxnSp>
      <p:sp>
        <p:nvSpPr>
          <p:cNvPr id="1220" name="Google Shape;1220;p71"/>
          <p:cNvSpPr txBox="1"/>
          <p:nvPr/>
        </p:nvSpPr>
        <p:spPr>
          <a:xfrm>
            <a:off x="0" y="5411925"/>
            <a:ext cx="1657800" cy="5040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1" lang="en" sz="2700">
                <a:solidFill>
                  <a:srgbClr val="EE0000"/>
                </a:solidFill>
                <a:latin typeface="Red Hat Display"/>
                <a:ea typeface="Red Hat Display"/>
                <a:cs typeface="Red Hat Display"/>
                <a:sym typeface="Red Hat Display"/>
              </a:rPr>
              <a:t>As is</a:t>
            </a:r>
            <a:endParaRPr b="1" sz="2700">
              <a:solidFill>
                <a:srgbClr val="EE0000"/>
              </a:solidFill>
              <a:latin typeface="Red Hat Display"/>
              <a:ea typeface="Red Hat Display"/>
              <a:cs typeface="Red Hat Display"/>
              <a:sym typeface="Red Hat Display"/>
            </a:endParaRPr>
          </a:p>
        </p:txBody>
      </p:sp>
      <p:sp>
        <p:nvSpPr>
          <p:cNvPr id="1221" name="Google Shape;1221;p71"/>
          <p:cNvSpPr txBox="1"/>
          <p:nvPr/>
        </p:nvSpPr>
        <p:spPr>
          <a:xfrm>
            <a:off x="10427909" y="1069387"/>
            <a:ext cx="1452000" cy="504000"/>
          </a:xfrm>
          <a:prstGeom prst="rect">
            <a:avLst/>
          </a:prstGeom>
          <a:noFill/>
          <a:ln>
            <a:noFill/>
          </a:ln>
        </p:spPr>
        <p:txBody>
          <a:bodyPr anchorCtr="0" anchor="t" bIns="60925" lIns="121900" spcFirstLastPara="1" rIns="121900" wrap="square" tIns="60925">
            <a:noAutofit/>
          </a:bodyPr>
          <a:lstStyle/>
          <a:p>
            <a:pPr indent="0" lvl="0" marL="0" marR="0" rtl="0" algn="r">
              <a:spcBef>
                <a:spcPts val="0"/>
              </a:spcBef>
              <a:spcAft>
                <a:spcPts val="0"/>
              </a:spcAft>
              <a:buNone/>
            </a:pPr>
            <a:r>
              <a:rPr b="1" lang="en" sz="2700">
                <a:solidFill>
                  <a:srgbClr val="EE0000"/>
                </a:solidFill>
                <a:latin typeface="Red Hat Display"/>
                <a:ea typeface="Red Hat Display"/>
                <a:cs typeface="Red Hat Display"/>
                <a:sym typeface="Red Hat Display"/>
              </a:rPr>
              <a:t>To Be</a:t>
            </a:r>
            <a:endParaRPr b="1" sz="2700">
              <a:solidFill>
                <a:srgbClr val="EE0000"/>
              </a:solidFill>
              <a:latin typeface="Red Hat Display"/>
              <a:ea typeface="Red Hat Display"/>
              <a:cs typeface="Red Hat Display"/>
              <a:sym typeface="Red Hat Display"/>
            </a:endParaRPr>
          </a:p>
        </p:txBody>
      </p:sp>
      <p:grpSp>
        <p:nvGrpSpPr>
          <p:cNvPr id="1222" name="Google Shape;1222;p71"/>
          <p:cNvGrpSpPr/>
          <p:nvPr/>
        </p:nvGrpSpPr>
        <p:grpSpPr>
          <a:xfrm>
            <a:off x="4363502" y="3148650"/>
            <a:ext cx="515572" cy="526964"/>
            <a:chOff x="2961988" y="3325174"/>
            <a:chExt cx="482700" cy="482700"/>
          </a:xfrm>
        </p:grpSpPr>
        <p:sp>
          <p:nvSpPr>
            <p:cNvPr id="1223" name="Google Shape;1223;p71"/>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224" name="Google Shape;1224;p71"/>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cxnSp>
        <p:nvCxnSpPr>
          <p:cNvPr id="1225" name="Google Shape;1225;p71"/>
          <p:cNvCxnSpPr/>
          <p:nvPr/>
        </p:nvCxnSpPr>
        <p:spPr>
          <a:xfrm>
            <a:off x="9324912" y="4198681"/>
            <a:ext cx="0" cy="462000"/>
          </a:xfrm>
          <a:prstGeom prst="straightConnector1">
            <a:avLst/>
          </a:prstGeom>
          <a:noFill/>
          <a:ln cap="flat" cmpd="sng" w="9525">
            <a:solidFill>
              <a:srgbClr val="D8D8D8"/>
            </a:solidFill>
            <a:prstDash val="solid"/>
            <a:round/>
            <a:headEnd len="sm" w="sm" type="none"/>
            <a:tailEnd len="sm" w="sm" type="none"/>
          </a:ln>
        </p:spPr>
      </p:cxnSp>
      <p:sp>
        <p:nvSpPr>
          <p:cNvPr id="1226" name="Google Shape;1226;p71"/>
          <p:cNvSpPr txBox="1"/>
          <p:nvPr/>
        </p:nvSpPr>
        <p:spPr>
          <a:xfrm>
            <a:off x="1942800" y="5221367"/>
            <a:ext cx="53571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the current environment and integrations, dependencies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applications and review systems running these applications, identify and commit to the order of migrations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Analyse where these applications can go to: RHEL, containers, bin, and so 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High level design for the new RHEL environment, including security model based on HBAC and RBAC and central directory services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Common understanding of the task at hand</a:t>
            </a:r>
            <a:endParaRPr sz="1200">
              <a:solidFill>
                <a:srgbClr val="595959"/>
              </a:solidFill>
              <a:latin typeface="Red Hat Display"/>
              <a:ea typeface="Red Hat Display"/>
              <a:cs typeface="Red Hat Display"/>
              <a:sym typeface="Red Hat Display"/>
            </a:endParaRPr>
          </a:p>
        </p:txBody>
      </p:sp>
      <p:sp>
        <p:nvSpPr>
          <p:cNvPr id="1227" name="Google Shape;1227;p71"/>
          <p:cNvSpPr txBox="1"/>
          <p:nvPr/>
        </p:nvSpPr>
        <p:spPr>
          <a:xfrm>
            <a:off x="4870704" y="1221825"/>
            <a:ext cx="41148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Create and build modernisation paths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automation tools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Design and deploy SOE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Test modernisation of workloads</a:t>
            </a:r>
            <a:br>
              <a:rPr lang="en" sz="1200">
                <a:solidFill>
                  <a:srgbClr val="595959"/>
                </a:solidFill>
                <a:latin typeface="Red Hat Display"/>
                <a:ea typeface="Red Hat Display"/>
                <a:cs typeface="Red Hat Display"/>
                <a:sym typeface="Red Hat Display"/>
              </a:rPr>
            </a:br>
            <a:r>
              <a:rPr lang="en" sz="1200">
                <a:solidFill>
                  <a:srgbClr val="595959"/>
                </a:solidFill>
                <a:latin typeface="Red Hat Display"/>
                <a:ea typeface="Red Hat Display"/>
                <a:cs typeface="Red Hat Display"/>
                <a:sym typeface="Red Hat Display"/>
              </a:rPr>
              <a:t>Use side by side comparisons, use dark launches, test deployments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the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day 2 operations and other standards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Automate everything</a:t>
            </a:r>
            <a:endParaRPr sz="1200">
              <a:solidFill>
                <a:srgbClr val="595959"/>
              </a:solidFill>
              <a:latin typeface="Red Hat Display"/>
              <a:ea typeface="Red Hat Display"/>
              <a:cs typeface="Red Hat Display"/>
              <a:sym typeface="Red Hat Display"/>
            </a:endParaRPr>
          </a:p>
        </p:txBody>
      </p:sp>
      <p:sp>
        <p:nvSpPr>
          <p:cNvPr id="1228" name="Google Shape;1228;p71"/>
          <p:cNvSpPr txBox="1"/>
          <p:nvPr/>
        </p:nvSpPr>
        <p:spPr>
          <a:xfrm>
            <a:off x="7946400" y="5337625"/>
            <a:ext cx="27000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the modernisation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Plan for modernisation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Modernize remaining systems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Implement responsibilities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Refactor and extend automation</a:t>
            </a:r>
            <a:endParaRPr sz="1200">
              <a:solidFill>
                <a:srgbClr val="595959"/>
              </a:solidFill>
              <a:latin typeface="Red Hat Display"/>
              <a:ea typeface="Red Hat Display"/>
              <a:cs typeface="Red Hat Display"/>
              <a:sym typeface="Red Hat Dis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72"/>
          <p:cNvSpPr/>
          <p:nvPr/>
        </p:nvSpPr>
        <p:spPr>
          <a:xfrm>
            <a:off x="0" y="1272550"/>
            <a:ext cx="12192000" cy="4987800"/>
          </a:xfrm>
          <a:prstGeom prst="rect">
            <a:avLst/>
          </a:prstGeom>
          <a:solidFill>
            <a:srgbClr val="D9D9D9"/>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chemeClr val="accent2"/>
                </a:solidFill>
                <a:latin typeface="Red Hat Display"/>
                <a:ea typeface="Red Hat Display"/>
                <a:cs typeface="Red Hat Display"/>
                <a:sym typeface="Red Hat Display"/>
              </a:rPr>
              <a:t>Red Hat Infrastructure Standard</a:t>
            </a:r>
            <a:endParaRPr sz="1200">
              <a:solidFill>
                <a:schemeClr val="accent2"/>
              </a:solidFill>
            </a:endParaRPr>
          </a:p>
        </p:txBody>
      </p:sp>
      <p:sp>
        <p:nvSpPr>
          <p:cNvPr id="1234" name="Google Shape;1234;p72"/>
          <p:cNvSpPr/>
          <p:nvPr/>
        </p:nvSpPr>
        <p:spPr>
          <a:xfrm>
            <a:off x="81975" y="1671450"/>
            <a:ext cx="1504200" cy="41544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235" name="Google Shape;1235;p72"/>
          <p:cNvSpPr txBox="1"/>
          <p:nvPr>
            <p:ph type="title"/>
          </p:nvPr>
        </p:nvSpPr>
        <p:spPr>
          <a:xfrm>
            <a:off x="1752600" y="793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RH-ISAM in a Hybrid Cloud Deployment</a:t>
            </a:r>
            <a:endParaRPr>
              <a:latin typeface="Red Hat Display Medium"/>
              <a:ea typeface="Red Hat Display Medium"/>
              <a:cs typeface="Red Hat Display Medium"/>
              <a:sym typeface="Red Hat Display Medium"/>
            </a:endParaRPr>
          </a:p>
        </p:txBody>
      </p:sp>
      <p:sp>
        <p:nvSpPr>
          <p:cNvPr id="1236" name="Google Shape;1236;p72"/>
          <p:cNvSpPr/>
          <p:nvPr/>
        </p:nvSpPr>
        <p:spPr>
          <a:xfrm>
            <a:off x="1681625" y="1671450"/>
            <a:ext cx="8904900" cy="7953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2"/>
          <p:cNvSpPr/>
          <p:nvPr/>
        </p:nvSpPr>
        <p:spPr>
          <a:xfrm>
            <a:off x="1681625" y="2561246"/>
            <a:ext cx="8904900" cy="8166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8" name="Google Shape;1238;p72"/>
          <p:cNvGrpSpPr/>
          <p:nvPr/>
        </p:nvGrpSpPr>
        <p:grpSpPr>
          <a:xfrm>
            <a:off x="6787247" y="2721146"/>
            <a:ext cx="494400" cy="496800"/>
            <a:chOff x="4343234" y="4889450"/>
            <a:chExt cx="494400" cy="496800"/>
          </a:xfrm>
        </p:grpSpPr>
        <p:sp>
          <p:nvSpPr>
            <p:cNvPr id="1239" name="Google Shape;1239;p72"/>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40" name="Google Shape;1240;p72"/>
            <p:cNvPicPr preferRelativeResize="0"/>
            <p:nvPr/>
          </p:nvPicPr>
          <p:blipFill rotWithShape="1">
            <a:blip r:embed="rId3">
              <a:alphaModFix/>
            </a:blip>
            <a:srcRect b="9632" l="15541" r="14164" t="9218"/>
            <a:stretch/>
          </p:blipFill>
          <p:spPr>
            <a:xfrm>
              <a:off x="4397312" y="4907788"/>
              <a:ext cx="400050" cy="461900"/>
            </a:xfrm>
            <a:prstGeom prst="rect">
              <a:avLst/>
            </a:prstGeom>
            <a:noFill/>
            <a:ln>
              <a:noFill/>
            </a:ln>
          </p:spPr>
        </p:pic>
      </p:grpSp>
      <p:grpSp>
        <p:nvGrpSpPr>
          <p:cNvPr id="1241" name="Google Shape;1241;p72"/>
          <p:cNvGrpSpPr/>
          <p:nvPr/>
        </p:nvGrpSpPr>
        <p:grpSpPr>
          <a:xfrm>
            <a:off x="6153212" y="2700645"/>
            <a:ext cx="537800" cy="537800"/>
            <a:chOff x="6681800" y="5400650"/>
            <a:chExt cx="537800" cy="537800"/>
          </a:xfrm>
        </p:grpSpPr>
        <p:pic>
          <p:nvPicPr>
            <p:cNvPr id="1242" name="Google Shape;1242;p72"/>
            <p:cNvPicPr preferRelativeResize="0"/>
            <p:nvPr/>
          </p:nvPicPr>
          <p:blipFill>
            <a:blip r:embed="rId4">
              <a:alphaModFix/>
            </a:blip>
            <a:stretch>
              <a:fillRect/>
            </a:stretch>
          </p:blipFill>
          <p:spPr>
            <a:xfrm>
              <a:off x="6681800" y="5400650"/>
              <a:ext cx="537800" cy="537800"/>
            </a:xfrm>
            <a:prstGeom prst="rect">
              <a:avLst/>
            </a:prstGeom>
            <a:noFill/>
            <a:ln>
              <a:noFill/>
            </a:ln>
          </p:spPr>
        </p:pic>
        <p:sp>
          <p:nvSpPr>
            <p:cNvPr id="1243" name="Google Shape;1243;p72"/>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44" name="Google Shape;1244;p72"/>
          <p:cNvPicPr preferRelativeResize="0"/>
          <p:nvPr/>
        </p:nvPicPr>
        <p:blipFill>
          <a:blip r:embed="rId5">
            <a:alphaModFix/>
          </a:blip>
          <a:stretch>
            <a:fillRect/>
          </a:stretch>
        </p:blipFill>
        <p:spPr>
          <a:xfrm>
            <a:off x="4937400" y="2689645"/>
            <a:ext cx="554262" cy="559800"/>
          </a:xfrm>
          <a:prstGeom prst="rect">
            <a:avLst/>
          </a:prstGeom>
          <a:noFill/>
          <a:ln>
            <a:noFill/>
          </a:ln>
        </p:spPr>
      </p:pic>
      <p:sp>
        <p:nvSpPr>
          <p:cNvPr id="1245" name="Google Shape;1245;p72"/>
          <p:cNvSpPr/>
          <p:nvPr/>
        </p:nvSpPr>
        <p:spPr>
          <a:xfrm>
            <a:off x="5578177" y="2711488"/>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2"/>
          <p:cNvSpPr/>
          <p:nvPr/>
        </p:nvSpPr>
        <p:spPr>
          <a:xfrm>
            <a:off x="7685485" y="3464325"/>
            <a:ext cx="1405200" cy="1765800"/>
          </a:xfrm>
          <a:prstGeom prst="rect">
            <a:avLst/>
          </a:prstGeom>
          <a:solidFill>
            <a:schemeClr val="lt1"/>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72"/>
          <p:cNvSpPr txBox="1"/>
          <p:nvPr/>
        </p:nvSpPr>
        <p:spPr>
          <a:xfrm>
            <a:off x="7698080" y="34641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2</a:t>
            </a:r>
            <a:endParaRPr>
              <a:latin typeface="Overpass Light"/>
              <a:ea typeface="Overpass Light"/>
              <a:cs typeface="Overpass Light"/>
              <a:sym typeface="Overpass Light"/>
            </a:endParaRPr>
          </a:p>
        </p:txBody>
      </p:sp>
      <p:pic>
        <p:nvPicPr>
          <p:cNvPr id="1248" name="Google Shape;1248;p72"/>
          <p:cNvPicPr preferRelativeResize="0"/>
          <p:nvPr/>
        </p:nvPicPr>
        <p:blipFill>
          <a:blip r:embed="rId6">
            <a:alphaModFix/>
          </a:blip>
          <a:stretch>
            <a:fillRect/>
          </a:stretch>
        </p:blipFill>
        <p:spPr>
          <a:xfrm>
            <a:off x="7982730" y="3985939"/>
            <a:ext cx="762000" cy="762000"/>
          </a:xfrm>
          <a:prstGeom prst="rect">
            <a:avLst/>
          </a:prstGeom>
          <a:noFill/>
          <a:ln>
            <a:noFill/>
          </a:ln>
        </p:spPr>
      </p:pic>
      <p:grpSp>
        <p:nvGrpSpPr>
          <p:cNvPr id="1249" name="Google Shape;1249;p72"/>
          <p:cNvGrpSpPr/>
          <p:nvPr/>
        </p:nvGrpSpPr>
        <p:grpSpPr>
          <a:xfrm>
            <a:off x="5475314" y="1899915"/>
            <a:ext cx="1233548" cy="400200"/>
            <a:chOff x="9030285" y="1083983"/>
            <a:chExt cx="1233548" cy="400200"/>
          </a:xfrm>
        </p:grpSpPr>
        <p:pic>
          <p:nvPicPr>
            <p:cNvPr id="1250" name="Google Shape;1250;p72"/>
            <p:cNvPicPr preferRelativeResize="0"/>
            <p:nvPr/>
          </p:nvPicPr>
          <p:blipFill>
            <a:blip r:embed="rId7">
              <a:alphaModFix/>
            </a:blip>
            <a:stretch>
              <a:fillRect/>
            </a:stretch>
          </p:blipFill>
          <p:spPr>
            <a:xfrm>
              <a:off x="9030285" y="1083983"/>
              <a:ext cx="400200" cy="400200"/>
            </a:xfrm>
            <a:prstGeom prst="rect">
              <a:avLst/>
            </a:prstGeom>
            <a:noFill/>
            <a:ln>
              <a:noFill/>
            </a:ln>
          </p:spPr>
        </p:pic>
        <p:sp>
          <p:nvSpPr>
            <p:cNvPr id="1251" name="Google Shape;1251;p72"/>
            <p:cNvSpPr txBox="1"/>
            <p:nvPr/>
          </p:nvSpPr>
          <p:spPr>
            <a:xfrm>
              <a:off x="9411833" y="1114733"/>
              <a:ext cx="85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Automation</a:t>
              </a:r>
              <a:endParaRPr sz="1000">
                <a:latin typeface="Overpass Light"/>
                <a:ea typeface="Overpass Light"/>
                <a:cs typeface="Overpass Light"/>
                <a:sym typeface="Overpass Light"/>
              </a:endParaRPr>
            </a:p>
          </p:txBody>
        </p:sp>
      </p:grpSp>
      <p:grpSp>
        <p:nvGrpSpPr>
          <p:cNvPr id="1252" name="Google Shape;1252;p72"/>
          <p:cNvGrpSpPr/>
          <p:nvPr/>
        </p:nvGrpSpPr>
        <p:grpSpPr>
          <a:xfrm>
            <a:off x="3901681" y="1899915"/>
            <a:ext cx="1113243" cy="400200"/>
            <a:chOff x="9030285" y="1562396"/>
            <a:chExt cx="1113243" cy="400200"/>
          </a:xfrm>
        </p:grpSpPr>
        <p:pic>
          <p:nvPicPr>
            <p:cNvPr id="1253" name="Google Shape;1253;p72"/>
            <p:cNvPicPr preferRelativeResize="0"/>
            <p:nvPr/>
          </p:nvPicPr>
          <p:blipFill>
            <a:blip r:embed="rId8">
              <a:alphaModFix/>
            </a:blip>
            <a:stretch>
              <a:fillRect/>
            </a:stretch>
          </p:blipFill>
          <p:spPr>
            <a:xfrm>
              <a:off x="9030285" y="1562396"/>
              <a:ext cx="400200" cy="400200"/>
            </a:xfrm>
            <a:prstGeom prst="rect">
              <a:avLst/>
            </a:prstGeom>
            <a:noFill/>
            <a:ln>
              <a:noFill/>
            </a:ln>
          </p:spPr>
        </p:pic>
        <p:sp>
          <p:nvSpPr>
            <p:cNvPr id="1254" name="Google Shape;1254;p72"/>
            <p:cNvSpPr txBox="1"/>
            <p:nvPr/>
          </p:nvSpPr>
          <p:spPr>
            <a:xfrm>
              <a:off x="9411828" y="1593156"/>
              <a:ext cx="73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Lifecycle</a:t>
              </a:r>
              <a:endParaRPr sz="1000">
                <a:latin typeface="Overpass Light"/>
                <a:ea typeface="Overpass Light"/>
                <a:cs typeface="Overpass Light"/>
                <a:sym typeface="Overpass Light"/>
              </a:endParaRPr>
            </a:p>
          </p:txBody>
        </p:sp>
      </p:grpSp>
      <p:grpSp>
        <p:nvGrpSpPr>
          <p:cNvPr id="1255" name="Google Shape;1255;p72"/>
          <p:cNvGrpSpPr/>
          <p:nvPr/>
        </p:nvGrpSpPr>
        <p:grpSpPr>
          <a:xfrm>
            <a:off x="2096410" y="1899925"/>
            <a:ext cx="1344880" cy="400200"/>
            <a:chOff x="9030285" y="2040808"/>
            <a:chExt cx="1420448" cy="400200"/>
          </a:xfrm>
        </p:grpSpPr>
        <p:pic>
          <p:nvPicPr>
            <p:cNvPr id="1256" name="Google Shape;1256;p72"/>
            <p:cNvPicPr preferRelativeResize="0"/>
            <p:nvPr/>
          </p:nvPicPr>
          <p:blipFill>
            <a:blip r:embed="rId9">
              <a:alphaModFix/>
            </a:blip>
            <a:stretch>
              <a:fillRect/>
            </a:stretch>
          </p:blipFill>
          <p:spPr>
            <a:xfrm>
              <a:off x="9030285" y="2040808"/>
              <a:ext cx="400200" cy="400200"/>
            </a:xfrm>
            <a:prstGeom prst="rect">
              <a:avLst/>
            </a:prstGeom>
            <a:noFill/>
            <a:ln>
              <a:noFill/>
            </a:ln>
          </p:spPr>
        </p:pic>
        <p:sp>
          <p:nvSpPr>
            <p:cNvPr id="1257" name="Google Shape;1257;p72"/>
            <p:cNvSpPr txBox="1"/>
            <p:nvPr/>
          </p:nvSpPr>
          <p:spPr>
            <a:xfrm>
              <a:off x="9411833" y="2071558"/>
              <a:ext cx="103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Security/SSO</a:t>
              </a:r>
              <a:endParaRPr sz="1000">
                <a:latin typeface="Overpass Light"/>
                <a:ea typeface="Overpass Light"/>
                <a:cs typeface="Overpass Light"/>
                <a:sym typeface="Overpass Light"/>
              </a:endParaRPr>
            </a:p>
          </p:txBody>
        </p:sp>
      </p:grpSp>
      <p:grpSp>
        <p:nvGrpSpPr>
          <p:cNvPr id="1258" name="Google Shape;1258;p72"/>
          <p:cNvGrpSpPr/>
          <p:nvPr/>
        </p:nvGrpSpPr>
        <p:grpSpPr>
          <a:xfrm>
            <a:off x="7169253" y="1899915"/>
            <a:ext cx="1248242" cy="400200"/>
            <a:chOff x="9030285" y="2519221"/>
            <a:chExt cx="1248242" cy="400200"/>
          </a:xfrm>
        </p:grpSpPr>
        <p:pic>
          <p:nvPicPr>
            <p:cNvPr id="1259" name="Google Shape;1259;p72"/>
            <p:cNvPicPr preferRelativeResize="0"/>
            <p:nvPr/>
          </p:nvPicPr>
          <p:blipFill>
            <a:blip r:embed="rId10">
              <a:alphaModFix/>
            </a:blip>
            <a:stretch>
              <a:fillRect/>
            </a:stretch>
          </p:blipFill>
          <p:spPr>
            <a:xfrm>
              <a:off x="9030285" y="2519221"/>
              <a:ext cx="400200" cy="400200"/>
            </a:xfrm>
            <a:prstGeom prst="rect">
              <a:avLst/>
            </a:prstGeom>
            <a:noFill/>
            <a:ln>
              <a:noFill/>
            </a:ln>
          </p:spPr>
        </p:pic>
        <p:sp>
          <p:nvSpPr>
            <p:cNvPr id="1260" name="Google Shape;1260;p72"/>
            <p:cNvSpPr txBox="1"/>
            <p:nvPr/>
          </p:nvSpPr>
          <p:spPr>
            <a:xfrm>
              <a:off x="9411827" y="2549981"/>
              <a:ext cx="86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Compliance</a:t>
              </a:r>
              <a:endParaRPr sz="1000">
                <a:latin typeface="Overpass Light"/>
                <a:ea typeface="Overpass Light"/>
                <a:cs typeface="Overpass Light"/>
                <a:sym typeface="Overpass Light"/>
              </a:endParaRPr>
            </a:p>
          </p:txBody>
        </p:sp>
      </p:grpSp>
      <p:grpSp>
        <p:nvGrpSpPr>
          <p:cNvPr id="1261" name="Google Shape;1261;p72"/>
          <p:cNvGrpSpPr/>
          <p:nvPr/>
        </p:nvGrpSpPr>
        <p:grpSpPr>
          <a:xfrm>
            <a:off x="8877885" y="1899915"/>
            <a:ext cx="1409040" cy="400200"/>
            <a:chOff x="9030285" y="2997633"/>
            <a:chExt cx="1409040" cy="400200"/>
          </a:xfrm>
        </p:grpSpPr>
        <p:pic>
          <p:nvPicPr>
            <p:cNvPr id="1262" name="Google Shape;1262;p72"/>
            <p:cNvPicPr preferRelativeResize="0"/>
            <p:nvPr/>
          </p:nvPicPr>
          <p:blipFill>
            <a:blip r:embed="rId11">
              <a:alphaModFix/>
            </a:blip>
            <a:stretch>
              <a:fillRect/>
            </a:stretch>
          </p:blipFill>
          <p:spPr>
            <a:xfrm>
              <a:off x="9030285" y="2997633"/>
              <a:ext cx="400200" cy="400200"/>
            </a:xfrm>
            <a:prstGeom prst="rect">
              <a:avLst/>
            </a:prstGeom>
            <a:noFill/>
            <a:ln>
              <a:noFill/>
            </a:ln>
          </p:spPr>
        </p:pic>
        <p:sp>
          <p:nvSpPr>
            <p:cNvPr id="1263" name="Google Shape;1263;p72"/>
            <p:cNvSpPr txBox="1"/>
            <p:nvPr/>
          </p:nvSpPr>
          <p:spPr>
            <a:xfrm>
              <a:off x="9411825" y="3028394"/>
              <a:ext cx="10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Configuration</a:t>
              </a:r>
              <a:endParaRPr sz="1000">
                <a:latin typeface="Overpass Light"/>
                <a:ea typeface="Overpass Light"/>
                <a:cs typeface="Overpass Light"/>
                <a:sym typeface="Overpass Light"/>
              </a:endParaRPr>
            </a:p>
          </p:txBody>
        </p:sp>
      </p:grpSp>
      <p:pic>
        <p:nvPicPr>
          <p:cNvPr id="1264" name="Google Shape;1264;p72"/>
          <p:cNvPicPr preferRelativeResize="0"/>
          <p:nvPr/>
        </p:nvPicPr>
        <p:blipFill rotWithShape="1">
          <a:blip r:embed="rId12">
            <a:alphaModFix/>
          </a:blip>
          <a:srcRect b="13752" l="0" r="0" t="16966"/>
          <a:stretch/>
        </p:blipFill>
        <p:spPr>
          <a:xfrm>
            <a:off x="142628" y="3592950"/>
            <a:ext cx="1344875" cy="861000"/>
          </a:xfrm>
          <a:prstGeom prst="rect">
            <a:avLst/>
          </a:prstGeom>
          <a:noFill/>
          <a:ln>
            <a:noFill/>
          </a:ln>
        </p:spPr>
      </p:pic>
      <p:sp>
        <p:nvSpPr>
          <p:cNvPr id="1265" name="Google Shape;1265;p72"/>
          <p:cNvSpPr txBox="1"/>
          <p:nvPr/>
        </p:nvSpPr>
        <p:spPr>
          <a:xfrm>
            <a:off x="107138" y="1801125"/>
            <a:ext cx="126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Hybrid Cloud</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Services</a:t>
            </a:r>
            <a:endParaRPr>
              <a:latin typeface="Overpass Light"/>
              <a:ea typeface="Overpass Light"/>
              <a:cs typeface="Overpass Light"/>
              <a:sym typeface="Overpass Light"/>
            </a:endParaRPr>
          </a:p>
        </p:txBody>
      </p:sp>
      <p:cxnSp>
        <p:nvCxnSpPr>
          <p:cNvPr id="1266" name="Google Shape;1266;p72"/>
          <p:cNvCxnSpPr>
            <a:stCxn id="1264" idx="0"/>
          </p:cNvCxnSpPr>
          <p:nvPr/>
        </p:nvCxnSpPr>
        <p:spPr>
          <a:xfrm rot="-5400000">
            <a:off x="1221116" y="2562900"/>
            <a:ext cx="624000" cy="1436100"/>
          </a:xfrm>
          <a:prstGeom prst="curvedConnector2">
            <a:avLst/>
          </a:prstGeom>
          <a:noFill/>
          <a:ln cap="flat" cmpd="sng" w="19050">
            <a:solidFill>
              <a:schemeClr val="dk1"/>
            </a:solidFill>
            <a:prstDash val="solid"/>
            <a:round/>
            <a:headEnd len="med" w="med" type="triangle"/>
            <a:tailEnd len="med" w="med" type="triangle"/>
          </a:ln>
        </p:spPr>
      </p:cxnSp>
      <p:sp>
        <p:nvSpPr>
          <p:cNvPr id="1267" name="Google Shape;1267;p72"/>
          <p:cNvSpPr txBox="1"/>
          <p:nvPr/>
        </p:nvSpPr>
        <p:spPr>
          <a:xfrm>
            <a:off x="8187100" y="2769446"/>
            <a:ext cx="14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Native AD Trust</a:t>
            </a:r>
            <a:endParaRPr>
              <a:latin typeface="Overpass Light"/>
              <a:ea typeface="Overpass Light"/>
              <a:cs typeface="Overpass Light"/>
              <a:sym typeface="Overpass Light"/>
            </a:endParaRPr>
          </a:p>
        </p:txBody>
      </p:sp>
      <p:grpSp>
        <p:nvGrpSpPr>
          <p:cNvPr id="1268" name="Google Shape;1268;p72"/>
          <p:cNvGrpSpPr/>
          <p:nvPr/>
        </p:nvGrpSpPr>
        <p:grpSpPr>
          <a:xfrm>
            <a:off x="7832228" y="4664966"/>
            <a:ext cx="1063003" cy="320100"/>
            <a:chOff x="7850298" y="5712472"/>
            <a:chExt cx="1063003" cy="320100"/>
          </a:xfrm>
        </p:grpSpPr>
        <p:grpSp>
          <p:nvGrpSpPr>
            <p:cNvPr id="1269" name="Google Shape;1269;p72"/>
            <p:cNvGrpSpPr/>
            <p:nvPr/>
          </p:nvGrpSpPr>
          <p:grpSpPr>
            <a:xfrm>
              <a:off x="8221825" y="5712503"/>
              <a:ext cx="320025" cy="320039"/>
              <a:chOff x="3734825" y="5794325"/>
              <a:chExt cx="494400" cy="496800"/>
            </a:xfrm>
          </p:grpSpPr>
          <p:sp>
            <p:nvSpPr>
              <p:cNvPr id="1270" name="Google Shape;1270;p7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71" name="Google Shape;1271;p7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272" name="Google Shape;1272;p72"/>
            <p:cNvGrpSpPr/>
            <p:nvPr/>
          </p:nvGrpSpPr>
          <p:grpSpPr>
            <a:xfrm>
              <a:off x="8593276" y="5712502"/>
              <a:ext cx="320025" cy="320041"/>
              <a:chOff x="4343234" y="4889450"/>
              <a:chExt cx="494400" cy="496803"/>
            </a:xfrm>
          </p:grpSpPr>
          <p:sp>
            <p:nvSpPr>
              <p:cNvPr id="1273" name="Google Shape;1273;p7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74" name="Google Shape;1274;p7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275" name="Google Shape;1275;p72"/>
            <p:cNvGrpSpPr/>
            <p:nvPr/>
          </p:nvGrpSpPr>
          <p:grpSpPr>
            <a:xfrm>
              <a:off x="7850298" y="5712472"/>
              <a:ext cx="320100" cy="320100"/>
              <a:chOff x="7850298" y="5716815"/>
              <a:chExt cx="320100" cy="320100"/>
            </a:xfrm>
          </p:grpSpPr>
          <p:pic>
            <p:nvPicPr>
              <p:cNvPr id="1276" name="Google Shape;1276;p7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277" name="Google Shape;1277;p7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78" name="Google Shape;1278;p72"/>
          <p:cNvGrpSpPr/>
          <p:nvPr/>
        </p:nvGrpSpPr>
        <p:grpSpPr>
          <a:xfrm>
            <a:off x="9185518" y="3464175"/>
            <a:ext cx="1405200" cy="1765950"/>
            <a:chOff x="9138222" y="3768075"/>
            <a:chExt cx="1405200" cy="1765950"/>
          </a:xfrm>
        </p:grpSpPr>
        <p:sp>
          <p:nvSpPr>
            <p:cNvPr id="1279" name="Google Shape;1279;p72"/>
            <p:cNvSpPr/>
            <p:nvPr/>
          </p:nvSpPr>
          <p:spPr>
            <a:xfrm>
              <a:off x="9138222" y="3768225"/>
              <a:ext cx="1405200" cy="1765800"/>
            </a:xfrm>
            <a:prstGeom prst="rect">
              <a:avLst/>
            </a:prstGeom>
            <a:solidFill>
              <a:schemeClr val="lt1"/>
            </a:solidFill>
            <a:ln cap="flat" cmpd="sng" w="2857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72"/>
            <p:cNvSpPr txBox="1"/>
            <p:nvPr/>
          </p:nvSpPr>
          <p:spPr>
            <a:xfrm>
              <a:off x="9209457" y="3768075"/>
              <a:ext cx="126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3</a:t>
              </a:r>
              <a:endParaRPr>
                <a:latin typeface="Overpass Light"/>
                <a:ea typeface="Overpass Light"/>
                <a:cs typeface="Overpass Light"/>
                <a:sym typeface="Overpass Light"/>
              </a:endParaRPr>
            </a:p>
          </p:txBody>
        </p:sp>
        <p:pic>
          <p:nvPicPr>
            <p:cNvPr id="1281" name="Google Shape;1281;p72"/>
            <p:cNvPicPr preferRelativeResize="0"/>
            <p:nvPr/>
          </p:nvPicPr>
          <p:blipFill>
            <a:blip r:embed="rId6">
              <a:alphaModFix/>
            </a:blip>
            <a:stretch>
              <a:fillRect/>
            </a:stretch>
          </p:blipFill>
          <p:spPr>
            <a:xfrm>
              <a:off x="9459821" y="4289839"/>
              <a:ext cx="762000" cy="762000"/>
            </a:xfrm>
            <a:prstGeom prst="rect">
              <a:avLst/>
            </a:prstGeom>
            <a:noFill/>
            <a:ln>
              <a:noFill/>
            </a:ln>
          </p:spPr>
        </p:pic>
        <p:grpSp>
          <p:nvGrpSpPr>
            <p:cNvPr id="1282" name="Google Shape;1282;p72"/>
            <p:cNvGrpSpPr/>
            <p:nvPr/>
          </p:nvGrpSpPr>
          <p:grpSpPr>
            <a:xfrm>
              <a:off x="9309320" y="4968865"/>
              <a:ext cx="1063003" cy="320100"/>
              <a:chOff x="7850298" y="5712472"/>
              <a:chExt cx="1063003" cy="320100"/>
            </a:xfrm>
          </p:grpSpPr>
          <p:grpSp>
            <p:nvGrpSpPr>
              <p:cNvPr id="1283" name="Google Shape;1283;p72"/>
              <p:cNvGrpSpPr/>
              <p:nvPr/>
            </p:nvGrpSpPr>
            <p:grpSpPr>
              <a:xfrm>
                <a:off x="8221825" y="5712503"/>
                <a:ext cx="320025" cy="320039"/>
                <a:chOff x="3734825" y="5794325"/>
                <a:chExt cx="494400" cy="496800"/>
              </a:xfrm>
            </p:grpSpPr>
            <p:sp>
              <p:nvSpPr>
                <p:cNvPr id="1284" name="Google Shape;1284;p7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5" name="Google Shape;1285;p7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286" name="Google Shape;1286;p72"/>
              <p:cNvGrpSpPr/>
              <p:nvPr/>
            </p:nvGrpSpPr>
            <p:grpSpPr>
              <a:xfrm>
                <a:off x="8593276" y="5712502"/>
                <a:ext cx="320025" cy="320041"/>
                <a:chOff x="4343234" y="4889450"/>
                <a:chExt cx="494400" cy="496803"/>
              </a:xfrm>
            </p:grpSpPr>
            <p:sp>
              <p:nvSpPr>
                <p:cNvPr id="1287" name="Google Shape;1287;p7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8" name="Google Shape;1288;p7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289" name="Google Shape;1289;p72"/>
              <p:cNvGrpSpPr/>
              <p:nvPr/>
            </p:nvGrpSpPr>
            <p:grpSpPr>
              <a:xfrm>
                <a:off x="7850298" y="5712472"/>
                <a:ext cx="320100" cy="320100"/>
                <a:chOff x="7850298" y="5716815"/>
                <a:chExt cx="320100" cy="320100"/>
              </a:xfrm>
            </p:grpSpPr>
            <p:pic>
              <p:nvPicPr>
                <p:cNvPr id="1290" name="Google Shape;1290;p7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291" name="Google Shape;1291;p7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292" name="Google Shape;1292;p72"/>
          <p:cNvGrpSpPr/>
          <p:nvPr/>
        </p:nvGrpSpPr>
        <p:grpSpPr>
          <a:xfrm>
            <a:off x="3185384" y="3464184"/>
            <a:ext cx="1405200" cy="1765942"/>
            <a:chOff x="3187240" y="3768083"/>
            <a:chExt cx="1405200" cy="1765942"/>
          </a:xfrm>
        </p:grpSpPr>
        <p:sp>
          <p:nvSpPr>
            <p:cNvPr id="1293" name="Google Shape;1293;p72"/>
            <p:cNvSpPr/>
            <p:nvPr/>
          </p:nvSpPr>
          <p:spPr>
            <a:xfrm>
              <a:off x="3187240" y="3768225"/>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2"/>
            <p:cNvSpPr txBox="1"/>
            <p:nvPr/>
          </p:nvSpPr>
          <p:spPr>
            <a:xfrm>
              <a:off x="3228340" y="3768083"/>
              <a:ext cx="132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2</a:t>
              </a:r>
              <a:endParaRPr>
                <a:latin typeface="Overpass Light"/>
                <a:ea typeface="Overpass Light"/>
                <a:cs typeface="Overpass Light"/>
                <a:sym typeface="Overpass Light"/>
              </a:endParaRPr>
            </a:p>
          </p:txBody>
        </p:sp>
        <p:grpSp>
          <p:nvGrpSpPr>
            <p:cNvPr id="1295" name="Google Shape;1295;p72"/>
            <p:cNvGrpSpPr/>
            <p:nvPr/>
          </p:nvGrpSpPr>
          <p:grpSpPr>
            <a:xfrm>
              <a:off x="3358338" y="4968865"/>
              <a:ext cx="1063003" cy="320100"/>
              <a:chOff x="7850298" y="5712472"/>
              <a:chExt cx="1063003" cy="320100"/>
            </a:xfrm>
          </p:grpSpPr>
          <p:grpSp>
            <p:nvGrpSpPr>
              <p:cNvPr id="1296" name="Google Shape;1296;p72"/>
              <p:cNvGrpSpPr/>
              <p:nvPr/>
            </p:nvGrpSpPr>
            <p:grpSpPr>
              <a:xfrm>
                <a:off x="8221825" y="5712503"/>
                <a:ext cx="320025" cy="320039"/>
                <a:chOff x="3734825" y="5794325"/>
                <a:chExt cx="494400" cy="496800"/>
              </a:xfrm>
            </p:grpSpPr>
            <p:sp>
              <p:nvSpPr>
                <p:cNvPr id="1297" name="Google Shape;1297;p7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8" name="Google Shape;1298;p7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299" name="Google Shape;1299;p72"/>
              <p:cNvGrpSpPr/>
              <p:nvPr/>
            </p:nvGrpSpPr>
            <p:grpSpPr>
              <a:xfrm>
                <a:off x="8593276" y="5712502"/>
                <a:ext cx="320025" cy="320041"/>
                <a:chOff x="4343234" y="4889450"/>
                <a:chExt cx="494400" cy="496803"/>
              </a:xfrm>
            </p:grpSpPr>
            <p:sp>
              <p:nvSpPr>
                <p:cNvPr id="1300" name="Google Shape;1300;p7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01" name="Google Shape;1301;p7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302" name="Google Shape;1302;p72"/>
              <p:cNvGrpSpPr/>
              <p:nvPr/>
            </p:nvGrpSpPr>
            <p:grpSpPr>
              <a:xfrm>
                <a:off x="7850298" y="5712472"/>
                <a:ext cx="320100" cy="320100"/>
                <a:chOff x="7850298" y="5716815"/>
                <a:chExt cx="320100" cy="320100"/>
              </a:xfrm>
            </p:grpSpPr>
            <p:pic>
              <p:nvPicPr>
                <p:cNvPr id="1303" name="Google Shape;1303;p7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304" name="Google Shape;1304;p7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305" name="Google Shape;1305;p72"/>
          <p:cNvGrpSpPr/>
          <p:nvPr/>
        </p:nvGrpSpPr>
        <p:grpSpPr>
          <a:xfrm>
            <a:off x="1685350" y="3464192"/>
            <a:ext cx="1405200" cy="1765808"/>
            <a:chOff x="1685350" y="3768092"/>
            <a:chExt cx="1405200" cy="1765808"/>
          </a:xfrm>
        </p:grpSpPr>
        <p:sp>
          <p:nvSpPr>
            <p:cNvPr id="1306" name="Google Shape;1306;p72"/>
            <p:cNvSpPr/>
            <p:nvPr/>
          </p:nvSpPr>
          <p:spPr>
            <a:xfrm>
              <a:off x="1685350" y="3768100"/>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2"/>
            <p:cNvSpPr txBox="1"/>
            <p:nvPr/>
          </p:nvSpPr>
          <p:spPr>
            <a:xfrm>
              <a:off x="1756300" y="3768092"/>
              <a:ext cx="126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1</a:t>
              </a:r>
              <a:endParaRPr>
                <a:latin typeface="Overpass Light"/>
                <a:ea typeface="Overpass Light"/>
                <a:cs typeface="Overpass Light"/>
                <a:sym typeface="Overpass Light"/>
              </a:endParaRPr>
            </a:p>
          </p:txBody>
        </p:sp>
        <p:grpSp>
          <p:nvGrpSpPr>
            <p:cNvPr id="1308" name="Google Shape;1308;p72"/>
            <p:cNvGrpSpPr/>
            <p:nvPr/>
          </p:nvGrpSpPr>
          <p:grpSpPr>
            <a:xfrm>
              <a:off x="1856448" y="4968865"/>
              <a:ext cx="1063003" cy="320100"/>
              <a:chOff x="7850298" y="5712472"/>
              <a:chExt cx="1063003" cy="320100"/>
            </a:xfrm>
          </p:grpSpPr>
          <p:grpSp>
            <p:nvGrpSpPr>
              <p:cNvPr id="1309" name="Google Shape;1309;p72"/>
              <p:cNvGrpSpPr/>
              <p:nvPr/>
            </p:nvGrpSpPr>
            <p:grpSpPr>
              <a:xfrm>
                <a:off x="8221825" y="5712503"/>
                <a:ext cx="320025" cy="320039"/>
                <a:chOff x="3734825" y="5794325"/>
                <a:chExt cx="494400" cy="496800"/>
              </a:xfrm>
            </p:grpSpPr>
            <p:sp>
              <p:nvSpPr>
                <p:cNvPr id="1310" name="Google Shape;1310;p7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1" name="Google Shape;1311;p7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312" name="Google Shape;1312;p72"/>
              <p:cNvGrpSpPr/>
              <p:nvPr/>
            </p:nvGrpSpPr>
            <p:grpSpPr>
              <a:xfrm>
                <a:off x="8593276" y="5712502"/>
                <a:ext cx="320025" cy="320041"/>
                <a:chOff x="4343234" y="4889450"/>
                <a:chExt cx="494400" cy="496803"/>
              </a:xfrm>
            </p:grpSpPr>
            <p:sp>
              <p:nvSpPr>
                <p:cNvPr id="1313" name="Google Shape;1313;p7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4" name="Google Shape;1314;p7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315" name="Google Shape;1315;p72"/>
              <p:cNvGrpSpPr/>
              <p:nvPr/>
            </p:nvGrpSpPr>
            <p:grpSpPr>
              <a:xfrm>
                <a:off x="7850298" y="5712472"/>
                <a:ext cx="320100" cy="320100"/>
                <a:chOff x="7850298" y="5716815"/>
                <a:chExt cx="320100" cy="320100"/>
              </a:xfrm>
            </p:grpSpPr>
            <p:pic>
              <p:nvPicPr>
                <p:cNvPr id="1316" name="Google Shape;1316;p7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317" name="Google Shape;1317;p7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pic>
        <p:nvPicPr>
          <p:cNvPr id="1318" name="Google Shape;1318;p72"/>
          <p:cNvPicPr preferRelativeResize="0"/>
          <p:nvPr/>
        </p:nvPicPr>
        <p:blipFill rotWithShape="1">
          <a:blip r:embed="rId15">
            <a:alphaModFix/>
          </a:blip>
          <a:srcRect b="13122" l="12810" r="11523" t="12272"/>
          <a:stretch/>
        </p:blipFill>
        <p:spPr>
          <a:xfrm>
            <a:off x="5622400" y="2769446"/>
            <a:ext cx="406925" cy="400200"/>
          </a:xfrm>
          <a:prstGeom prst="rect">
            <a:avLst/>
          </a:prstGeom>
          <a:noFill/>
          <a:ln>
            <a:noFill/>
          </a:ln>
        </p:spPr>
      </p:pic>
      <p:grpSp>
        <p:nvGrpSpPr>
          <p:cNvPr id="1319" name="Google Shape;1319;p72"/>
          <p:cNvGrpSpPr/>
          <p:nvPr/>
        </p:nvGrpSpPr>
        <p:grpSpPr>
          <a:xfrm>
            <a:off x="6185451" y="3464175"/>
            <a:ext cx="1405200" cy="1765950"/>
            <a:chOff x="6162420" y="3768075"/>
            <a:chExt cx="1405200" cy="1765950"/>
          </a:xfrm>
        </p:grpSpPr>
        <p:sp>
          <p:nvSpPr>
            <p:cNvPr id="1320" name="Google Shape;1320;p72"/>
            <p:cNvSpPr/>
            <p:nvPr/>
          </p:nvSpPr>
          <p:spPr>
            <a:xfrm>
              <a:off x="6162420"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72"/>
            <p:cNvSpPr txBox="1"/>
            <p:nvPr/>
          </p:nvSpPr>
          <p:spPr>
            <a:xfrm>
              <a:off x="6162420" y="3768075"/>
              <a:ext cx="140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2</a:t>
              </a:r>
              <a:endParaRPr>
                <a:latin typeface="Overpass Light"/>
                <a:ea typeface="Overpass Light"/>
                <a:cs typeface="Overpass Light"/>
                <a:sym typeface="Overpass Light"/>
              </a:endParaRPr>
            </a:p>
          </p:txBody>
        </p:sp>
        <p:pic>
          <p:nvPicPr>
            <p:cNvPr id="1322" name="Google Shape;1322;p72"/>
            <p:cNvPicPr preferRelativeResize="0"/>
            <p:nvPr/>
          </p:nvPicPr>
          <p:blipFill>
            <a:blip r:embed="rId6">
              <a:alphaModFix/>
            </a:blip>
            <a:stretch>
              <a:fillRect/>
            </a:stretch>
          </p:blipFill>
          <p:spPr>
            <a:xfrm>
              <a:off x="6484020" y="4289839"/>
              <a:ext cx="762000" cy="762000"/>
            </a:xfrm>
            <a:prstGeom prst="rect">
              <a:avLst/>
            </a:prstGeom>
            <a:noFill/>
            <a:ln>
              <a:noFill/>
            </a:ln>
          </p:spPr>
        </p:pic>
        <p:grpSp>
          <p:nvGrpSpPr>
            <p:cNvPr id="1323" name="Google Shape;1323;p72"/>
            <p:cNvGrpSpPr/>
            <p:nvPr/>
          </p:nvGrpSpPr>
          <p:grpSpPr>
            <a:xfrm>
              <a:off x="6333518" y="4968865"/>
              <a:ext cx="1063003" cy="320100"/>
              <a:chOff x="7850298" y="5712472"/>
              <a:chExt cx="1063003" cy="320100"/>
            </a:xfrm>
          </p:grpSpPr>
          <p:grpSp>
            <p:nvGrpSpPr>
              <p:cNvPr id="1324" name="Google Shape;1324;p72"/>
              <p:cNvGrpSpPr/>
              <p:nvPr/>
            </p:nvGrpSpPr>
            <p:grpSpPr>
              <a:xfrm>
                <a:off x="8221825" y="5712503"/>
                <a:ext cx="320025" cy="320039"/>
                <a:chOff x="3734825" y="5794325"/>
                <a:chExt cx="494400" cy="496800"/>
              </a:xfrm>
            </p:grpSpPr>
            <p:sp>
              <p:nvSpPr>
                <p:cNvPr id="1325" name="Google Shape;1325;p7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6" name="Google Shape;1326;p7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327" name="Google Shape;1327;p72"/>
              <p:cNvGrpSpPr/>
              <p:nvPr/>
            </p:nvGrpSpPr>
            <p:grpSpPr>
              <a:xfrm>
                <a:off x="8593276" y="5712502"/>
                <a:ext cx="320025" cy="320041"/>
                <a:chOff x="4343234" y="4889450"/>
                <a:chExt cx="494400" cy="496803"/>
              </a:xfrm>
            </p:grpSpPr>
            <p:sp>
              <p:nvSpPr>
                <p:cNvPr id="1328" name="Google Shape;1328;p7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9" name="Google Shape;1329;p7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330" name="Google Shape;1330;p72"/>
              <p:cNvGrpSpPr/>
              <p:nvPr/>
            </p:nvGrpSpPr>
            <p:grpSpPr>
              <a:xfrm>
                <a:off x="7850298" y="5712472"/>
                <a:ext cx="320100" cy="320100"/>
                <a:chOff x="7850298" y="5716815"/>
                <a:chExt cx="320100" cy="320100"/>
              </a:xfrm>
            </p:grpSpPr>
            <p:pic>
              <p:nvPicPr>
                <p:cNvPr id="1331" name="Google Shape;1331;p7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332" name="Google Shape;1332;p7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333" name="Google Shape;1333;p72"/>
          <p:cNvSpPr txBox="1"/>
          <p:nvPr>
            <p:ph idx="4294967295" type="subTitle"/>
          </p:nvPr>
        </p:nvSpPr>
        <p:spPr>
          <a:xfrm>
            <a:off x="885125" y="133378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chemeClr val="accent2"/>
                </a:solidFill>
              </a:rPr>
              <a:t>Common Code and Process Across All Environments</a:t>
            </a:r>
            <a:endParaRPr>
              <a:solidFill>
                <a:schemeClr val="accent2"/>
              </a:solidFill>
            </a:endParaRPr>
          </a:p>
        </p:txBody>
      </p:sp>
      <p:sp>
        <p:nvSpPr>
          <p:cNvPr id="1334" name="Google Shape;1334;p72"/>
          <p:cNvSpPr/>
          <p:nvPr/>
        </p:nvSpPr>
        <p:spPr>
          <a:xfrm>
            <a:off x="10679075" y="1671450"/>
            <a:ext cx="1479900" cy="4154400"/>
          </a:xfrm>
          <a:prstGeom prst="rect">
            <a:avLst/>
          </a:prstGeom>
          <a:solidFill>
            <a:schemeClr val="lt1"/>
          </a:solidFill>
          <a:ln cap="flat" cmpd="sng" w="2857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335" name="Google Shape;1335;p72"/>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solidFill>
                  <a:schemeClr val="accent1"/>
                </a:solidFill>
              </a:rPr>
              <a:t>Red Hat Infrastructure Standard Adoption Model</a:t>
            </a:r>
            <a:endParaRPr/>
          </a:p>
        </p:txBody>
      </p:sp>
      <p:grpSp>
        <p:nvGrpSpPr>
          <p:cNvPr id="1336" name="Google Shape;1336;p72"/>
          <p:cNvGrpSpPr/>
          <p:nvPr/>
        </p:nvGrpSpPr>
        <p:grpSpPr>
          <a:xfrm>
            <a:off x="4685417" y="3464175"/>
            <a:ext cx="1405200" cy="1765950"/>
            <a:chOff x="4698359" y="3768075"/>
            <a:chExt cx="1405200" cy="1765950"/>
          </a:xfrm>
        </p:grpSpPr>
        <p:sp>
          <p:nvSpPr>
            <p:cNvPr id="1337" name="Google Shape;1337;p72"/>
            <p:cNvSpPr/>
            <p:nvPr/>
          </p:nvSpPr>
          <p:spPr>
            <a:xfrm>
              <a:off x="4698359"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2"/>
            <p:cNvSpPr txBox="1"/>
            <p:nvPr/>
          </p:nvSpPr>
          <p:spPr>
            <a:xfrm>
              <a:off x="4729811" y="376807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1</a:t>
              </a:r>
              <a:endParaRPr>
                <a:latin typeface="Overpass Light"/>
                <a:ea typeface="Overpass Light"/>
                <a:cs typeface="Overpass Light"/>
                <a:sym typeface="Overpass Light"/>
              </a:endParaRPr>
            </a:p>
          </p:txBody>
        </p:sp>
        <p:grpSp>
          <p:nvGrpSpPr>
            <p:cNvPr id="1339" name="Google Shape;1339;p72"/>
            <p:cNvGrpSpPr/>
            <p:nvPr/>
          </p:nvGrpSpPr>
          <p:grpSpPr>
            <a:xfrm>
              <a:off x="4869458" y="4968865"/>
              <a:ext cx="1063003" cy="320100"/>
              <a:chOff x="7850298" y="5712472"/>
              <a:chExt cx="1063003" cy="320100"/>
            </a:xfrm>
          </p:grpSpPr>
          <p:grpSp>
            <p:nvGrpSpPr>
              <p:cNvPr id="1340" name="Google Shape;1340;p72"/>
              <p:cNvGrpSpPr/>
              <p:nvPr/>
            </p:nvGrpSpPr>
            <p:grpSpPr>
              <a:xfrm>
                <a:off x="8221825" y="5712503"/>
                <a:ext cx="320025" cy="320039"/>
                <a:chOff x="3734825" y="5794325"/>
                <a:chExt cx="494400" cy="496800"/>
              </a:xfrm>
            </p:grpSpPr>
            <p:sp>
              <p:nvSpPr>
                <p:cNvPr id="1341" name="Google Shape;1341;p7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2" name="Google Shape;1342;p7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343" name="Google Shape;1343;p72"/>
              <p:cNvGrpSpPr/>
              <p:nvPr/>
            </p:nvGrpSpPr>
            <p:grpSpPr>
              <a:xfrm>
                <a:off x="8593276" y="5712502"/>
                <a:ext cx="320025" cy="320041"/>
                <a:chOff x="4343234" y="4889450"/>
                <a:chExt cx="494400" cy="496803"/>
              </a:xfrm>
            </p:grpSpPr>
            <p:sp>
              <p:nvSpPr>
                <p:cNvPr id="1344" name="Google Shape;1344;p7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5" name="Google Shape;1345;p7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346" name="Google Shape;1346;p72"/>
              <p:cNvGrpSpPr/>
              <p:nvPr/>
            </p:nvGrpSpPr>
            <p:grpSpPr>
              <a:xfrm>
                <a:off x="7850298" y="5712472"/>
                <a:ext cx="320100" cy="320100"/>
                <a:chOff x="7850298" y="5716815"/>
                <a:chExt cx="320100" cy="320100"/>
              </a:xfrm>
            </p:grpSpPr>
            <p:pic>
              <p:nvPicPr>
                <p:cNvPr id="1347" name="Google Shape;1347;p7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348" name="Google Shape;1348;p7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349" name="Google Shape;1349;p72"/>
            <p:cNvPicPr preferRelativeResize="0"/>
            <p:nvPr/>
          </p:nvPicPr>
          <p:blipFill>
            <a:blip r:embed="rId6">
              <a:alphaModFix/>
            </a:blip>
            <a:stretch>
              <a:fillRect/>
            </a:stretch>
          </p:blipFill>
          <p:spPr>
            <a:xfrm>
              <a:off x="5019959" y="4289839"/>
              <a:ext cx="762000" cy="762000"/>
            </a:xfrm>
            <a:prstGeom prst="rect">
              <a:avLst/>
            </a:prstGeom>
            <a:noFill/>
            <a:ln>
              <a:noFill/>
            </a:ln>
          </p:spPr>
        </p:pic>
      </p:grpSp>
      <p:cxnSp>
        <p:nvCxnSpPr>
          <p:cNvPr id="1350" name="Google Shape;1350;p72"/>
          <p:cNvCxnSpPr>
            <a:stCxn id="1239" idx="3"/>
            <a:endCxn id="1267" idx="1"/>
          </p:cNvCxnSpPr>
          <p:nvPr/>
        </p:nvCxnSpPr>
        <p:spPr>
          <a:xfrm>
            <a:off x="7281647" y="2969546"/>
            <a:ext cx="905400" cy="0"/>
          </a:xfrm>
          <a:prstGeom prst="straightConnector1">
            <a:avLst/>
          </a:prstGeom>
          <a:noFill/>
          <a:ln cap="flat" cmpd="sng" w="9525">
            <a:solidFill>
              <a:schemeClr val="dk1"/>
            </a:solidFill>
            <a:prstDash val="solid"/>
            <a:round/>
            <a:headEnd len="med" w="med" type="none"/>
            <a:tailEnd len="med" w="med" type="none"/>
          </a:ln>
        </p:spPr>
      </p:cxnSp>
      <p:cxnSp>
        <p:nvCxnSpPr>
          <p:cNvPr id="1351" name="Google Shape;1351;p72"/>
          <p:cNvCxnSpPr>
            <a:stCxn id="1267" idx="3"/>
            <a:endCxn id="1352" idx="1"/>
          </p:cNvCxnSpPr>
          <p:nvPr/>
        </p:nvCxnSpPr>
        <p:spPr>
          <a:xfrm>
            <a:off x="9596200" y="2969546"/>
            <a:ext cx="1405200" cy="0"/>
          </a:xfrm>
          <a:prstGeom prst="straightConnector1">
            <a:avLst/>
          </a:prstGeom>
          <a:noFill/>
          <a:ln cap="flat" cmpd="sng" w="9525">
            <a:solidFill>
              <a:schemeClr val="dk1"/>
            </a:solidFill>
            <a:prstDash val="solid"/>
            <a:round/>
            <a:headEnd len="med" w="med" type="none"/>
            <a:tailEnd len="med" w="med" type="none"/>
          </a:ln>
        </p:spPr>
      </p:cxnSp>
      <p:pic>
        <p:nvPicPr>
          <p:cNvPr id="1352" name="Google Shape;1352;p72"/>
          <p:cNvPicPr preferRelativeResize="0"/>
          <p:nvPr/>
        </p:nvPicPr>
        <p:blipFill>
          <a:blip r:embed="rId16">
            <a:alphaModFix/>
          </a:blip>
          <a:stretch>
            <a:fillRect/>
          </a:stretch>
        </p:blipFill>
        <p:spPr>
          <a:xfrm>
            <a:off x="11001375" y="2588546"/>
            <a:ext cx="762000" cy="762000"/>
          </a:xfrm>
          <a:prstGeom prst="rect">
            <a:avLst/>
          </a:prstGeom>
          <a:noFill/>
          <a:ln>
            <a:noFill/>
          </a:ln>
        </p:spPr>
      </p:pic>
      <p:pic>
        <p:nvPicPr>
          <p:cNvPr id="1353" name="Google Shape;1353;p72"/>
          <p:cNvPicPr preferRelativeResize="0"/>
          <p:nvPr/>
        </p:nvPicPr>
        <p:blipFill rotWithShape="1">
          <a:blip r:embed="rId17">
            <a:alphaModFix/>
          </a:blip>
          <a:srcRect b="41733" l="0" r="0" t="38600"/>
          <a:stretch/>
        </p:blipFill>
        <p:spPr>
          <a:xfrm>
            <a:off x="10741200" y="3801375"/>
            <a:ext cx="1344875" cy="264493"/>
          </a:xfrm>
          <a:prstGeom prst="rect">
            <a:avLst/>
          </a:prstGeom>
          <a:noFill/>
          <a:ln>
            <a:noFill/>
          </a:ln>
        </p:spPr>
      </p:pic>
      <p:pic>
        <p:nvPicPr>
          <p:cNvPr id="1354" name="Google Shape;1354;p72"/>
          <p:cNvPicPr preferRelativeResize="0"/>
          <p:nvPr/>
        </p:nvPicPr>
        <p:blipFill>
          <a:blip r:embed="rId18">
            <a:alphaModFix/>
          </a:blip>
          <a:stretch>
            <a:fillRect/>
          </a:stretch>
        </p:blipFill>
        <p:spPr>
          <a:xfrm>
            <a:off x="10776975" y="3456500"/>
            <a:ext cx="1263300" cy="211409"/>
          </a:xfrm>
          <a:prstGeom prst="rect">
            <a:avLst/>
          </a:prstGeom>
          <a:noFill/>
          <a:ln>
            <a:noFill/>
          </a:ln>
        </p:spPr>
      </p:pic>
      <p:sp>
        <p:nvSpPr>
          <p:cNvPr id="1355" name="Google Shape;1355;p72"/>
          <p:cNvSpPr/>
          <p:nvPr/>
        </p:nvSpPr>
        <p:spPr>
          <a:xfrm>
            <a:off x="1681625" y="5329050"/>
            <a:ext cx="8904900" cy="496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6" name="Google Shape;1356;p72"/>
          <p:cNvPicPr preferRelativeResize="0"/>
          <p:nvPr/>
        </p:nvPicPr>
        <p:blipFill>
          <a:blip r:embed="rId19">
            <a:alphaModFix/>
          </a:blip>
          <a:stretch>
            <a:fillRect/>
          </a:stretch>
        </p:blipFill>
        <p:spPr>
          <a:xfrm>
            <a:off x="9644641" y="5499883"/>
            <a:ext cx="504000" cy="161587"/>
          </a:xfrm>
          <a:prstGeom prst="rect">
            <a:avLst/>
          </a:prstGeom>
          <a:noFill/>
          <a:ln>
            <a:noFill/>
          </a:ln>
        </p:spPr>
      </p:pic>
      <p:pic>
        <p:nvPicPr>
          <p:cNvPr id="1357" name="Google Shape;1357;p72"/>
          <p:cNvPicPr preferRelativeResize="0"/>
          <p:nvPr/>
        </p:nvPicPr>
        <p:blipFill>
          <a:blip r:embed="rId20">
            <a:alphaModFix/>
          </a:blip>
          <a:stretch>
            <a:fillRect/>
          </a:stretch>
        </p:blipFill>
        <p:spPr>
          <a:xfrm>
            <a:off x="3871485" y="5380573"/>
            <a:ext cx="663325" cy="400206"/>
          </a:xfrm>
          <a:prstGeom prst="rect">
            <a:avLst/>
          </a:prstGeom>
          <a:noFill/>
          <a:ln>
            <a:noFill/>
          </a:ln>
        </p:spPr>
      </p:pic>
      <p:pic>
        <p:nvPicPr>
          <p:cNvPr id="1358" name="Google Shape;1358;p72"/>
          <p:cNvPicPr preferRelativeResize="0"/>
          <p:nvPr/>
        </p:nvPicPr>
        <p:blipFill>
          <a:blip r:embed="rId21">
            <a:alphaModFix/>
          </a:blip>
          <a:stretch>
            <a:fillRect/>
          </a:stretch>
        </p:blipFill>
        <p:spPr>
          <a:xfrm>
            <a:off x="5846281" y="5372815"/>
            <a:ext cx="448200" cy="415722"/>
          </a:xfrm>
          <a:prstGeom prst="rect">
            <a:avLst/>
          </a:prstGeom>
          <a:noFill/>
          <a:ln>
            <a:noFill/>
          </a:ln>
        </p:spPr>
      </p:pic>
      <p:pic>
        <p:nvPicPr>
          <p:cNvPr id="1359" name="Google Shape;1359;p72"/>
          <p:cNvPicPr preferRelativeResize="0"/>
          <p:nvPr/>
        </p:nvPicPr>
        <p:blipFill>
          <a:blip r:embed="rId22">
            <a:alphaModFix/>
          </a:blip>
          <a:stretch>
            <a:fillRect/>
          </a:stretch>
        </p:blipFill>
        <p:spPr>
          <a:xfrm>
            <a:off x="7659240" y="5469737"/>
            <a:ext cx="731700" cy="221878"/>
          </a:xfrm>
          <a:prstGeom prst="rect">
            <a:avLst/>
          </a:prstGeom>
          <a:noFill/>
          <a:ln>
            <a:noFill/>
          </a:ln>
        </p:spPr>
      </p:pic>
      <p:pic>
        <p:nvPicPr>
          <p:cNvPr id="1360" name="Google Shape;1360;p72"/>
          <p:cNvPicPr preferRelativeResize="0"/>
          <p:nvPr/>
        </p:nvPicPr>
        <p:blipFill>
          <a:blip r:embed="rId23">
            <a:alphaModFix/>
          </a:blip>
          <a:stretch>
            <a:fillRect/>
          </a:stretch>
        </p:blipFill>
        <p:spPr>
          <a:xfrm>
            <a:off x="2157507" y="5363187"/>
            <a:ext cx="448200" cy="43497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366" name="Google Shape;1366;p73"/>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Adopting the Red Hat Infrastructure Standard</a:t>
            </a:r>
            <a:endParaRPr/>
          </a:p>
        </p:txBody>
      </p:sp>
      <p:sp>
        <p:nvSpPr>
          <p:cNvPr id="1367" name="Google Shape;1367;p73"/>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Navigate workshops</a:t>
            </a:r>
            <a:endParaRPr/>
          </a:p>
        </p:txBody>
      </p:sp>
      <p:sp>
        <p:nvSpPr>
          <p:cNvPr id="1368" name="Google Shape;1368;p7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7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374" name="Google Shape;1374;p74"/>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Atlas</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Clear view about focus points classified by areas of influence:</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Strategy</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Workloads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Dependencies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Operational Processes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Automation</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Access Control</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Security</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Monitoring</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Networking</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Supporting infrastructure</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Provisioning</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Objective: Ensure the coverage of key topics and discussions points that will be covered in the Analyse workshops.</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Topics </a:t>
            </a:r>
            <a:r>
              <a:rPr lang="en" sz="1300" u="sng">
                <a:latin typeface="Red Hat Display"/>
                <a:ea typeface="Red Hat Display"/>
                <a:cs typeface="Red Hat Display"/>
                <a:sym typeface="Red Hat Display"/>
              </a:rPr>
              <a:t>assist with steering</a:t>
            </a:r>
            <a:r>
              <a:rPr lang="en" sz="1300">
                <a:latin typeface="Red Hat Display"/>
                <a:ea typeface="Red Hat Display"/>
                <a:cs typeface="Red Hat Display"/>
                <a:sym typeface="Red Hat Display"/>
              </a:rPr>
              <a:t> the design consideration areas.</a:t>
            </a:r>
            <a:endParaRPr sz="1600">
              <a:latin typeface="Red Hat Display"/>
              <a:ea typeface="Red Hat Display"/>
              <a:cs typeface="Red Hat Display"/>
              <a:sym typeface="Red Hat Display"/>
            </a:endParaRPr>
          </a:p>
        </p:txBody>
      </p:sp>
      <p:sp>
        <p:nvSpPr>
          <p:cNvPr id="1375" name="Google Shape;1375;p74"/>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a:t>
            </a:r>
            <a:r>
              <a:rPr lang="en"/>
              <a:t>Navigate</a:t>
            </a:r>
            <a:r>
              <a:rPr lang="en">
                <a:latin typeface="Red Hat Display Medium"/>
                <a:ea typeface="Red Hat Display Medium"/>
                <a:cs typeface="Red Hat Display Medium"/>
                <a:sym typeface="Red Hat Display Medium"/>
              </a:rPr>
              <a:t> - Atlas Overview</a:t>
            </a:r>
            <a:endParaRPr>
              <a:latin typeface="Red Hat Display Medium"/>
              <a:ea typeface="Red Hat Display Medium"/>
              <a:cs typeface="Red Hat Display Medium"/>
              <a:sym typeface="Red Hat Display Medium"/>
            </a:endParaRPr>
          </a:p>
        </p:txBody>
      </p:sp>
      <p:sp>
        <p:nvSpPr>
          <p:cNvPr id="1376" name="Google Shape;1376;p7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377" name="Google Shape;1377;p74"/>
          <p:cNvPicPr preferRelativeResize="0"/>
          <p:nvPr/>
        </p:nvPicPr>
        <p:blipFill>
          <a:blip r:embed="rId3">
            <a:alphaModFix/>
          </a:blip>
          <a:stretch>
            <a:fillRect/>
          </a:stretch>
        </p:blipFill>
        <p:spPr>
          <a:xfrm>
            <a:off x="5739900" y="189075"/>
            <a:ext cx="6290524" cy="565471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7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383" name="Google Shape;1383;p75"/>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Kick off &amp; Strategy</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Topics to cover (example):</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Navigate Introduction</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Customer Strategy</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Workloads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Adoption</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Benefits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Application Landscape</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Personas</a:t>
            </a:r>
            <a:r>
              <a:rPr lang="en" sz="1300">
                <a:latin typeface="Red Hat Display"/>
                <a:ea typeface="Red Hat Display"/>
                <a:cs typeface="Red Hat Display"/>
                <a:sym typeface="Red Hat Display"/>
              </a:rPr>
              <a:t>: </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Business Sponsors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Enterprise Architects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Platform Architects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Network Architects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Security Architects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Application Architects / SMEs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Product Owners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(Senior) Engineers/SysAdmin</a:t>
            </a:r>
            <a:endParaRPr sz="1300">
              <a:latin typeface="Red Hat Display"/>
              <a:ea typeface="Red Hat Display"/>
              <a:cs typeface="Red Hat Display"/>
              <a:sym typeface="Red Hat Display"/>
            </a:endParaRPr>
          </a:p>
        </p:txBody>
      </p:sp>
      <p:sp>
        <p:nvSpPr>
          <p:cNvPr id="1384" name="Google Shape;1384;p7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 Workshops</a:t>
            </a:r>
            <a:endParaRPr sz="900"/>
          </a:p>
        </p:txBody>
      </p:sp>
      <p:sp>
        <p:nvSpPr>
          <p:cNvPr id="1385" name="Google Shape;1385;p7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386" name="Google Shape;1386;p75"/>
          <p:cNvPicPr preferRelativeResize="0"/>
          <p:nvPr/>
        </p:nvPicPr>
        <p:blipFill>
          <a:blip r:embed="rId3">
            <a:alphaModFix/>
          </a:blip>
          <a:stretch>
            <a:fillRect/>
          </a:stretch>
        </p:blipFill>
        <p:spPr>
          <a:xfrm>
            <a:off x="5237975" y="602600"/>
            <a:ext cx="6235825" cy="56938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7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392" name="Google Shape;1392;p76"/>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Workloads</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Topics to cover (example):</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Workloads: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Type of applications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Pipelines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Installations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Databases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Operations</a:t>
            </a:r>
            <a:endParaRPr sz="1300">
              <a:latin typeface="Red Hat Display"/>
              <a:ea typeface="Red Hat Display"/>
              <a:cs typeface="Red Hat Display"/>
              <a:sym typeface="Red Hat Display"/>
            </a:endParaRPr>
          </a:p>
          <a:p>
            <a:pPr indent="-387350" lvl="1" marL="12192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Automation</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Personas</a:t>
            </a:r>
            <a:r>
              <a:rPr lang="en" sz="1300">
                <a:latin typeface="Red Hat Display"/>
                <a:ea typeface="Red Hat Display"/>
                <a:cs typeface="Red Hat Display"/>
                <a:sym typeface="Red Hat Display"/>
              </a:rPr>
              <a:t>: </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Enterprise Architects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Platform Architects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Network Architects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Application Architects / SMEs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Product Owners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(Senior) Engineers/SysAdmin</a:t>
            </a:r>
            <a:endParaRPr sz="1300">
              <a:latin typeface="Red Hat Display"/>
              <a:ea typeface="Red Hat Display"/>
              <a:cs typeface="Red Hat Display"/>
              <a:sym typeface="Red Hat Display"/>
            </a:endParaRPr>
          </a:p>
        </p:txBody>
      </p:sp>
      <p:sp>
        <p:nvSpPr>
          <p:cNvPr id="1393" name="Google Shape;1393;p7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394" name="Google Shape;1394;p7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395" name="Google Shape;1395;p76"/>
          <p:cNvPicPr preferRelativeResize="0"/>
          <p:nvPr/>
        </p:nvPicPr>
        <p:blipFill>
          <a:blip r:embed="rId3">
            <a:alphaModFix/>
          </a:blip>
          <a:stretch>
            <a:fillRect/>
          </a:stretch>
        </p:blipFill>
        <p:spPr>
          <a:xfrm>
            <a:off x="5298775" y="733558"/>
            <a:ext cx="5351472" cy="539087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7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01" name="Google Shape;1401;p77"/>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Dependencies</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latin typeface="Red Hat Display"/>
                <a:ea typeface="Red Hat Display"/>
                <a:cs typeface="Red Hat Display"/>
                <a:sym typeface="Red Hat Display"/>
              </a:rPr>
              <a:t>Topics to cover (example):</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Identification of 3-party applications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Identity Providers</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Middleware</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latin typeface="Red Hat Display"/>
                <a:ea typeface="Red Hat Display"/>
                <a:cs typeface="Red Hat Display"/>
                <a:sym typeface="Red Hat Display"/>
              </a:rPr>
              <a:t>Managed Services</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Personas</a:t>
            </a:r>
            <a:r>
              <a:rPr lang="en" sz="1300">
                <a:latin typeface="Red Hat Display"/>
                <a:ea typeface="Red Hat Display"/>
                <a:cs typeface="Red Hat Display"/>
                <a:sym typeface="Red Hat Display"/>
              </a:rPr>
              <a:t>: </a:t>
            </a:r>
            <a:endParaRPr sz="1300">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solidFill>
                  <a:schemeClr val="dk1"/>
                </a:solidFill>
                <a:latin typeface="Red Hat Display"/>
                <a:ea typeface="Red Hat Display"/>
                <a:cs typeface="Red Hat Display"/>
                <a:sym typeface="Red Hat Display"/>
              </a:rPr>
              <a:t>Network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solidFill>
                  <a:schemeClr val="dk1"/>
                </a:solidFill>
                <a:latin typeface="Red Hat Display"/>
                <a:ea typeface="Red Hat Display"/>
                <a:cs typeface="Red Hat Display"/>
                <a:sym typeface="Red Hat Display"/>
              </a:rPr>
              <a:t>Security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latin typeface="Red Hat Display"/>
              <a:ea typeface="Red Hat Display"/>
              <a:cs typeface="Red Hat Display"/>
              <a:sym typeface="Red Hat Display"/>
            </a:endParaRPr>
          </a:p>
        </p:txBody>
      </p:sp>
      <p:sp>
        <p:nvSpPr>
          <p:cNvPr id="1402" name="Google Shape;1402;p7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03" name="Google Shape;1403;p7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04" name="Google Shape;1404;p77"/>
          <p:cNvPicPr preferRelativeResize="0"/>
          <p:nvPr/>
        </p:nvPicPr>
        <p:blipFill>
          <a:blip r:embed="rId3">
            <a:alphaModFix/>
          </a:blip>
          <a:stretch>
            <a:fillRect/>
          </a:stretch>
        </p:blipFill>
        <p:spPr>
          <a:xfrm>
            <a:off x="5536200" y="850146"/>
            <a:ext cx="5408999" cy="53908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7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10" name="Google Shape;1410;p78"/>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Security</a:t>
            </a:r>
            <a:endParaRPr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Security requirements:</a:t>
            </a:r>
            <a:endParaRPr sz="1300">
              <a:solidFill>
                <a:schemeClr val="dk1"/>
              </a:solidFill>
              <a:latin typeface="Red Hat Display"/>
              <a:ea typeface="Red Hat Display"/>
              <a:cs typeface="Red Hat Display"/>
              <a:sym typeface="Red Hat Display"/>
            </a:endParaRPr>
          </a:p>
          <a:p>
            <a:pPr indent="-387350" lvl="1" marL="12192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Regulatory aspects</a:t>
            </a:r>
            <a:endParaRPr sz="1300">
              <a:solidFill>
                <a:schemeClr val="dk1"/>
              </a:solidFill>
              <a:latin typeface="Red Hat Display"/>
              <a:ea typeface="Red Hat Display"/>
              <a:cs typeface="Red Hat Display"/>
              <a:sym typeface="Red Hat Display"/>
            </a:endParaRPr>
          </a:p>
          <a:p>
            <a:pPr indent="-387350" lvl="1" marL="12192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Compliance</a:t>
            </a:r>
            <a:endParaRPr sz="1300">
              <a:solidFill>
                <a:schemeClr val="dk1"/>
              </a:solidFill>
              <a:latin typeface="Red Hat Display"/>
              <a:ea typeface="Red Hat Display"/>
              <a:cs typeface="Red Hat Display"/>
              <a:sym typeface="Red Hat Display"/>
            </a:endParaRPr>
          </a:p>
          <a:p>
            <a:pPr indent="-387350" lvl="1" marL="12192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Internal</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Organization and teams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Auditing</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Enterprise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Network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Security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Security Engineers</a:t>
            </a:r>
            <a:endParaRPr sz="1300">
              <a:solidFill>
                <a:schemeClr val="dk1"/>
              </a:solidFill>
              <a:latin typeface="Red Hat Display"/>
              <a:ea typeface="Red Hat Display"/>
              <a:cs typeface="Red Hat Display"/>
              <a:sym typeface="Red Hat Display"/>
            </a:endParaRPr>
          </a:p>
        </p:txBody>
      </p:sp>
      <p:sp>
        <p:nvSpPr>
          <p:cNvPr id="1411" name="Google Shape;1411;p7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12" name="Google Shape;1412;p7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13" name="Google Shape;1413;p78"/>
          <p:cNvPicPr preferRelativeResize="0"/>
          <p:nvPr/>
        </p:nvPicPr>
        <p:blipFill>
          <a:blip r:embed="rId3">
            <a:alphaModFix/>
          </a:blip>
          <a:stretch>
            <a:fillRect/>
          </a:stretch>
        </p:blipFill>
        <p:spPr>
          <a:xfrm>
            <a:off x="5666500" y="839096"/>
            <a:ext cx="5173634" cy="539087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7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19" name="Google Shape;1419;p79"/>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Networking</a:t>
            </a:r>
            <a:endParaRPr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Network Access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Software defined networking, e.g. ACI</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Segregation and firewalls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Cloud connectivity</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Network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Network Engineers</a:t>
            </a:r>
            <a:endParaRPr sz="1300">
              <a:solidFill>
                <a:schemeClr val="dk1"/>
              </a:solidFill>
              <a:latin typeface="Red Hat Display"/>
              <a:ea typeface="Red Hat Display"/>
              <a:cs typeface="Red Hat Display"/>
              <a:sym typeface="Red Hat Display"/>
            </a:endParaRPr>
          </a:p>
        </p:txBody>
      </p:sp>
      <p:sp>
        <p:nvSpPr>
          <p:cNvPr id="1420" name="Google Shape;1420;p7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21" name="Google Shape;1421;p7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22" name="Google Shape;1422;p79"/>
          <p:cNvPicPr preferRelativeResize="0"/>
          <p:nvPr/>
        </p:nvPicPr>
        <p:blipFill>
          <a:blip r:embed="rId3">
            <a:alphaModFix/>
          </a:blip>
          <a:stretch>
            <a:fillRect/>
          </a:stretch>
        </p:blipFill>
        <p:spPr>
          <a:xfrm>
            <a:off x="5179775" y="800696"/>
            <a:ext cx="6351000" cy="525659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28" name="Google Shape;1428;p80"/>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Operational Processes</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Maintenance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Ways of Working</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Patching</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Quality of Service</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Enterprise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p:txBody>
      </p:sp>
      <p:sp>
        <p:nvSpPr>
          <p:cNvPr id="1429" name="Google Shape;1429;p8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30" name="Google Shape;1430;p8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31" name="Google Shape;1431;p80"/>
          <p:cNvPicPr preferRelativeResize="0"/>
          <p:nvPr/>
        </p:nvPicPr>
        <p:blipFill>
          <a:blip r:embed="rId3">
            <a:alphaModFix/>
          </a:blip>
          <a:stretch>
            <a:fillRect/>
          </a:stretch>
        </p:blipFill>
        <p:spPr>
          <a:xfrm>
            <a:off x="5367825" y="828021"/>
            <a:ext cx="6168169" cy="539087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8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37" name="Google Shape;1437;p81"/>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Supporting infrastructure and storage</a:t>
            </a:r>
            <a:endParaRPr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a:t>
            </a:r>
            <a:r>
              <a:rPr lang="en" sz="1300">
                <a:solidFill>
                  <a:schemeClr val="dk1"/>
                </a:solidFill>
                <a:latin typeface="Red Hat Display"/>
                <a:ea typeface="Red Hat Display"/>
                <a:cs typeface="Red Hat Display"/>
                <a:sym typeface="Red Hat Display"/>
              </a:rPr>
              <a:t>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Storage Types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Storage Access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Software Defined Stor</a:t>
            </a:r>
            <a:r>
              <a:rPr lang="en" sz="1300">
                <a:solidFill>
                  <a:schemeClr val="dk1"/>
                </a:solidFill>
                <a:latin typeface="Red Hat Display"/>
                <a:ea typeface="Red Hat Display"/>
                <a:cs typeface="Red Hat Display"/>
                <a:sym typeface="Red Hat Display"/>
              </a:rPr>
              <a:t>age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Storage processes and management</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Supporting infrastructure</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Storage Engineers</a:t>
            </a:r>
            <a:endParaRPr sz="1300">
              <a:solidFill>
                <a:schemeClr val="dk1"/>
              </a:solidFill>
              <a:latin typeface="Red Hat Display"/>
              <a:ea typeface="Red Hat Display"/>
              <a:cs typeface="Red Hat Display"/>
              <a:sym typeface="Red Hat Display"/>
            </a:endParaRPr>
          </a:p>
        </p:txBody>
      </p:sp>
      <p:sp>
        <p:nvSpPr>
          <p:cNvPr id="1438" name="Google Shape;1438;p8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39" name="Google Shape;1439;p8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40" name="Google Shape;1440;p81"/>
          <p:cNvPicPr preferRelativeResize="0"/>
          <p:nvPr/>
        </p:nvPicPr>
        <p:blipFill>
          <a:blip r:embed="rId3">
            <a:alphaModFix/>
          </a:blip>
          <a:stretch>
            <a:fillRect/>
          </a:stretch>
        </p:blipFill>
        <p:spPr>
          <a:xfrm>
            <a:off x="5688600" y="1314721"/>
            <a:ext cx="6351001" cy="49931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46" name="Google Shape;1446;p82"/>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Automation</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Current tooling</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Orchestration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Current standards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Toolset</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Enterprise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Automation Engineers</a:t>
            </a:r>
            <a:endParaRPr sz="1300">
              <a:solidFill>
                <a:schemeClr val="dk1"/>
              </a:solidFill>
              <a:latin typeface="Red Hat Display"/>
              <a:ea typeface="Red Hat Display"/>
              <a:cs typeface="Red Hat Display"/>
              <a:sym typeface="Red Hat Display"/>
            </a:endParaRPr>
          </a:p>
        </p:txBody>
      </p:sp>
      <p:sp>
        <p:nvSpPr>
          <p:cNvPr id="1447" name="Google Shape;1447;p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48" name="Google Shape;1448;p8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49" name="Google Shape;1449;p82"/>
          <p:cNvPicPr preferRelativeResize="0"/>
          <p:nvPr/>
        </p:nvPicPr>
        <p:blipFill>
          <a:blip r:embed="rId3">
            <a:alphaModFix/>
          </a:blip>
          <a:stretch>
            <a:fillRect/>
          </a:stretch>
        </p:blipFill>
        <p:spPr>
          <a:xfrm>
            <a:off x="5091275" y="1080196"/>
            <a:ext cx="6351002" cy="443570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8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55" name="Google Shape;1455;p83"/>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Monitoring</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b="1" sz="16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Monitoring platform</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Infrastructure monitoring</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monitoring</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Logging</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Chargeback</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Monitoring Engineers</a:t>
            </a:r>
            <a:endParaRPr sz="1300">
              <a:solidFill>
                <a:schemeClr val="dk1"/>
              </a:solidFill>
              <a:latin typeface="Red Hat Display"/>
              <a:ea typeface="Red Hat Display"/>
              <a:cs typeface="Red Hat Display"/>
              <a:sym typeface="Red Hat Display"/>
            </a:endParaRPr>
          </a:p>
        </p:txBody>
      </p:sp>
      <p:sp>
        <p:nvSpPr>
          <p:cNvPr id="1456" name="Google Shape;1456;p8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latin typeface="Red Hat Text SemiBold"/>
                <a:ea typeface="Red Hat Text SemiBold"/>
                <a:cs typeface="Red Hat Text SemiBold"/>
                <a:sym typeface="Red Hat Text SemiBold"/>
              </a:rPr>
              <a:t> - Workshops</a:t>
            </a:r>
            <a:endParaRPr sz="900">
              <a:latin typeface="Red Hat Text SemiBold"/>
              <a:ea typeface="Red Hat Text SemiBold"/>
              <a:cs typeface="Red Hat Text SemiBold"/>
              <a:sym typeface="Red Hat Text SemiBold"/>
            </a:endParaRPr>
          </a:p>
        </p:txBody>
      </p:sp>
      <p:sp>
        <p:nvSpPr>
          <p:cNvPr id="1457" name="Google Shape;1457;p8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58" name="Google Shape;1458;p83"/>
          <p:cNvPicPr preferRelativeResize="0"/>
          <p:nvPr/>
        </p:nvPicPr>
        <p:blipFill>
          <a:blip r:embed="rId3">
            <a:alphaModFix/>
          </a:blip>
          <a:stretch>
            <a:fillRect/>
          </a:stretch>
        </p:blipFill>
        <p:spPr>
          <a:xfrm>
            <a:off x="5080225" y="1127096"/>
            <a:ext cx="6351000" cy="511794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64" name="Google Shape;1464;p84"/>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Provisioning</a:t>
            </a:r>
            <a:endParaRPr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Configuration management</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Infrastructure as Code principals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Cloud, virtualization and hardware usage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Compliance</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Automation Engineers</a:t>
            </a:r>
            <a:endParaRPr sz="1300">
              <a:solidFill>
                <a:schemeClr val="dk1"/>
              </a:solidFill>
              <a:latin typeface="Red Hat Display"/>
              <a:ea typeface="Red Hat Display"/>
              <a:cs typeface="Red Hat Display"/>
              <a:sym typeface="Red Hat Display"/>
            </a:endParaRPr>
          </a:p>
        </p:txBody>
      </p:sp>
      <p:sp>
        <p:nvSpPr>
          <p:cNvPr id="1465" name="Google Shape;1465;p8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latin typeface="Red Hat Text SemiBold"/>
                <a:ea typeface="Red Hat Text SemiBold"/>
                <a:cs typeface="Red Hat Text SemiBold"/>
                <a:sym typeface="Red Hat Text SemiBold"/>
              </a:rPr>
              <a:t>- Workshops</a:t>
            </a:r>
            <a:endParaRPr sz="900">
              <a:latin typeface="Red Hat Text SemiBold"/>
              <a:ea typeface="Red Hat Text SemiBold"/>
              <a:cs typeface="Red Hat Text SemiBold"/>
              <a:sym typeface="Red Hat Text SemiBold"/>
            </a:endParaRPr>
          </a:p>
        </p:txBody>
      </p:sp>
      <p:sp>
        <p:nvSpPr>
          <p:cNvPr id="1466" name="Google Shape;1466;p8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67" name="Google Shape;1467;p84"/>
          <p:cNvPicPr preferRelativeResize="0"/>
          <p:nvPr/>
        </p:nvPicPr>
        <p:blipFill>
          <a:blip r:embed="rId3">
            <a:alphaModFix/>
          </a:blip>
          <a:stretch>
            <a:fillRect/>
          </a:stretch>
        </p:blipFill>
        <p:spPr>
          <a:xfrm>
            <a:off x="4980650" y="845958"/>
            <a:ext cx="6249866" cy="539088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8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73" name="Google Shape;1473;p85"/>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Access control</a:t>
            </a:r>
            <a:endParaRPr b="1"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b="1" sz="16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Organization and teams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RBAC model</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Integrations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Responsibilities and roles (RACI)</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Authentication and authorisation</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Enterprise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Security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Security Engineers</a:t>
            </a:r>
            <a:endParaRPr sz="1300">
              <a:solidFill>
                <a:schemeClr val="dk1"/>
              </a:solidFill>
              <a:latin typeface="Red Hat Display"/>
              <a:ea typeface="Red Hat Display"/>
              <a:cs typeface="Red Hat Display"/>
              <a:sym typeface="Red Hat Display"/>
            </a:endParaRPr>
          </a:p>
        </p:txBody>
      </p:sp>
      <p:sp>
        <p:nvSpPr>
          <p:cNvPr id="1474" name="Google Shape;1474;p8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75" name="Google Shape;1475;p8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76" name="Google Shape;1476;p85"/>
          <p:cNvPicPr preferRelativeResize="0"/>
          <p:nvPr/>
        </p:nvPicPr>
        <p:blipFill>
          <a:blip r:embed="rId3">
            <a:alphaModFix/>
          </a:blip>
          <a:stretch>
            <a:fillRect/>
          </a:stretch>
        </p:blipFill>
        <p:spPr>
          <a:xfrm>
            <a:off x="5688600" y="1314721"/>
            <a:ext cx="6351000" cy="538230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8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482" name="Google Shape;1482;p86"/>
          <p:cNvSpPr txBox="1"/>
          <p:nvPr/>
        </p:nvSpPr>
        <p:spPr>
          <a:xfrm>
            <a:off x="1075500" y="1127100"/>
            <a:ext cx="4460700" cy="434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1600">
                <a:latin typeface="Red Hat Display"/>
                <a:ea typeface="Red Hat Display"/>
                <a:cs typeface="Red Hat Display"/>
                <a:sym typeface="Red Hat Display"/>
              </a:rPr>
              <a:t>Wrap up &amp; Next steps</a:t>
            </a:r>
            <a:endParaRPr sz="1600">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t/>
            </a:r>
            <a:endParaRPr sz="1300">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Topics to cover (example):</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Present outcomes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Delivery of report</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Presentation of roadmap</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chemeClr val="dk1"/>
                </a:solidFill>
                <a:latin typeface="Red Hat Display"/>
                <a:ea typeface="Red Hat Display"/>
                <a:cs typeface="Red Hat Display"/>
                <a:sym typeface="Red Hat Display"/>
              </a:rPr>
              <a:t>Personas: </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Business Sponsors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Enterprise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Platform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Network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Security Architects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Application Architects / SMEs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Product Owners</a:t>
            </a:r>
            <a:endParaRPr sz="1300">
              <a:solidFill>
                <a:schemeClr val="dk1"/>
              </a:solidFill>
              <a:latin typeface="Red Hat Display"/>
              <a:ea typeface="Red Hat Display"/>
              <a:cs typeface="Red Hat Display"/>
              <a:sym typeface="Red Hat Display"/>
            </a:endParaRPr>
          </a:p>
          <a:p>
            <a:pPr indent="-387350" lvl="0" marL="609600" rtl="0" algn="l">
              <a:spcBef>
                <a:spcPts val="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(Senior) Engineers/SysAdmin</a:t>
            </a:r>
            <a:endParaRPr sz="1300">
              <a:solidFill>
                <a:schemeClr val="dk1"/>
              </a:solidFill>
              <a:latin typeface="Red Hat Display"/>
              <a:ea typeface="Red Hat Display"/>
              <a:cs typeface="Red Hat Display"/>
              <a:sym typeface="Red Hat Display"/>
            </a:endParaRPr>
          </a:p>
        </p:txBody>
      </p:sp>
      <p:sp>
        <p:nvSpPr>
          <p:cNvPr id="1483" name="Google Shape;1483;p8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IS Navigate</a:t>
            </a:r>
            <a:r>
              <a:rPr lang="en" sz="900"/>
              <a:t> </a:t>
            </a:r>
            <a:r>
              <a:rPr lang="en" sz="900"/>
              <a:t> - Workshops</a:t>
            </a:r>
            <a:endParaRPr sz="900"/>
          </a:p>
        </p:txBody>
      </p:sp>
      <p:sp>
        <p:nvSpPr>
          <p:cNvPr id="1484" name="Google Shape;1484;p8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485" name="Google Shape;1485;p86"/>
          <p:cNvPicPr preferRelativeResize="0"/>
          <p:nvPr/>
        </p:nvPicPr>
        <p:blipFill>
          <a:blip r:embed="rId3">
            <a:alphaModFix/>
          </a:blip>
          <a:stretch>
            <a:fillRect/>
          </a:stretch>
        </p:blipFill>
        <p:spPr>
          <a:xfrm>
            <a:off x="4683925" y="581600"/>
            <a:ext cx="6335124" cy="569480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491" name="Google Shape;1491;p87"/>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a:latin typeface="Red Hat Display"/>
                <a:ea typeface="Red Hat Display"/>
                <a:cs typeface="Red Hat Display"/>
                <a:sym typeface="Red Hat Display"/>
              </a:rPr>
              <a:t>Red Hat is the world’s leading provider of enterprise open source software solutions. Award-winning support, training, and consulting services make </a:t>
            </a:r>
            <a:endParaRPr>
              <a:latin typeface="Red Hat Display"/>
              <a:ea typeface="Red Hat Display"/>
              <a:cs typeface="Red Hat Display"/>
              <a:sym typeface="Red Hat Display"/>
            </a:endParaRPr>
          </a:p>
          <a:p>
            <a:pPr indent="0" lvl="0" marL="0" rtl="0" algn="l">
              <a:lnSpc>
                <a:spcPct val="135000"/>
              </a:lnSpc>
              <a:spcBef>
                <a:spcPts val="0"/>
              </a:spcBef>
              <a:spcAft>
                <a:spcPts val="0"/>
              </a:spcAft>
              <a:buNone/>
            </a:pPr>
            <a:r>
              <a:rPr lang="en">
                <a:latin typeface="Red Hat Display"/>
                <a:ea typeface="Red Hat Display"/>
                <a:cs typeface="Red Hat Display"/>
                <a:sym typeface="Red Hat Display"/>
              </a:rPr>
              <a:t>Red Hat a trusted adviser to the Fortune 500. </a:t>
            </a:r>
            <a:endParaRPr>
              <a:latin typeface="Red Hat Display"/>
              <a:ea typeface="Red Hat Display"/>
              <a:cs typeface="Red Hat Display"/>
              <a:sym typeface="Red Hat Display"/>
            </a:endParaRPr>
          </a:p>
        </p:txBody>
      </p:sp>
      <p:sp>
        <p:nvSpPr>
          <p:cNvPr id="1492" name="Google Shape;1492;p87"/>
          <p:cNvSpPr txBox="1"/>
          <p:nvPr>
            <p:ph type="title"/>
          </p:nvPr>
        </p:nvSpPr>
        <p:spPr>
          <a:xfrm>
            <a:off x="5660525" y="568626"/>
            <a:ext cx="5736300" cy="1929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p:txBody>
      </p:sp>
      <p:sp>
        <p:nvSpPr>
          <p:cNvPr id="1493" name="Google Shape;1493;p8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97" name="Shape 1497"/>
        <p:cNvGrpSpPr/>
        <p:nvPr/>
      </p:nvGrpSpPr>
      <p:grpSpPr>
        <a:xfrm>
          <a:off x="0" y="0"/>
          <a:ext cx="0" cy="0"/>
          <a:chOff x="0" y="0"/>
          <a:chExt cx="0" cy="0"/>
        </a:xfrm>
      </p:grpSpPr>
      <p:sp>
        <p:nvSpPr>
          <p:cNvPr id="1498" name="Google Shape;1498;p88"/>
          <p:cNvSpPr txBox="1"/>
          <p:nvPr>
            <p:ph idx="1" type="subTitle"/>
          </p:nvPr>
        </p:nvSpPr>
        <p:spPr>
          <a:xfrm>
            <a:off x="1169325" y="2074025"/>
            <a:ext cx="10726500" cy="423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Editing</a:t>
            </a:r>
            <a:r>
              <a:rPr lang="en"/>
              <a:t> - please add slides that you would like to see to the deck. If they need a section, add the section separator slide. Tag your slide in the content notes section with:</a:t>
            </a:r>
            <a:endParaRPr/>
          </a:p>
          <a:p>
            <a:pPr indent="0" lvl="0" marL="0" rtl="0" algn="l">
              <a:spcBef>
                <a:spcPts val="0"/>
              </a:spcBef>
              <a:spcAft>
                <a:spcPts val="0"/>
              </a:spcAft>
              <a:buNone/>
            </a:pPr>
            <a:r>
              <a:rPr lang="en"/>
              <a:t>[Content Owner]: &lt;Your Name&gt;</a:t>
            </a:r>
            <a:endParaRPr/>
          </a:p>
          <a:p>
            <a:pPr indent="0" lvl="0" marL="0" rtl="0" algn="l">
              <a:spcBef>
                <a:spcPts val="0"/>
              </a:spcBef>
              <a:spcAft>
                <a:spcPts val="0"/>
              </a:spcAft>
              <a:buNone/>
            </a:pPr>
            <a:r>
              <a:rPr lang="en"/>
              <a:t>This helps in collaborating with others. There are lots of editors :-)</a:t>
            </a:r>
            <a:endParaRPr/>
          </a:p>
          <a:p>
            <a:pPr indent="0" lvl="0" marL="0" rtl="0" algn="l">
              <a:spcBef>
                <a:spcPts val="0"/>
              </a:spcBef>
              <a:spcAft>
                <a:spcPts val="0"/>
              </a:spcAft>
              <a:buNone/>
            </a:pPr>
            <a:r>
              <a:rPr lang="en"/>
              <a:t>You are responsible for maintaining your content in this deck. </a:t>
            </a:r>
            <a:r>
              <a:rPr b="1" lang="en"/>
              <a:t>Please only edit your own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need to make changes for a customer presentation, please make a copy to your own drive. </a:t>
            </a:r>
            <a:endParaRPr/>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1499" name="Google Shape;1499;p88"/>
          <p:cNvSpPr txBox="1"/>
          <p:nvPr>
            <p:ph type="title"/>
          </p:nvPr>
        </p:nvSpPr>
        <p:spPr>
          <a:xfrm>
            <a:off x="1169475" y="1419750"/>
            <a:ext cx="9871800" cy="5526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lang="en" sz="3500"/>
              <a:t>Contributing:</a:t>
            </a:r>
            <a:endParaRPr sz="3500"/>
          </a:p>
        </p:txBody>
      </p:sp>
      <p:sp>
        <p:nvSpPr>
          <p:cNvPr id="1500" name="Google Shape;1500;p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4" name="Shape 1504"/>
        <p:cNvGrpSpPr/>
        <p:nvPr/>
      </p:nvGrpSpPr>
      <p:grpSpPr>
        <a:xfrm>
          <a:off x="0" y="0"/>
          <a:ext cx="0" cy="0"/>
          <a:chOff x="0" y="0"/>
          <a:chExt cx="0" cy="0"/>
        </a:xfrm>
      </p:grpSpPr>
      <p:sp>
        <p:nvSpPr>
          <p:cNvPr id="1505" name="Google Shape;1505;p89"/>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rgbClr val="000000"/>
                </a:solidFill>
              </a:rPr>
              <a:t>The following people had a hand in contributing to and/or reviewing this content. *</a:t>
            </a:r>
            <a:endParaRPr/>
          </a:p>
        </p:txBody>
      </p:sp>
      <p:sp>
        <p:nvSpPr>
          <p:cNvPr id="1506" name="Google Shape;1506;p8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1507" name="Google Shape;1507;p89"/>
          <p:cNvGraphicFramePr/>
          <p:nvPr/>
        </p:nvGraphicFramePr>
        <p:xfrm>
          <a:off x="1662450" y="2311550"/>
          <a:ext cx="3000000" cy="3000000"/>
        </p:xfrm>
        <a:graphic>
          <a:graphicData uri="http://schemas.openxmlformats.org/drawingml/2006/table">
            <a:tbl>
              <a:tblPr>
                <a:noFill/>
                <a:tableStyleId>{0337BD1C-9CC0-4670-8B4C-33C3BDC5342D}</a:tableStyleId>
              </a:tblPr>
              <a:tblGrid>
                <a:gridCol w="1604125"/>
                <a:gridCol w="1697575"/>
                <a:gridCol w="4230525"/>
                <a:gridCol w="1334850"/>
              </a:tblGrid>
              <a:tr h="416325">
                <a:tc>
                  <a:txBody>
                    <a:bodyPr/>
                    <a:lstStyle/>
                    <a:p>
                      <a:pPr indent="0" lvl="0" marL="0" rtl="0" algn="l">
                        <a:spcBef>
                          <a:spcPts val="0"/>
                        </a:spcBef>
                        <a:spcAft>
                          <a:spcPts val="0"/>
                        </a:spcAft>
                        <a:buNone/>
                      </a:pPr>
                      <a:r>
                        <a:rPr lang="en">
                          <a:solidFill>
                            <a:schemeClr val="lt1"/>
                          </a:solidFill>
                        </a:rPr>
                        <a:t>Name</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Email</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Title + Org</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Role</a:t>
                      </a:r>
                      <a:endParaRPr>
                        <a:solidFill>
                          <a:schemeClr val="lt1"/>
                        </a:solidFill>
                      </a:endParaRPr>
                    </a:p>
                  </a:txBody>
                  <a:tcPr marT="91425" marB="91425" marR="91425" marL="91425">
                    <a:solidFill>
                      <a:srgbClr val="6FA8DC"/>
                    </a:solidFill>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Martijn ten Heuvel</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3"/>
                        </a:rPr>
                        <a:t>mtenheuv@redhat.com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Senior Architect - Solutions &amp; Technology Practice</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lnB cap="flat" cmpd="sng" w="9525">
                      <a:solidFill>
                        <a:srgbClr val="9E9E9E"/>
                      </a:solidFill>
                      <a:prstDash val="solid"/>
                      <a:round/>
                      <a:headEnd len="sm" w="sm" type="none"/>
                      <a:tailEnd len="sm" w="sm" type="none"/>
                    </a:lnB>
                  </a:tcPr>
                </a:tc>
              </a:tr>
              <a:tr h="400375">
                <a:tc>
                  <a:txBody>
                    <a:bodyPr/>
                    <a:lstStyle/>
                    <a:p>
                      <a:pPr indent="0" lvl="0" marL="0" rtl="0" algn="l">
                        <a:spcBef>
                          <a:spcPts val="0"/>
                        </a:spcBef>
                        <a:spcAft>
                          <a:spcPts val="500"/>
                        </a:spcAft>
                        <a:buNone/>
                      </a:pPr>
                      <a:r>
                        <a:rPr lang="en" sz="1100">
                          <a:solidFill>
                            <a:schemeClr val="dk1"/>
                          </a:solidFill>
                          <a:latin typeface="Red Hat Display"/>
                          <a:ea typeface="Red Hat Display"/>
                          <a:cs typeface="Red Hat Display"/>
                          <a:sym typeface="Red Hat Display"/>
                        </a:rPr>
                        <a:t>Paul Armstrong</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4"/>
                        </a:rPr>
                        <a:t>parmstro@redhat.com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500"/>
                        </a:spcAft>
                        <a:buNone/>
                      </a:pPr>
                      <a:r>
                        <a:rPr lang="en" sz="1200">
                          <a:solidFill>
                            <a:schemeClr val="dk1"/>
                          </a:solidFill>
                          <a:latin typeface="Red Hat Display"/>
                          <a:ea typeface="Red Hat Display"/>
                          <a:cs typeface="Red Hat Display"/>
                          <a:sym typeface="Red Hat Display"/>
                        </a:rPr>
                        <a:t>Principal Technical Specialist - RoOT Canada</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Mike Savage</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5"/>
                        </a:rPr>
                        <a:t>msavage@redhat.com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Chief Architect - CTO Org: Customer-led Open Innovation</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Jerone Young</a:t>
                      </a:r>
                      <a:endParaRPr sz="1100">
                        <a:latin typeface="Red Hat Display"/>
                        <a:ea typeface="Red Hat Display"/>
                        <a:cs typeface="Red Hat Display"/>
                        <a:sym typeface="Red Hat Display"/>
                      </a:endParaRPr>
                    </a:p>
                  </a:txBody>
                  <a:tcPr marT="91425" marB="91425" marR="91425" marL="91425"/>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6"/>
                        </a:rPr>
                        <a:t>jyoung@redhat.com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tc>
                <a:tc>
                  <a:txBody>
                    <a:bodyPr/>
                    <a:lstStyle/>
                    <a:p>
                      <a:pPr indent="0" lvl="0" marL="0" rtl="0" algn="l">
                        <a:spcBef>
                          <a:spcPts val="0"/>
                        </a:spcBef>
                        <a:spcAft>
                          <a:spcPts val="500"/>
                        </a:spcAft>
                        <a:buNone/>
                      </a:pPr>
                      <a:r>
                        <a:rPr lang="en" sz="1200">
                          <a:solidFill>
                            <a:schemeClr val="dk1"/>
                          </a:solidFill>
                          <a:latin typeface="Red Hat Display"/>
                          <a:ea typeface="Red Hat Display"/>
                          <a:cs typeface="Red Hat Display"/>
                          <a:sym typeface="Red Hat Display"/>
                        </a:rPr>
                        <a:t>Senior Architect - Consulting Services</a:t>
                      </a:r>
                      <a:endParaRPr sz="1100">
                        <a:latin typeface="Red Hat Display"/>
                        <a:ea typeface="Red Hat Display"/>
                        <a:cs typeface="Red Hat Display"/>
                        <a:sym typeface="Red Hat Display"/>
                      </a:endParaRPr>
                    </a:p>
                  </a:txBody>
                  <a:tcPr marT="91425" marB="91425" marR="91425" marL="91425"/>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Jelki Dijkstra</a:t>
                      </a:r>
                      <a:endParaRPr sz="1100">
                        <a:latin typeface="Red Hat Display"/>
                        <a:ea typeface="Red Hat Display"/>
                        <a:cs typeface="Red Hat Display"/>
                        <a:sym typeface="Red Hat Display"/>
                      </a:endParaRPr>
                    </a:p>
                  </a:txBody>
                  <a:tcPr marT="91425" marB="91425" marR="91425" marL="91425"/>
                </a:tc>
                <a:tc>
                  <a:txBody>
                    <a:bodyPr/>
                    <a:lstStyle/>
                    <a:p>
                      <a:pPr indent="0" lvl="0" marL="0" rtl="0" algn="l">
                        <a:spcBef>
                          <a:spcPts val="0"/>
                        </a:spcBef>
                        <a:spcAft>
                          <a:spcPts val="0"/>
                        </a:spcAft>
                        <a:buNone/>
                      </a:pPr>
                      <a:r>
                        <a:rPr lang="en" sz="1200" u="sng">
                          <a:solidFill>
                            <a:schemeClr val="accent1"/>
                          </a:solidFill>
                          <a:highlight>
                            <a:srgbClr val="FAFAFA"/>
                          </a:highlight>
                          <a:latin typeface="Red Hat Display"/>
                          <a:ea typeface="Red Hat Display"/>
                          <a:cs typeface="Red Hat Display"/>
                          <a:sym typeface="Red Hat Display"/>
                          <a:hlinkClick r:id="rId7">
                            <a:extLst>
                              <a:ext uri="{A12FA001-AC4F-418D-AE19-62706E023703}">
                                <ahyp:hlinkClr val="tx"/>
                              </a:ext>
                            </a:extLst>
                          </a:hlinkClick>
                        </a:rPr>
                        <a:t>jdijkstr@redhat.com</a:t>
                      </a:r>
                      <a:endParaRPr sz="1100">
                        <a:latin typeface="Red Hat Display"/>
                        <a:ea typeface="Red Hat Display"/>
                        <a:cs typeface="Red Hat Display"/>
                        <a:sym typeface="Red Hat Display"/>
                      </a:endParaRPr>
                    </a:p>
                  </a:txBody>
                  <a:tcPr marT="91425" marB="91425" marR="91425" marL="91425"/>
                </a:tc>
                <a:tc>
                  <a:txBody>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Cloud Architect - Consulting Services</a:t>
                      </a:r>
                      <a:endParaRPr sz="1100">
                        <a:latin typeface="Red Hat Display"/>
                        <a:ea typeface="Red Hat Display"/>
                        <a:cs typeface="Red Hat Display"/>
                        <a:sym typeface="Red Hat Display"/>
                      </a:endParaRPr>
                    </a:p>
                  </a:txBody>
                  <a:tcPr marT="91425" marB="91425" marR="91425" marL="91425"/>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tc>
              </a:tr>
            </a:tbl>
          </a:graphicData>
        </a:graphic>
      </p:graphicFrame>
      <p:sp>
        <p:nvSpPr>
          <p:cNvPr id="1508" name="Google Shape;1508;p89"/>
          <p:cNvSpPr txBox="1"/>
          <p:nvPr>
            <p:ph idx="1" type="subTitle"/>
          </p:nvPr>
        </p:nvSpPr>
        <p:spPr>
          <a:xfrm>
            <a:off x="885050" y="6169550"/>
            <a:ext cx="8002500" cy="55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 Contributors and Reviewers - Please add your information and Role to the above table</a:t>
            </a:r>
            <a:endParaRPr sz="1100"/>
          </a:p>
        </p:txBody>
      </p:sp>
      <p:sp>
        <p:nvSpPr>
          <p:cNvPr id="1509" name="Google Shape;1509;p8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510" name="Google Shape;1510;p8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Contributors and Reviewers</a:t>
            </a:r>
            <a:endParaRPr/>
          </a:p>
        </p:txBody>
      </p:sp>
      <p:sp>
        <p:nvSpPr>
          <p:cNvPr id="1511" name="Google Shape;1511;p89"/>
          <p:cNvSpPr txBox="1"/>
          <p:nvPr/>
        </p:nvSpPr>
        <p:spPr>
          <a:xfrm>
            <a:off x="1732550" y="4919200"/>
            <a:ext cx="88671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ed Hat Display"/>
                <a:ea typeface="Red Hat Display"/>
                <a:cs typeface="Red Hat Display"/>
                <a:sym typeface="Red Hat Display"/>
              </a:rPr>
              <a:t>with content adapted from </a:t>
            </a:r>
            <a:r>
              <a:rPr lang="en" sz="1000" u="sng">
                <a:solidFill>
                  <a:schemeClr val="hlink"/>
                </a:solidFill>
                <a:latin typeface="Red Hat Display"/>
                <a:ea typeface="Red Hat Display"/>
                <a:cs typeface="Red Hat Display"/>
                <a:sym typeface="Red Hat Display"/>
                <a:hlinkClick r:id="rId8"/>
              </a:rPr>
              <a:t>FlightPath End to End</a:t>
            </a:r>
            <a:r>
              <a:rPr lang="en" sz="1000">
                <a:latin typeface="Red Hat Display"/>
                <a:ea typeface="Red Hat Display"/>
                <a:cs typeface="Red Hat Display"/>
                <a:sym typeface="Red Hat Display"/>
              </a:rPr>
              <a:t> by Adam Seely and Bob Mader</a:t>
            </a:r>
            <a:endParaRPr sz="1000">
              <a:latin typeface="Red Hat Display"/>
              <a:ea typeface="Red Hat Display"/>
              <a:cs typeface="Red Hat Display"/>
              <a:sym typeface="Red Hat Displ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5" name="Shape 1515"/>
        <p:cNvGrpSpPr/>
        <p:nvPr/>
      </p:nvGrpSpPr>
      <p:grpSpPr>
        <a:xfrm>
          <a:off x="0" y="0"/>
          <a:ext cx="0" cy="0"/>
          <a:chOff x="0" y="0"/>
          <a:chExt cx="0" cy="0"/>
        </a:xfrm>
      </p:grpSpPr>
      <p:sp>
        <p:nvSpPr>
          <p:cNvPr id="1516" name="Google Shape;1516;p90"/>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517" name="Google Shape;1517;p90"/>
          <p:cNvPicPr preferRelativeResize="0"/>
          <p:nvPr/>
        </p:nvPicPr>
        <p:blipFill>
          <a:blip r:embed="rId3">
            <a:alphaModFix/>
          </a:blip>
          <a:stretch>
            <a:fillRect/>
          </a:stretch>
        </p:blipFill>
        <p:spPr>
          <a:xfrm>
            <a:off x="3783530" y="3724564"/>
            <a:ext cx="4624999" cy="1094000"/>
          </a:xfrm>
          <a:prstGeom prst="rect">
            <a:avLst/>
          </a:prstGeom>
          <a:noFill/>
          <a:ln>
            <a:noFill/>
          </a:ln>
        </p:spPr>
      </p:pic>
      <p:sp>
        <p:nvSpPr>
          <p:cNvPr id="1518" name="Google Shape;1518;p90"/>
          <p:cNvSpPr txBox="1"/>
          <p:nvPr/>
        </p:nvSpPr>
        <p:spPr>
          <a:xfrm>
            <a:off x="1194983" y="253067"/>
            <a:ext cx="9801900" cy="2065200"/>
          </a:xfrm>
          <a:prstGeom prst="rect">
            <a:avLst/>
          </a:prstGeom>
          <a:solidFill>
            <a:schemeClr val="lt2"/>
          </a:solidFill>
          <a:ln>
            <a:noFill/>
          </a:ln>
        </p:spPr>
        <p:txBody>
          <a:bodyPr anchorCtr="0" anchor="t" bIns="121900" lIns="121900" spcFirstLastPara="1" rIns="121900" wrap="square" tIns="121900">
            <a:spAutoFit/>
          </a:bodyPr>
          <a:lstStyle/>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version: </a:t>
            </a:r>
            <a:r>
              <a:rPr b="1" lang="en" sz="1600">
                <a:solidFill>
                  <a:schemeClr val="dk1"/>
                </a:solidFill>
                <a:latin typeface="Red Hat Display"/>
                <a:ea typeface="Red Hat Display"/>
                <a:cs typeface="Red Hat Display"/>
                <a:sym typeface="Red Hat Display"/>
              </a:rPr>
              <a:t>CURRENT</a:t>
            </a:r>
            <a:endParaRPr b="1" sz="1600">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Owner: Paul Armstrong &lt;parmstro@redhat.com&gt;</a:t>
            </a:r>
            <a:endParaRPr sz="16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b="1" lang="en" sz="1600">
                <a:latin typeface="Red Hat Display"/>
                <a:ea typeface="Red Hat Display"/>
                <a:cs typeface="Red Hat Display"/>
                <a:sym typeface="Red Hat Display"/>
              </a:rPr>
              <a:t>Current Recommended Version</a:t>
            </a:r>
            <a:r>
              <a:rPr lang="en" sz="1600">
                <a:latin typeface="Red Hat Display"/>
                <a:ea typeface="Red Hat Display"/>
                <a:cs typeface="Red Hat Display"/>
                <a:sym typeface="Red Hat Display"/>
              </a:rPr>
              <a:t>:</a:t>
            </a:r>
            <a:r>
              <a:rPr lang="en" sz="1600">
                <a:solidFill>
                  <a:schemeClr val="dk1"/>
                </a:solidFill>
                <a:latin typeface="Red Hat Display"/>
                <a:ea typeface="Red Hat Display"/>
                <a:cs typeface="Red Hat Display"/>
                <a:sym typeface="Red Hat Display"/>
              </a:rPr>
              <a:t> This document</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Content Owner: The user responsible for each slide’s content is marked in the speaker notes</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See: </a:t>
            </a:r>
            <a:r>
              <a:rPr lang="en" sz="1600" u="sng">
                <a:solidFill>
                  <a:schemeClr val="hlink"/>
                </a:solidFill>
                <a:latin typeface="Red Hat Display"/>
                <a:ea typeface="Red Hat Display"/>
                <a:cs typeface="Red Hat Display"/>
                <a:sym typeface="Red Hat Display"/>
                <a:hlinkClick action="ppaction://hlinkshowjump?jump=lastslide"/>
              </a:rPr>
              <a:t>Contributors page</a:t>
            </a:r>
            <a:endParaRPr sz="1600">
              <a:latin typeface="Red Hat Display"/>
              <a:ea typeface="Red Hat Display"/>
              <a:cs typeface="Red Hat Display"/>
              <a:sym typeface="Red Hat Display"/>
            </a:endParaRPr>
          </a:p>
          <a:p>
            <a:pPr indent="0" lvl="0" marL="0" rtl="0" algn="l">
              <a:spcBef>
                <a:spcPts val="0"/>
              </a:spcBef>
              <a:spcAft>
                <a:spcPts val="0"/>
              </a:spcAft>
              <a:buNone/>
            </a:pPr>
            <a:r>
              <a:t/>
            </a:r>
            <a:endParaRPr sz="1600">
              <a:latin typeface="Red Hat Display"/>
              <a:ea typeface="Red Hat Display"/>
              <a:cs typeface="Red Hat Display"/>
              <a:sym typeface="Red Hat Display"/>
            </a:endParaRPr>
          </a:p>
          <a:p>
            <a:pPr indent="0" lvl="0" marL="0" rtl="0" algn="l">
              <a:lnSpc>
                <a:spcPct val="135000"/>
              </a:lnSpc>
              <a:spcBef>
                <a:spcPts val="1100"/>
              </a:spcBef>
              <a:spcAft>
                <a:spcPts val="1100"/>
              </a:spcAft>
              <a:buClr>
                <a:schemeClr val="dk1"/>
              </a:buClr>
              <a:buSzPts val="1500"/>
              <a:buFont typeface="Arial"/>
              <a:buNone/>
            </a:pPr>
            <a:r>
              <a:rPr i="1" lang="en" sz="1300">
                <a:latin typeface="Red Hat Display"/>
                <a:ea typeface="Red Hat Display"/>
                <a:cs typeface="Red Hat Display"/>
                <a:sym typeface="Red Hat Display"/>
              </a:rPr>
              <a:t>This document follows the </a:t>
            </a:r>
            <a:r>
              <a:rPr i="1" lang="en" sz="1300" u="sng">
                <a:solidFill>
                  <a:schemeClr val="accent1"/>
                </a:solidFill>
                <a:latin typeface="Red Hat Display"/>
                <a:ea typeface="Red Hat Display"/>
                <a:cs typeface="Red Hat Display"/>
                <a:sym typeface="Red Hat Display"/>
                <a:hlinkClick r:id="rId4">
                  <a:extLst>
                    <a:ext uri="{A12FA001-AC4F-418D-AE19-62706E023703}">
                      <ahyp:hlinkClr val="tx"/>
                    </a:ext>
                  </a:extLst>
                </a:hlinkClick>
              </a:rPr>
              <a:t>ABCD Versioning Notation Lifecycle</a:t>
            </a:r>
            <a:endParaRPr i="1" sz="1300">
              <a:latin typeface="Red Hat Display"/>
              <a:ea typeface="Red Hat Display"/>
              <a:cs typeface="Red Hat Display"/>
              <a:sym typeface="Red Hat Display"/>
            </a:endParaRPr>
          </a:p>
        </p:txBody>
      </p:sp>
    </p:spTree>
  </p:cSld>
  <p:clrMapOvr>
    <a:masterClrMapping/>
  </p:clrMapOvr>
</p:sld>
</file>

<file path=ppt/theme/theme1.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