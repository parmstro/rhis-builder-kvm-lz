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6858000" cx="12192000"/>
  <p:notesSz cx="6858000" cy="9144000"/>
  <p:embeddedFontLst>
    <p:embeddedFont>
      <p:font typeface="Red Hat Display SemiBold"/>
      <p:regular r:id="rId67"/>
      <p:bold r:id="rId68"/>
      <p:italic r:id="rId69"/>
      <p:boldItalic r:id="rId70"/>
    </p:embeddedFont>
    <p:embeddedFont>
      <p:font typeface="Red Hat Text Medium"/>
      <p:regular r:id="rId71"/>
      <p:bold r:id="rId72"/>
      <p:italic r:id="rId73"/>
      <p:boldItalic r:id="rId74"/>
    </p:embeddedFont>
    <p:embeddedFont>
      <p:font typeface="Red Hat Display Black"/>
      <p:bold r:id="rId75"/>
      <p:boldItalic r:id="rId76"/>
    </p:embeddedFont>
    <p:embeddedFont>
      <p:font typeface="Red Hat Display Medium"/>
      <p:regular r:id="rId77"/>
      <p:bold r:id="rId78"/>
      <p:italic r:id="rId79"/>
      <p:boldItalic r:id="rId80"/>
    </p:embeddedFont>
    <p:embeddedFont>
      <p:font typeface="Overpass"/>
      <p:regular r:id="rId81"/>
      <p:bold r:id="rId82"/>
      <p:italic r:id="rId83"/>
      <p:boldItalic r:id="rId84"/>
    </p:embeddedFont>
    <p:embeddedFont>
      <p:font typeface="Red Hat Display"/>
      <p:regular r:id="rId85"/>
      <p:bold r:id="rId86"/>
      <p:italic r:id="rId87"/>
      <p:boldItalic r:id="rId88"/>
    </p:embeddedFont>
    <p:embeddedFont>
      <p:font typeface="Overpass Light"/>
      <p:regular r:id="rId89"/>
      <p:bold r:id="rId90"/>
      <p:italic r:id="rId91"/>
      <p:boldItalic r:id="rId92"/>
    </p:embeddedFont>
    <p:embeddedFont>
      <p:font typeface="Overpass SemiBold"/>
      <p:regular r:id="rId93"/>
      <p:bold r:id="rId94"/>
      <p:italic r:id="rId95"/>
      <p:boldItalic r:id="rId96"/>
    </p:embeddedFont>
    <p:embeddedFont>
      <p:font typeface="Red Hat Text"/>
      <p:regular r:id="rId97"/>
      <p:bold r:id="rId98"/>
      <p:italic r:id="rId99"/>
      <p:boldItalic r:id="rId100"/>
    </p:embeddedFont>
    <p:embeddedFont>
      <p:font typeface="Red Hat Display ExtraBold"/>
      <p:bold r:id="rId101"/>
      <p:boldItalic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E1D878-95FB-435A-9DCF-CAD5E2C511BF}">
  <a:tblStyle styleId="{2EE1D878-95FB-435A-9DCF-CAD5E2C511B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E6C9A53-BF71-43F4-A9CB-A9D74F29EEE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2" Type="http://schemas.openxmlformats.org/officeDocument/2006/relationships/font" Target="fonts/RedHatDisplayExtraBold-boldItalic.fntdata"/><Relationship Id="rId101" Type="http://schemas.openxmlformats.org/officeDocument/2006/relationships/font" Target="fonts/RedHatDisplayExtraBold-bold.fntdata"/><Relationship Id="rId100" Type="http://schemas.openxmlformats.org/officeDocument/2006/relationships/font" Target="fonts/RedHatText-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OverpassSemiBold-italic.fntdata"/><Relationship Id="rId94" Type="http://schemas.openxmlformats.org/officeDocument/2006/relationships/font" Target="fonts/OverpassSemiBold-bold.fntdata"/><Relationship Id="rId97" Type="http://schemas.openxmlformats.org/officeDocument/2006/relationships/font" Target="fonts/RedHatText-regular.fntdata"/><Relationship Id="rId96" Type="http://schemas.openxmlformats.org/officeDocument/2006/relationships/font" Target="fonts/OverpassSemiBold-boldItalic.fntdata"/><Relationship Id="rId11" Type="http://schemas.openxmlformats.org/officeDocument/2006/relationships/slide" Target="slides/slide5.xml"/><Relationship Id="rId99" Type="http://schemas.openxmlformats.org/officeDocument/2006/relationships/font" Target="fonts/RedHatText-italic.fntdata"/><Relationship Id="rId10" Type="http://schemas.openxmlformats.org/officeDocument/2006/relationships/slide" Target="slides/slide4.xml"/><Relationship Id="rId98" Type="http://schemas.openxmlformats.org/officeDocument/2006/relationships/font" Target="fonts/RedHatText-bold.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OverpassLight-italic.fntdata"/><Relationship Id="rId90" Type="http://schemas.openxmlformats.org/officeDocument/2006/relationships/font" Target="fonts/OverpassLight-bold.fntdata"/><Relationship Id="rId93" Type="http://schemas.openxmlformats.org/officeDocument/2006/relationships/font" Target="fonts/OverpassSemiBold-regular.fntdata"/><Relationship Id="rId92" Type="http://schemas.openxmlformats.org/officeDocument/2006/relationships/font" Target="fonts/OverpassLight-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Overpass-boldItalic.fntdata"/><Relationship Id="rId83" Type="http://schemas.openxmlformats.org/officeDocument/2006/relationships/font" Target="fonts/Overpass-italic.fntdata"/><Relationship Id="rId86" Type="http://schemas.openxmlformats.org/officeDocument/2006/relationships/font" Target="fonts/RedHatDisplay-bold.fntdata"/><Relationship Id="rId85" Type="http://schemas.openxmlformats.org/officeDocument/2006/relationships/font" Target="fonts/RedHatDisplay-regular.fntdata"/><Relationship Id="rId88" Type="http://schemas.openxmlformats.org/officeDocument/2006/relationships/font" Target="fonts/RedHatDisplay-boldItalic.fntdata"/><Relationship Id="rId87" Type="http://schemas.openxmlformats.org/officeDocument/2006/relationships/font" Target="fonts/RedHatDisplay-italic.fntdata"/><Relationship Id="rId89" Type="http://schemas.openxmlformats.org/officeDocument/2006/relationships/font" Target="fonts/OverpassLight-regular.fntdata"/><Relationship Id="rId80" Type="http://schemas.openxmlformats.org/officeDocument/2006/relationships/font" Target="fonts/RedHatDisplayMedium-boldItalic.fntdata"/><Relationship Id="rId82" Type="http://schemas.openxmlformats.org/officeDocument/2006/relationships/font" Target="fonts/Overpass-bold.fntdata"/><Relationship Id="rId81" Type="http://schemas.openxmlformats.org/officeDocument/2006/relationships/font" Target="fonts/Overpas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edHatTextMedium-italic.fntdata"/><Relationship Id="rId72" Type="http://schemas.openxmlformats.org/officeDocument/2006/relationships/font" Target="fonts/RedHatTextMedium-bold.fntdata"/><Relationship Id="rId75" Type="http://schemas.openxmlformats.org/officeDocument/2006/relationships/font" Target="fonts/RedHatDisplayBlack-bold.fntdata"/><Relationship Id="rId74" Type="http://schemas.openxmlformats.org/officeDocument/2006/relationships/font" Target="fonts/RedHatTextMedium-boldItalic.fntdata"/><Relationship Id="rId77" Type="http://schemas.openxmlformats.org/officeDocument/2006/relationships/font" Target="fonts/RedHatDisplayMedium-regular.fntdata"/><Relationship Id="rId76" Type="http://schemas.openxmlformats.org/officeDocument/2006/relationships/font" Target="fonts/RedHatDisplayBlack-boldItalic.fntdata"/><Relationship Id="rId79" Type="http://schemas.openxmlformats.org/officeDocument/2006/relationships/font" Target="fonts/RedHatDisplayMedium-italic.fntdata"/><Relationship Id="rId78" Type="http://schemas.openxmlformats.org/officeDocument/2006/relationships/font" Target="fonts/RedHatDisplayMedium-bold.fntdata"/><Relationship Id="rId71" Type="http://schemas.openxmlformats.org/officeDocument/2006/relationships/font" Target="fonts/RedHatTextMedium-regular.fntdata"/><Relationship Id="rId70" Type="http://schemas.openxmlformats.org/officeDocument/2006/relationships/font" Target="fonts/RedHatDisplaySemiBold-boldItalic.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font" Target="fonts/RedHatDisplaySemiBold-bold.fntdata"/><Relationship Id="rId67" Type="http://schemas.openxmlformats.org/officeDocument/2006/relationships/font" Target="fonts/RedHatDisplaySemiBold-regular.fntdata"/><Relationship Id="rId60" Type="http://schemas.openxmlformats.org/officeDocument/2006/relationships/slide" Target="slides/slide54.xml"/><Relationship Id="rId69" Type="http://schemas.openxmlformats.org/officeDocument/2006/relationships/font" Target="fonts/RedHatDisplaySemiBold-italic.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29e68bd57e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29e68bd57e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7f23019c0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27f23019c0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b95bdfdec1_0_1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b95bdfdec1_0_1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26355ca3e3c_0_2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26355ca3e3c_0_2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75ae58163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375ae58163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Paul Armstrong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a7063fbbeb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a7063fbbeb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a:t>
            </a:r>
            <a:r>
              <a:rPr lang="en" sz="1200">
                <a:solidFill>
                  <a:schemeClr val="dk1"/>
                </a:solidFill>
              </a:rPr>
              <a:t>Content Owner]: Martijn Ten Heuvel, Jelke Dijkstra</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The personas are here to identify where we are going to be able to position the solution</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2a7063fbbeb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2a7063fbbeb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Linux Adoption is no different than any other operating system. It starts with 1 guy deploying 1 server and figuring out how it is supposed to work. Then they create a second system and connect them on a network. Now they have to figure out all the things that make systems talk and play nice with each other on a network.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Authentication, Name Services, Time Services, etc.. all the things that are there before we even think about putting an application on a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we have to keep it up to date as we work with it, back it up, configure it.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All this is pretty simple with 2 machines and not very labour intensive.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happens when we get to 10? 100? 1000?</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Each team can take their own approach to these challenges. Then when they come together, we get standards that, well, aren’t so standard.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Why can’t I create an infrastructure like a cloud provider!... Well you can. There are some steps we need to take though.</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Cloud providers scale, because of automation. They can only automate because they are highly standardized. *This* is the way we do “X”</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we need standardization before we can automate.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Its not done, because its never perfect. Perfect is the enemy of Good.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we Iterate. What does this start to look like… What are some of our blockers..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2a7063fbbeb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2a7063fbbeb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One of the concepts that we will discuss in that of the Standard Operating Environment. In a nutshell, it encompasses the content that we allow on our Linux systems, but it also helps us define how and when it gets there. One of the challenges that we at Red Hat see in many customers is that the way in which systems are spec’d out and built is so customized, that it is essentially a monolith. Once it is built, maintenance, revision and reuse are next to impossible. Also, different parts of the organization may have implemented different standards, or generated exceptions to meet deadlines, etc.. If we take the time to redefine the systems in terms of the functional layers of the software stack we can drive out the necessary components The refactoring will revive the flexibility in our environment, allowing more easy recombination and streamlining maintenance.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we refactor the components of the Operating Environment, we can drive standardization by codifying content delivery, configuration, lifecycle and compliance through tooling. The standards drive efficiencies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need to show both the process and the architecture… the process is our consulting methodology and agile process and our architectures are tested in the field with some of our largest and most valued customers.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People -&gt; Innovation Lab will train them…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2bcd7d90c98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2bcd7d90c98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Storify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2bcd7d90c98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2bcd7d90c98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Adapted from Flight Path End to End by Adam Seeley and Bob Mader</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c3bdc237cd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c3bdc237cd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 Mike Savage]</a:t>
            </a:r>
            <a:endParaRPr/>
          </a:p>
          <a:p>
            <a:pPr indent="0" lvl="0" marL="0" rtl="0" algn="l">
              <a:spcBef>
                <a:spcPts val="0"/>
              </a:spcBef>
              <a:spcAft>
                <a:spcPts val="0"/>
              </a:spcAft>
              <a:buNone/>
            </a:pPr>
            <a:r>
              <a:rPr lang="en"/>
              <a:t>Adapted from Flight Path End to End by Adam Seeley and Bob Mader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represents the Stages for the Flight Path journey and the capabilities needed within the organization infrastructure in order for that stage to be considered successfully completed. This is not to imply that all of the capabilities in each stage must be a </a:t>
            </a:r>
            <a:r>
              <a:rPr b="1" lang="en"/>
              <a:t>leading </a:t>
            </a:r>
            <a:r>
              <a:rPr lang="en"/>
              <a:t>level before proceeding to the next stage but rather a measure of overall capability and likelihood of success. The goal of the chart is to allow the leadership team to gauge current overall success of the effort by having stakeholders estimate capability across the teams that make up the effort.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Copy this slide for the initial review of capabilities and set the fill colour of each capability to create a capability map/matrix. At each subsequent review copy the previous reviews map and update it for the current review to generate a timeline of success.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2c3bdc237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2c3bdc237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2bcd7d90c98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2bcd7d90c98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Adapted from Flight Path End to End by Adam Seeley and Bob Mader</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2bcd7d90c98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2bcd7d90c98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Martijn Ten Heuvel and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a:t>
            </a:r>
            <a:endParaRPr/>
          </a:p>
          <a:p>
            <a:pPr indent="-298450" lvl="0" marL="457200" rtl="0" algn="l">
              <a:spcBef>
                <a:spcPts val="0"/>
              </a:spcBef>
              <a:spcAft>
                <a:spcPts val="0"/>
              </a:spcAft>
              <a:buSzPts val="1100"/>
              <a:buChar char="-"/>
            </a:pPr>
            <a:r>
              <a:rPr lang="en"/>
              <a:t>Migrate to RHEL document</a:t>
            </a:r>
            <a:endParaRPr/>
          </a:p>
          <a:p>
            <a:pPr indent="-298450" lvl="0" marL="457200" rtl="0" algn="l">
              <a:spcBef>
                <a:spcPts val="0"/>
              </a:spcBef>
              <a:spcAft>
                <a:spcPts val="0"/>
              </a:spcAft>
              <a:buSzPts val="1100"/>
              <a:buChar char="-"/>
            </a:pPr>
            <a:r>
              <a:rPr lang="en"/>
              <a:t>Convert to RHEL document</a:t>
            </a:r>
            <a:endParaRPr/>
          </a:p>
          <a:p>
            <a:pPr indent="-298450" lvl="0" marL="457200" rtl="0" algn="l">
              <a:spcBef>
                <a:spcPts val="0"/>
              </a:spcBef>
              <a:spcAft>
                <a:spcPts val="0"/>
              </a:spcAft>
              <a:buSzPts val="1100"/>
              <a:buChar char="-"/>
            </a:pPr>
            <a:r>
              <a:rPr lang="en"/>
              <a:t>Upgrade to RHEL9 document (DONE)</a:t>
            </a:r>
            <a:endParaRPr/>
          </a:p>
          <a:p>
            <a:pPr indent="-298450" lvl="0" marL="457200" rtl="0" algn="l">
              <a:spcBef>
                <a:spcPts val="0"/>
              </a:spcBef>
              <a:spcAft>
                <a:spcPts val="0"/>
              </a:spcAft>
              <a:buSzPts val="1100"/>
              <a:buChar char="-"/>
            </a:pPr>
            <a:r>
              <a:rPr lang="en"/>
              <a:t>Migration pilot for OSP (openstack) - does that still have a value?</a:t>
            </a:r>
            <a:endParaRPr/>
          </a:p>
          <a:p>
            <a:pPr indent="-298450" lvl="0" marL="457200" rtl="0" algn="l">
              <a:spcBef>
                <a:spcPts val="0"/>
              </a:spcBef>
              <a:spcAft>
                <a:spcPts val="0"/>
              </a:spcAft>
              <a:buSzPts val="1100"/>
              <a:buChar char="-"/>
            </a:pPr>
            <a:r>
              <a:rPr lang="en"/>
              <a:t>Add a new box: migrate to OCP virtualization, find the virtualization approach build.</a:t>
            </a:r>
            <a:endParaRPr/>
          </a:p>
          <a:p>
            <a:pPr indent="-298450" lvl="0" marL="457200" rtl="0" algn="l">
              <a:spcBef>
                <a:spcPts val="0"/>
              </a:spcBef>
              <a:spcAft>
                <a:spcPts val="0"/>
              </a:spcAft>
              <a:buSzPts val="1100"/>
              <a:buChar char="-"/>
            </a:pPr>
            <a:r>
              <a:rPr lang="en"/>
              <a:t>Same with HANA</a:t>
            </a:r>
            <a:endParaRPr/>
          </a:p>
          <a:p>
            <a:pPr indent="-298450" lvl="0" marL="457200" rtl="0" algn="l">
              <a:spcBef>
                <a:spcPts val="0"/>
              </a:spcBef>
              <a:spcAft>
                <a:spcPts val="0"/>
              </a:spcAft>
              <a:buSzPts val="1100"/>
              <a:buChar char="-"/>
            </a:pPr>
            <a:r>
              <a:rPr lang="en"/>
              <a:t>SOE Provisioning also is a link.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b95bdfdec1_0_3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b95bdfdec1_0_3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2a7173bb4ed_0_1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2a7173bb4ed_0_1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Break it down - the Oxford Dictionary defines these terms: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Standard - a model or norm for comparative evaluation</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Operating - the control of the functioning of a machine, system, or process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Environment - the conditions under which an entity (machine, system, process) operates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can have as many Standard Operating Environments as there are machines, systems, and processes. The value comes when we refactor these models so that we can start from a short discrete list of SOEs and well defined tools and processes that allow us to automate delivery.</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b95bdfdec1_0_4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b95bdfdec1_0_4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2c3bdc237cd_0_1138:notes"/>
          <p:cNvSpPr/>
          <p:nvPr>
            <p:ph idx="2" type="sldImg"/>
          </p:nvPr>
        </p:nvSpPr>
        <p:spPr>
          <a:xfrm>
            <a:off x="381290"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2c3bdc237cd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000"/>
              </a:lnSpc>
              <a:spcBef>
                <a:spcPts val="1100"/>
              </a:spcBef>
              <a:spcAft>
                <a:spcPts val="0"/>
              </a:spcAft>
              <a:buNone/>
            </a:pPr>
            <a:r>
              <a:rPr lang="en">
                <a:solidFill>
                  <a:schemeClr val="dk1"/>
                </a:solidFill>
                <a:latin typeface="Red Hat Display"/>
                <a:ea typeface="Red Hat Display"/>
                <a:cs typeface="Red Hat Display"/>
                <a:sym typeface="Red Hat Display"/>
              </a:rPr>
              <a:t>[Content Owner]: Mike Savage</a:t>
            </a:r>
            <a:endParaRPr>
              <a:solidFill>
                <a:schemeClr val="dk1"/>
              </a:solidFill>
              <a:latin typeface="Red Hat Display"/>
              <a:ea typeface="Red Hat Display"/>
              <a:cs typeface="Red Hat Display"/>
              <a:sym typeface="Red Hat Display"/>
            </a:endParaRPr>
          </a:p>
          <a:p>
            <a:pPr indent="0" lvl="0" marL="0" rtl="0" algn="l">
              <a:lnSpc>
                <a:spcPct val="135000"/>
              </a:lnSpc>
              <a:spcBef>
                <a:spcPts val="1100"/>
              </a:spcBef>
              <a:spcAft>
                <a:spcPts val="0"/>
              </a:spcAft>
              <a:buNone/>
            </a:pPr>
            <a:r>
              <a:rPr lang="en">
                <a:solidFill>
                  <a:schemeClr val="dk1"/>
                </a:solidFill>
                <a:latin typeface="Red Hat Display"/>
                <a:ea typeface="Red Hat Display"/>
                <a:cs typeface="Red Hat Display"/>
                <a:sym typeface="Red Hat Display"/>
              </a:rPr>
              <a:t>Automation of Standardized RHEL Operating Environments unlocks these business objectives!  </a:t>
            </a:r>
            <a:endParaRPr>
              <a:solidFill>
                <a:schemeClr val="dk1"/>
              </a:solidFill>
              <a:latin typeface="Red Hat Display"/>
              <a:ea typeface="Red Hat Display"/>
              <a:cs typeface="Red Hat Display"/>
              <a:sym typeface="Red Hat Display"/>
            </a:endParaRPr>
          </a:p>
          <a:p>
            <a:pPr indent="0" lvl="0" marL="0" rtl="0" algn="l">
              <a:spcBef>
                <a:spcPts val="1100"/>
              </a:spcBef>
              <a:spcAft>
                <a:spcPts val="0"/>
              </a:spcAft>
              <a:buNone/>
            </a:pPr>
            <a:r>
              <a:rPr lang="en">
                <a:solidFill>
                  <a:schemeClr val="dk1"/>
                </a:solidFill>
                <a:latin typeface="Red Hat Display"/>
                <a:ea typeface="Red Hat Display"/>
                <a:cs typeface="Red Hat Display"/>
                <a:sym typeface="Red Hat Display"/>
              </a:rPr>
              <a:t>The Value Map for RHEL aligns to the same four quadrant view we explored in the previous slide, but you will notice has specific details regarding the technical solutions to business value, as well as measurable business impact metrics, like boosting productivity. If we were to orient ourselves in this map, and look at Cost Optimization for example, the KPIs are directly related to aspects of the solution that unlock them.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We understand the power of RHEL, but it can be difficult to articulate this to non-technical stakeholders, and you should leverage this value map in your conversations with your customers.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The intent of this four quadrant slide, specific to RHEL is to enable you to become a trust partner that offers technology to directly affect your customers business performance.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By understanding what your customer personas value, and speaking directly to those objectives, you will demonstrate credibility in demonstrating the internal and external factors that impact their business, and can supplement this messaging by demonstrating examples of where we have worked with “like” customers implementing best in class technology solutions to help them grow and operate more efficiently. The technical solution enablers in the quadrants further illustrate how Red Hat can help deliver on the  desired business outcomes, and helps your customer understand why RHEL is important to their business.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Now let’s take a peek at how the VITO toolkit to help you customize your business value messaging of RHEL to your customers, and uplevel your customer conversations around Expanding Workloads to the Cloud.</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Strategic - CEO</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Revenue - LOBs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Cost - CTO/CIO</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Risk - CISO/CFO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a7173bb4ed_0_3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2a7173bb4ed_0_3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2a7173bb4ed_0_3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6" name="Google Shape;1336;g2a7173bb4ed_0_3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rPr lang="en"/>
              <a:t>These are our core tools.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3414768701f_1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5" name="Google Shape;1365;g3414768701f_1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g2a7173bb4ed_0_3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8" name="Google Shape;1438;g2a7173bb4ed_0_3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 Mike Savage</a:t>
            </a:r>
            <a:endParaRPr>
              <a:solidFill>
                <a:schemeClr val="dk1"/>
              </a:solidFill>
            </a:endParaRPr>
          </a:p>
          <a:p>
            <a:pPr indent="0" lvl="0" marL="0" rtl="0" algn="l">
              <a:spcBef>
                <a:spcPts val="0"/>
              </a:spcBef>
              <a:spcAft>
                <a:spcPts val="0"/>
              </a:spcAft>
              <a:buNone/>
            </a:pPr>
            <a:r>
              <a:rPr lang="en">
                <a:solidFill>
                  <a:schemeClr val="dk1"/>
                </a:solidFill>
              </a:rPr>
              <a:t>Abstracting Differences in the various data centers and cloud delivers Consistent Process and Reduces the impact of Change.</a:t>
            </a:r>
            <a:endParaRPr>
              <a:solidFill>
                <a:schemeClr val="dk1"/>
              </a:solidFill>
            </a:endParaRPr>
          </a:p>
          <a:p>
            <a:pPr indent="0" lvl="0" marL="0" rtl="0" algn="l">
              <a:spcBef>
                <a:spcPts val="0"/>
              </a:spcBef>
              <a:spcAft>
                <a:spcPts val="0"/>
              </a:spcAft>
              <a:buNone/>
            </a:pPr>
            <a:r>
              <a:rPr lang="en">
                <a:solidFill>
                  <a:schemeClr val="dk1"/>
                </a:solidFill>
              </a:rPr>
              <a:t>Automation can define processes to deliver content; define and deploy systems; check compliance and manage configuration; all by simply changing the variable values and not the underlying code.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an example, using image builder we can define a cloud image from RHEL8 built from a Satellite content view. We can deploy that to AWS, Azure, VMware or OpenStack based simply on specifying the target connection information. We can then have Satellite deploy the image, again, by simply specifying the Compute Resource. Ansible can manage the host configuration no matter where it resides. When the image is deployed and configured for IdM integration, all the centralized policy is implemented on the system, again simply and easily.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2a7173bb4ed_0_5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0" name="Google Shape;1570;g2a7173bb4ed_0_5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2a7173bb4ed_0_5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g2a7173bb4ed_0_5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2a7173bb4ed_0_5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7" name="Google Shape;1627;g2a7173bb4ed_0_5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2a7173bb4ed_0_5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2a7173bb4ed_0_5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g26355ca3e3c_0_2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1" name="Google Shape;1721;g26355ca3e3c_0_2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g2a7173bb4ed_0_7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9" name="Google Shape;1729;g2a7173bb4ed_0_7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and our automation provides the control.</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323ec18da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6" name="Google Shape;1746;g323ec18da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Break it down - the Oxford Dictionary defines these terms: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Standard - a model or norm for comparative evaluation</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Operating - the control of the functioning of a machine, system, or process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Environment - the conditions under which an entity (machine, system, process) operates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can have as many Standard Operating Environments as there are machines, systems, and processes. The value comes when we refactor these models so that we can start from a short discrete list of SOEs and well defined tools and processes that allow us to automate delivery.</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323a7ad1643_0_2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7" name="Google Shape;1757;g323a7ad1643_0_2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Without Animations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323a7ad1643_0_2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6" name="Google Shape;1806;g323a7ad1643_0_2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g323a7ad1643_0_2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5" name="Google Shape;1875;g323a7ad1643_0_2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state of the system is the content that is available to the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software is able to be deployed and when.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lifecycle does that content traverse.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Satellite we can define that content quite cleanly.</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g323a7ad1643_0_2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5" name="Google Shape;1885;g323a7ad1643_0_2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state of the system is the content that is available to the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software is able to be deployed and when.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lifecycle does that content traverse.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Satellite we can define that content quite cleanly.</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g323a7ad1643_0_2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7" name="Google Shape;1947;g323a7ad1643_0_2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state of the system is the content that is available to the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software is able to be deployed and when.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lifecycle does that content traverse.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Satellite we can define that content quite cleanly.</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7" name="Shape 2017"/>
        <p:cNvGrpSpPr/>
        <p:nvPr/>
      </p:nvGrpSpPr>
      <p:grpSpPr>
        <a:xfrm>
          <a:off x="0" y="0"/>
          <a:ext cx="0" cy="0"/>
          <a:chOff x="0" y="0"/>
          <a:chExt cx="0" cy="0"/>
        </a:xfrm>
      </p:grpSpPr>
      <p:sp>
        <p:nvSpPr>
          <p:cNvPr id="2018" name="Google Shape;2018;g323a7ad1643_0_2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9" name="Google Shape;2019;g323a7ad1643_0_2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state of the system is the content that is available to the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software is able to be deployed and when.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lifecycle does that content traverse.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Satellite we can define that content quite cleanly.</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g323a7ad1643_0_2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7" name="Google Shape;2097;g323a7ad1643_0_2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2" name="Shape 2262"/>
        <p:cNvGrpSpPr/>
        <p:nvPr/>
      </p:nvGrpSpPr>
      <p:grpSpPr>
        <a:xfrm>
          <a:off x="0" y="0"/>
          <a:ext cx="0" cy="0"/>
          <a:chOff x="0" y="0"/>
          <a:chExt cx="0" cy="0"/>
        </a:xfrm>
      </p:grpSpPr>
      <p:sp>
        <p:nvSpPr>
          <p:cNvPr id="2263" name="Google Shape;2263;g323a7ad1643_0_2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4" name="Google Shape;2264;g323a7ad1643_0_2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4" name="Shape 2354"/>
        <p:cNvGrpSpPr/>
        <p:nvPr/>
      </p:nvGrpSpPr>
      <p:grpSpPr>
        <a:xfrm>
          <a:off x="0" y="0"/>
          <a:ext cx="0" cy="0"/>
          <a:chOff x="0" y="0"/>
          <a:chExt cx="0" cy="0"/>
        </a:xfrm>
      </p:grpSpPr>
      <p:sp>
        <p:nvSpPr>
          <p:cNvPr id="2355" name="Google Shape;2355;g323a7ad16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6" name="Google Shape;2356;g323a7ad16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2" name="Shape 2362"/>
        <p:cNvGrpSpPr/>
        <p:nvPr/>
      </p:nvGrpSpPr>
      <p:grpSpPr>
        <a:xfrm>
          <a:off x="0" y="0"/>
          <a:ext cx="0" cy="0"/>
          <a:chOff x="0" y="0"/>
          <a:chExt cx="0" cy="0"/>
        </a:xfrm>
      </p:grpSpPr>
      <p:sp>
        <p:nvSpPr>
          <p:cNvPr id="2363" name="Google Shape;2363;g323a7ad1643_0_2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4" name="Google Shape;2364;g323a7ad1643_0_2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g2a7173bb4ed_0_8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2" name="Google Shape;2382;g2a7173bb4ed_0_8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With Animations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9" name="Shape 2429"/>
        <p:cNvGrpSpPr/>
        <p:nvPr/>
      </p:nvGrpSpPr>
      <p:grpSpPr>
        <a:xfrm>
          <a:off x="0" y="0"/>
          <a:ext cx="0" cy="0"/>
          <a:chOff x="0" y="0"/>
          <a:chExt cx="0" cy="0"/>
        </a:xfrm>
      </p:grpSpPr>
      <p:sp>
        <p:nvSpPr>
          <p:cNvPr id="2430" name="Google Shape;2430;g2a7173bb4ed_0_10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1" name="Google Shape;2431;g2a7173bb4ed_0_10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8" name="Shape 2498"/>
        <p:cNvGrpSpPr/>
        <p:nvPr/>
      </p:nvGrpSpPr>
      <p:grpSpPr>
        <a:xfrm>
          <a:off x="0" y="0"/>
          <a:ext cx="0" cy="0"/>
          <a:chOff x="0" y="0"/>
          <a:chExt cx="0" cy="0"/>
        </a:xfrm>
      </p:grpSpPr>
      <p:sp>
        <p:nvSpPr>
          <p:cNvPr id="2499" name="Google Shape;2499;g2a7173bb4ed_0_12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0" name="Google Shape;2500;g2a7173bb4ed_0_12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4" name="Shape 2514"/>
        <p:cNvGrpSpPr/>
        <p:nvPr/>
      </p:nvGrpSpPr>
      <p:grpSpPr>
        <a:xfrm>
          <a:off x="0" y="0"/>
          <a:ext cx="0" cy="0"/>
          <a:chOff x="0" y="0"/>
          <a:chExt cx="0" cy="0"/>
        </a:xfrm>
      </p:grpSpPr>
      <p:sp>
        <p:nvSpPr>
          <p:cNvPr id="2515" name="Google Shape;2515;g2a7173bb4ed_0_12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6" name="Google Shape;2516;g2a7173bb4ed_0_12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2" name="Shape 2532"/>
        <p:cNvGrpSpPr/>
        <p:nvPr/>
      </p:nvGrpSpPr>
      <p:grpSpPr>
        <a:xfrm>
          <a:off x="0" y="0"/>
          <a:ext cx="0" cy="0"/>
          <a:chOff x="0" y="0"/>
          <a:chExt cx="0" cy="0"/>
        </a:xfrm>
      </p:grpSpPr>
      <p:sp>
        <p:nvSpPr>
          <p:cNvPr id="2533" name="Google Shape;2533;g354bf176519_0_3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4" name="Google Shape;2534;g354bf176519_0_3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0" name="Shape 2550"/>
        <p:cNvGrpSpPr/>
        <p:nvPr/>
      </p:nvGrpSpPr>
      <p:grpSpPr>
        <a:xfrm>
          <a:off x="0" y="0"/>
          <a:ext cx="0" cy="0"/>
          <a:chOff x="0" y="0"/>
          <a:chExt cx="0" cy="0"/>
        </a:xfrm>
      </p:grpSpPr>
      <p:sp>
        <p:nvSpPr>
          <p:cNvPr id="2551" name="Google Shape;2551;g2a7173bb4ed_0_12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2" name="Google Shape;2552;g2a7173bb4ed_0_12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3" name="Shape 2563"/>
        <p:cNvGrpSpPr/>
        <p:nvPr/>
      </p:nvGrpSpPr>
      <p:grpSpPr>
        <a:xfrm>
          <a:off x="0" y="0"/>
          <a:ext cx="0" cy="0"/>
          <a:chOff x="0" y="0"/>
          <a:chExt cx="0" cy="0"/>
        </a:xfrm>
      </p:grpSpPr>
      <p:sp>
        <p:nvSpPr>
          <p:cNvPr id="2564" name="Google Shape;2564;g2a7173bb4ed_0_12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5" name="Google Shape;2565;g2a7173bb4ed_0_12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Including slide again as a reminder of the overall pipeline flow, which then transitions into the next slide, where the series of pipelines is showcased via chained AAP2 workflow templates with feedback loops/error corrections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3" name="Shape 2633"/>
        <p:cNvGrpSpPr/>
        <p:nvPr/>
      </p:nvGrpSpPr>
      <p:grpSpPr>
        <a:xfrm>
          <a:off x="0" y="0"/>
          <a:ext cx="0" cy="0"/>
          <a:chOff x="0" y="0"/>
          <a:chExt cx="0" cy="0"/>
        </a:xfrm>
      </p:grpSpPr>
      <p:sp>
        <p:nvSpPr>
          <p:cNvPr id="2634" name="Google Shape;2634;g354bf176519_0_4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5" name="Google Shape;2635;g354bf176519_0_4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5" name="Shape 2655"/>
        <p:cNvGrpSpPr/>
        <p:nvPr/>
      </p:nvGrpSpPr>
      <p:grpSpPr>
        <a:xfrm>
          <a:off x="0" y="0"/>
          <a:ext cx="0" cy="0"/>
          <a:chOff x="0" y="0"/>
          <a:chExt cx="0" cy="0"/>
        </a:xfrm>
      </p:grpSpPr>
      <p:sp>
        <p:nvSpPr>
          <p:cNvPr id="2656" name="Google Shape;2656;g323a7ad1643_0_1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7" name="Google Shape;2657;g323a7ad1643_0_1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g323a7ad1643_0_1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5" name="Google Shape;2665;g323a7ad1643_0_1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g323a7ad1643_0_1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7" name="Google Shape;2677;g323a7ad1643_0_1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6" name="Shape 2686"/>
        <p:cNvGrpSpPr/>
        <p:nvPr/>
      </p:nvGrpSpPr>
      <p:grpSpPr>
        <a:xfrm>
          <a:off x="0" y="0"/>
          <a:ext cx="0" cy="0"/>
          <a:chOff x="0" y="0"/>
          <a:chExt cx="0" cy="0"/>
        </a:xfrm>
      </p:grpSpPr>
      <p:sp>
        <p:nvSpPr>
          <p:cNvPr id="2687" name="Google Shape;2687;g323a7ad1643_0_1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8" name="Google Shape;2688;g323a7ad1643_0_1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9" name="Shape 2699"/>
        <p:cNvGrpSpPr/>
        <p:nvPr/>
      </p:nvGrpSpPr>
      <p:grpSpPr>
        <a:xfrm>
          <a:off x="0" y="0"/>
          <a:ext cx="0" cy="0"/>
          <a:chOff x="0" y="0"/>
          <a:chExt cx="0" cy="0"/>
        </a:xfrm>
      </p:grpSpPr>
      <p:sp>
        <p:nvSpPr>
          <p:cNvPr id="2700" name="Google Shape;2700;g323a7ad1643_0_1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1" name="Google Shape;2701;g323a7ad1643_0_1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2" name="Shape 2712"/>
        <p:cNvGrpSpPr/>
        <p:nvPr/>
      </p:nvGrpSpPr>
      <p:grpSpPr>
        <a:xfrm>
          <a:off x="0" y="0"/>
          <a:ext cx="0" cy="0"/>
          <a:chOff x="0" y="0"/>
          <a:chExt cx="0" cy="0"/>
        </a:xfrm>
      </p:grpSpPr>
      <p:sp>
        <p:nvSpPr>
          <p:cNvPr id="2713" name="Google Shape;2713;g323a7ad1643_0_1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4" name="Google Shape;2714;g323a7ad1643_0_1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4" name="Shape 2724"/>
        <p:cNvGrpSpPr/>
        <p:nvPr/>
      </p:nvGrpSpPr>
      <p:grpSpPr>
        <a:xfrm>
          <a:off x="0" y="0"/>
          <a:ext cx="0" cy="0"/>
          <a:chOff x="0" y="0"/>
          <a:chExt cx="0" cy="0"/>
        </a:xfrm>
      </p:grpSpPr>
      <p:sp>
        <p:nvSpPr>
          <p:cNvPr id="2725" name="Google Shape;2725;g2a7173bb4ed_0_13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6" name="Google Shape;2726;g2a7173bb4ed_0_13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g2a7173bb4ed_0_14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4" name="Google Shape;2734;g2a7173bb4ed_0_14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rPr lang="en"/>
              <a:t>Note: The product Icons may appear odd on your screen but display properly in presentation mode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1" name="Shape 2761"/>
        <p:cNvGrpSpPr/>
        <p:nvPr/>
      </p:nvGrpSpPr>
      <p:grpSpPr>
        <a:xfrm>
          <a:off x="0" y="0"/>
          <a:ext cx="0" cy="0"/>
          <a:chOff x="0" y="0"/>
          <a:chExt cx="0" cy="0"/>
        </a:xfrm>
      </p:grpSpPr>
      <p:sp>
        <p:nvSpPr>
          <p:cNvPr id="2762" name="Google Shape;2762;g2a7173bb4ed_0_14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3" name="Google Shape;2763;g2a7173bb4ed_0_14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help you win Edge deals?    Our new DCS SKUs.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approach to the Edge market is “Run any workload, on any footprint, in any location.”</a:t>
            </a:r>
            <a:endParaRPr/>
          </a:p>
          <a:p>
            <a:pPr indent="0" lvl="0" marL="0" rtl="0" algn="l">
              <a:spcBef>
                <a:spcPts val="0"/>
              </a:spcBef>
              <a:spcAft>
                <a:spcPts val="0"/>
              </a:spcAft>
              <a:buNone/>
            </a:pPr>
            <a:r>
              <a:rPr lang="en"/>
              <a:t>This approach is supported by the view (or fact) that Edge is essentially the decentralization &amp; distribution of compute/storage/networking (which are the core functions of a data center) to remote locations to enable faster decisions and other benefits.  With our strong position in the data center w/RHEL and Openshift, this makes sense.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traditional business is in the core data center, with low volumes and high performance.</a:t>
            </a:r>
            <a:endParaRPr/>
          </a:p>
          <a:p>
            <a:pPr indent="0" lvl="0" marL="0" rtl="0" algn="l">
              <a:spcBef>
                <a:spcPts val="0"/>
              </a:spcBef>
              <a:spcAft>
                <a:spcPts val="0"/>
              </a:spcAft>
              <a:buNone/>
            </a:pPr>
            <a:r>
              <a:rPr lang="en"/>
              <a:t>Edge solutions are distributed computing outside the core data center.</a:t>
            </a:r>
            <a:endParaRPr/>
          </a:p>
          <a:p>
            <a:pPr indent="0" lvl="0" marL="0" rtl="0" algn="l">
              <a:spcBef>
                <a:spcPts val="0"/>
              </a:spcBef>
              <a:spcAft>
                <a:spcPts val="0"/>
              </a:spcAft>
              <a:buNone/>
            </a:pPr>
            <a:r>
              <a:rPr lang="en"/>
              <a:t>The further you go from the data center, </a:t>
            </a:r>
            <a:r>
              <a:rPr lang="en">
                <a:solidFill>
                  <a:schemeClr val="dk1"/>
                </a:solidFill>
              </a:rPr>
              <a:t>volumes</a:t>
            </a:r>
            <a:r>
              <a:rPr lang="en"/>
              <a:t> are higher, performance requirements are lower, and pricing pressure increases.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Edge we are now providing up to (depending on the product &amp; fit) 3 new SKUs for each of our existing core products → these are the 3 DCS tiers (or use cases) shown in the graphic.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are intended for use specifically in the 3 Use Cases, which are now defined in our Appendix 1 EULA.  </a:t>
            </a:r>
            <a:endParaRPr/>
          </a:p>
          <a:p>
            <a:pPr indent="0" lvl="0" marL="0" rtl="0" algn="l">
              <a:spcBef>
                <a:spcPts val="0"/>
              </a:spcBef>
              <a:spcAft>
                <a:spcPts val="0"/>
              </a:spcAft>
              <a:buNone/>
            </a:pPr>
            <a:r>
              <a:rPr lang="en"/>
              <a:t>As a result, they have strict guidelines for use that all Red Hat and partner sales organizations need to follow to remain compliant and/or ensure their customers remain compliant.</a:t>
            </a:r>
            <a:endParaRPr/>
          </a:p>
          <a:p>
            <a:pPr indent="0" lvl="0" marL="0" rtl="0" algn="l">
              <a:spcBef>
                <a:spcPts val="0"/>
              </a:spcBef>
              <a:spcAft>
                <a:spcPts val="0"/>
              </a:spcAft>
              <a:buNone/>
            </a:pPr>
            <a:r>
              <a:rPr lang="en"/>
              <a:t>NOTE:  the volumes noted are cumulative volumes over 3 years</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5" name="Shape 2885"/>
        <p:cNvGrpSpPr/>
        <p:nvPr/>
      </p:nvGrpSpPr>
      <p:grpSpPr>
        <a:xfrm>
          <a:off x="0" y="0"/>
          <a:ext cx="0" cy="0"/>
          <a:chOff x="0" y="0"/>
          <a:chExt cx="0" cy="0"/>
        </a:xfrm>
      </p:grpSpPr>
      <p:sp>
        <p:nvSpPr>
          <p:cNvPr id="2886" name="Google Shape;2886;g2a7173bb4ed_0_14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7" name="Google Shape;2887;g2a7173bb4ed_0_14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[Content Owner: Martijn Ten Heuvel]</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What is not going to RHEL, but to a container, drifts out of this scope, unless it’s going to OCP Virt.</a:t>
            </a:r>
            <a:endParaRPr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4" name="Shape 2924"/>
        <p:cNvGrpSpPr/>
        <p:nvPr/>
      </p:nvGrpSpPr>
      <p:grpSpPr>
        <a:xfrm>
          <a:off x="0" y="0"/>
          <a:ext cx="0" cy="0"/>
          <a:chOff x="0" y="0"/>
          <a:chExt cx="0" cy="0"/>
        </a:xfrm>
      </p:grpSpPr>
      <p:sp>
        <p:nvSpPr>
          <p:cNvPr id="2925" name="Google Shape;2925;g12150b96575_0_2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6" name="Google Shape;2926;g12150b96575_0_2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3" name="Shape 2933"/>
        <p:cNvGrpSpPr/>
        <p:nvPr/>
      </p:nvGrpSpPr>
      <p:grpSpPr>
        <a:xfrm>
          <a:off x="0" y="0"/>
          <a:ext cx="0" cy="0"/>
          <a:chOff x="0" y="0"/>
          <a:chExt cx="0" cy="0"/>
        </a:xfrm>
      </p:grpSpPr>
      <p:sp>
        <p:nvSpPr>
          <p:cNvPr id="2934" name="Google Shape;2934;g2a68dd0aaf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5" name="Google Shape;2935;g2a68dd0aaf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4" name="Shape 2944"/>
        <p:cNvGrpSpPr/>
        <p:nvPr/>
      </p:nvGrpSpPr>
      <p:grpSpPr>
        <a:xfrm>
          <a:off x="0" y="0"/>
          <a:ext cx="0" cy="0"/>
          <a:chOff x="0" y="0"/>
          <a:chExt cx="0" cy="0"/>
        </a:xfrm>
      </p:grpSpPr>
      <p:sp>
        <p:nvSpPr>
          <p:cNvPr id="2945" name="Google Shape;2945;g354bf176519_0_5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6" name="Google Shape;2946;g354bf176519_0_5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7.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7.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7.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7.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0.png"/><Relationship Id="rId3"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0.png"/><Relationship Id="rId3"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4.png"/><Relationship Id="rId3" Type="http://schemas.openxmlformats.org/officeDocument/2006/relationships/image" Target="../media/image13.png"/><Relationship Id="rId4"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4.png"/><Relationship Id="rId3"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1.png"/><Relationship Id="rId3" Type="http://schemas.openxmlformats.org/officeDocument/2006/relationships/image" Target="../media/image15.png"/><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1.png"/><Relationship Id="rId3" Type="http://schemas.openxmlformats.org/officeDocument/2006/relationships/image" Target="../media/image16.pn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0.png"/><Relationship Id="rId3" Type="http://schemas.openxmlformats.org/officeDocument/2006/relationships/image" Target="../media/image1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1" name="Google Shape;11;p2"/>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4600">
                <a:solidFill>
                  <a:schemeClr val="lt1"/>
                </a:solidFill>
              </a:defRPr>
            </a:lvl2pPr>
            <a:lvl3pPr lvl="2">
              <a:lnSpc>
                <a:spcPct val="105000"/>
              </a:lnSpc>
              <a:spcBef>
                <a:spcPts val="0"/>
              </a:spcBef>
              <a:spcAft>
                <a:spcPts val="0"/>
              </a:spcAft>
              <a:buNone/>
              <a:defRPr sz="4600">
                <a:solidFill>
                  <a:schemeClr val="lt1"/>
                </a:solidFill>
              </a:defRPr>
            </a:lvl3pPr>
            <a:lvl4pPr lvl="3">
              <a:lnSpc>
                <a:spcPct val="105000"/>
              </a:lnSpc>
              <a:spcBef>
                <a:spcPts val="0"/>
              </a:spcBef>
              <a:spcAft>
                <a:spcPts val="0"/>
              </a:spcAft>
              <a:buNone/>
              <a:defRPr sz="4600">
                <a:solidFill>
                  <a:schemeClr val="lt1"/>
                </a:solidFill>
              </a:defRPr>
            </a:lvl4pPr>
            <a:lvl5pPr lvl="4">
              <a:lnSpc>
                <a:spcPct val="105000"/>
              </a:lnSpc>
              <a:spcBef>
                <a:spcPts val="0"/>
              </a:spcBef>
              <a:spcAft>
                <a:spcPts val="0"/>
              </a:spcAft>
              <a:buNone/>
              <a:defRPr sz="4600">
                <a:solidFill>
                  <a:schemeClr val="lt1"/>
                </a:solidFill>
              </a:defRPr>
            </a:lvl5pPr>
            <a:lvl6pPr lvl="5">
              <a:lnSpc>
                <a:spcPct val="105000"/>
              </a:lnSpc>
              <a:spcBef>
                <a:spcPts val="0"/>
              </a:spcBef>
              <a:spcAft>
                <a:spcPts val="0"/>
              </a:spcAft>
              <a:buNone/>
              <a:defRPr sz="4600">
                <a:solidFill>
                  <a:schemeClr val="lt1"/>
                </a:solidFill>
              </a:defRPr>
            </a:lvl6pPr>
            <a:lvl7pPr lvl="6">
              <a:lnSpc>
                <a:spcPct val="105000"/>
              </a:lnSpc>
              <a:spcBef>
                <a:spcPts val="0"/>
              </a:spcBef>
              <a:spcAft>
                <a:spcPts val="0"/>
              </a:spcAft>
              <a:buNone/>
              <a:defRPr sz="4600">
                <a:solidFill>
                  <a:schemeClr val="lt1"/>
                </a:solidFill>
              </a:defRPr>
            </a:lvl7pPr>
            <a:lvl8pPr lvl="7">
              <a:lnSpc>
                <a:spcPct val="105000"/>
              </a:lnSpc>
              <a:spcBef>
                <a:spcPts val="0"/>
              </a:spcBef>
              <a:spcAft>
                <a:spcPts val="0"/>
              </a:spcAft>
              <a:buNone/>
              <a:defRPr sz="4600">
                <a:solidFill>
                  <a:schemeClr val="lt1"/>
                </a:solidFill>
              </a:defRPr>
            </a:lvl8pPr>
            <a:lvl9pPr lvl="8">
              <a:lnSpc>
                <a:spcPct val="105000"/>
              </a:lnSpc>
              <a:spcBef>
                <a:spcPts val="0"/>
              </a:spcBef>
              <a:spcAft>
                <a:spcPts val="0"/>
              </a:spcAft>
              <a:buNone/>
              <a:defRPr sz="4600">
                <a:solidFill>
                  <a:schemeClr val="lt1"/>
                </a:solidFill>
              </a:defRPr>
            </a:lvl9pPr>
          </a:lstStyle>
          <a:p/>
        </p:txBody>
      </p:sp>
      <p:sp>
        <p:nvSpPr>
          <p:cNvPr id="12" name="Google Shape;12;p2"/>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13" name="Google Shape;13;p2"/>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14" name="Google Shape;14;p2"/>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5" name="Google Shape;15;p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 name="Google Shape;16;p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400"/>
              <a:buNone/>
              <a:defRPr sz="1400">
                <a:solidFill>
                  <a:schemeClr val="lt1"/>
                </a:solidFill>
              </a:defRPr>
            </a:lvl2pPr>
            <a:lvl3pPr lvl="2">
              <a:lnSpc>
                <a:spcPct val="180000"/>
              </a:lnSpc>
              <a:spcBef>
                <a:spcPts val="0"/>
              </a:spcBef>
              <a:spcAft>
                <a:spcPts val="0"/>
              </a:spcAft>
              <a:buClr>
                <a:schemeClr val="lt1"/>
              </a:buClr>
              <a:buSzPts val="1400"/>
              <a:buNone/>
              <a:defRPr sz="1400">
                <a:solidFill>
                  <a:schemeClr val="lt1"/>
                </a:solidFill>
              </a:defRPr>
            </a:lvl3pPr>
            <a:lvl4pPr lvl="3">
              <a:lnSpc>
                <a:spcPct val="180000"/>
              </a:lnSpc>
              <a:spcBef>
                <a:spcPts val="0"/>
              </a:spcBef>
              <a:spcAft>
                <a:spcPts val="0"/>
              </a:spcAft>
              <a:buClr>
                <a:schemeClr val="lt1"/>
              </a:buClr>
              <a:buSzPts val="1400"/>
              <a:buNone/>
              <a:defRPr sz="1400">
                <a:solidFill>
                  <a:schemeClr val="lt1"/>
                </a:solidFill>
              </a:defRPr>
            </a:lvl4pPr>
            <a:lvl5pPr lvl="4">
              <a:lnSpc>
                <a:spcPct val="180000"/>
              </a:lnSpc>
              <a:spcBef>
                <a:spcPts val="0"/>
              </a:spcBef>
              <a:spcAft>
                <a:spcPts val="0"/>
              </a:spcAft>
              <a:buClr>
                <a:schemeClr val="lt1"/>
              </a:buClr>
              <a:buSzPts val="1400"/>
              <a:buNone/>
              <a:defRPr sz="1400">
                <a:solidFill>
                  <a:schemeClr val="lt1"/>
                </a:solidFill>
              </a:defRPr>
            </a:lvl5pPr>
            <a:lvl6pPr lvl="5">
              <a:lnSpc>
                <a:spcPct val="180000"/>
              </a:lnSpc>
              <a:spcBef>
                <a:spcPts val="0"/>
              </a:spcBef>
              <a:spcAft>
                <a:spcPts val="0"/>
              </a:spcAft>
              <a:buClr>
                <a:schemeClr val="lt1"/>
              </a:buClr>
              <a:buSzPts val="1400"/>
              <a:buNone/>
              <a:defRPr sz="1400">
                <a:solidFill>
                  <a:schemeClr val="lt1"/>
                </a:solidFill>
              </a:defRPr>
            </a:lvl6pPr>
            <a:lvl7pPr lvl="6">
              <a:lnSpc>
                <a:spcPct val="180000"/>
              </a:lnSpc>
              <a:spcBef>
                <a:spcPts val="0"/>
              </a:spcBef>
              <a:spcAft>
                <a:spcPts val="0"/>
              </a:spcAft>
              <a:buClr>
                <a:schemeClr val="lt1"/>
              </a:buClr>
              <a:buSzPts val="1400"/>
              <a:buNone/>
              <a:defRPr sz="1400">
                <a:solidFill>
                  <a:schemeClr val="lt1"/>
                </a:solidFill>
              </a:defRPr>
            </a:lvl7pPr>
            <a:lvl8pPr lvl="7">
              <a:lnSpc>
                <a:spcPct val="180000"/>
              </a:lnSpc>
              <a:spcBef>
                <a:spcPts val="0"/>
              </a:spcBef>
              <a:spcAft>
                <a:spcPts val="0"/>
              </a:spcAft>
              <a:buClr>
                <a:schemeClr val="lt1"/>
              </a:buClr>
              <a:buSzPts val="1400"/>
              <a:buNone/>
              <a:defRPr sz="1400">
                <a:solidFill>
                  <a:schemeClr val="lt1"/>
                </a:solidFill>
              </a:defRPr>
            </a:lvl8pPr>
            <a:lvl9pPr lvl="8">
              <a:lnSpc>
                <a:spcPct val="180000"/>
              </a:lnSpc>
              <a:spcBef>
                <a:spcPts val="0"/>
              </a:spcBef>
              <a:spcAft>
                <a:spcPts val="0"/>
              </a:spcAft>
              <a:buClr>
                <a:schemeClr val="lt1"/>
              </a:buClr>
              <a:buSzPts val="1400"/>
              <a:buNone/>
              <a:defRPr sz="1400">
                <a:solidFill>
                  <a:schemeClr val="lt1"/>
                </a:solidFill>
              </a:defRPr>
            </a:lvl9pPr>
          </a:lstStyle>
          <a:p/>
        </p:txBody>
      </p:sp>
      <p:sp>
        <p:nvSpPr>
          <p:cNvPr id="20" name="Google Shape;20;p3"/>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7000">
                <a:solidFill>
                  <a:schemeClr val="lt1"/>
                </a:solidFill>
              </a:defRPr>
            </a:lvl2pPr>
            <a:lvl3pPr lvl="2">
              <a:lnSpc>
                <a:spcPct val="105000"/>
              </a:lnSpc>
              <a:spcBef>
                <a:spcPts val="0"/>
              </a:spcBef>
              <a:spcAft>
                <a:spcPts val="0"/>
              </a:spcAft>
              <a:buNone/>
              <a:defRPr sz="7000">
                <a:solidFill>
                  <a:schemeClr val="lt1"/>
                </a:solidFill>
              </a:defRPr>
            </a:lvl3pPr>
            <a:lvl4pPr lvl="3">
              <a:lnSpc>
                <a:spcPct val="105000"/>
              </a:lnSpc>
              <a:spcBef>
                <a:spcPts val="0"/>
              </a:spcBef>
              <a:spcAft>
                <a:spcPts val="0"/>
              </a:spcAft>
              <a:buNone/>
              <a:defRPr sz="7000">
                <a:solidFill>
                  <a:schemeClr val="lt1"/>
                </a:solidFill>
              </a:defRPr>
            </a:lvl4pPr>
            <a:lvl5pPr lvl="4">
              <a:lnSpc>
                <a:spcPct val="105000"/>
              </a:lnSpc>
              <a:spcBef>
                <a:spcPts val="0"/>
              </a:spcBef>
              <a:spcAft>
                <a:spcPts val="0"/>
              </a:spcAft>
              <a:buNone/>
              <a:defRPr sz="7000">
                <a:solidFill>
                  <a:schemeClr val="lt1"/>
                </a:solidFill>
              </a:defRPr>
            </a:lvl5pPr>
            <a:lvl6pPr lvl="5">
              <a:lnSpc>
                <a:spcPct val="105000"/>
              </a:lnSpc>
              <a:spcBef>
                <a:spcPts val="0"/>
              </a:spcBef>
              <a:spcAft>
                <a:spcPts val="0"/>
              </a:spcAft>
              <a:buNone/>
              <a:defRPr sz="7000">
                <a:solidFill>
                  <a:schemeClr val="lt1"/>
                </a:solidFill>
              </a:defRPr>
            </a:lvl6pPr>
            <a:lvl7pPr lvl="6">
              <a:lnSpc>
                <a:spcPct val="105000"/>
              </a:lnSpc>
              <a:spcBef>
                <a:spcPts val="0"/>
              </a:spcBef>
              <a:spcAft>
                <a:spcPts val="0"/>
              </a:spcAft>
              <a:buNone/>
              <a:defRPr sz="7000">
                <a:solidFill>
                  <a:schemeClr val="lt1"/>
                </a:solidFill>
              </a:defRPr>
            </a:lvl7pPr>
            <a:lvl8pPr lvl="7">
              <a:lnSpc>
                <a:spcPct val="105000"/>
              </a:lnSpc>
              <a:spcBef>
                <a:spcPts val="0"/>
              </a:spcBef>
              <a:spcAft>
                <a:spcPts val="0"/>
              </a:spcAft>
              <a:buNone/>
              <a:defRPr sz="7000">
                <a:solidFill>
                  <a:schemeClr val="lt1"/>
                </a:solidFill>
              </a:defRPr>
            </a:lvl8pPr>
            <a:lvl9pPr lvl="8">
              <a:lnSpc>
                <a:spcPct val="105000"/>
              </a:lnSpc>
              <a:spcBef>
                <a:spcPts val="0"/>
              </a:spcBef>
              <a:spcAft>
                <a:spcPts val="0"/>
              </a:spcAft>
              <a:buNone/>
              <a:defRPr sz="7000">
                <a:solidFill>
                  <a:schemeClr val="lt1"/>
                </a:solidFill>
              </a:defRPr>
            </a:lvl9pPr>
          </a:lstStyle>
          <a:p/>
        </p:txBody>
      </p:sp>
      <p:pic>
        <p:nvPicPr>
          <p:cNvPr id="21" name="Google Shape;21;p3"/>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22" name="Google Shape;22;p3"/>
          <p:cNvPicPr preferRelativeResize="0"/>
          <p:nvPr/>
        </p:nvPicPr>
        <p:blipFill rotWithShape="1">
          <a:blip r:embed="rId4">
            <a:alphaModFix/>
          </a:blip>
          <a:srcRect b="0" l="0" r="0" t="0"/>
          <a:stretch/>
        </p:blipFill>
        <p:spPr>
          <a:xfrm>
            <a:off x="7542672" y="2640724"/>
            <a:ext cx="282625" cy="282625"/>
          </a:xfrm>
          <a:prstGeom prst="rect">
            <a:avLst/>
          </a:prstGeom>
          <a:noFill/>
          <a:ln>
            <a:noFill/>
          </a:ln>
        </p:spPr>
      </p:pic>
      <p:pic>
        <p:nvPicPr>
          <p:cNvPr id="23" name="Google Shape;23;p3"/>
          <p:cNvPicPr preferRelativeResize="0"/>
          <p:nvPr/>
        </p:nvPicPr>
        <p:blipFill rotWithShape="1">
          <a:blip r:embed="rId5">
            <a:alphaModFix/>
          </a:blip>
          <a:srcRect b="0" l="0" r="0" t="0"/>
          <a:stretch/>
        </p:blipFill>
        <p:spPr>
          <a:xfrm>
            <a:off x="7542672" y="3255999"/>
            <a:ext cx="282625" cy="282625"/>
          </a:xfrm>
          <a:prstGeom prst="rect">
            <a:avLst/>
          </a:prstGeom>
          <a:noFill/>
          <a:ln>
            <a:noFill/>
          </a:ln>
        </p:spPr>
      </p:pic>
      <p:sp>
        <p:nvSpPr>
          <p:cNvPr id="24" name="Google Shape;24;p3"/>
          <p:cNvSpPr txBox="1"/>
          <p:nvPr/>
        </p:nvSpPr>
        <p:spPr>
          <a:xfrm>
            <a:off x="7960475" y="2554025"/>
            <a:ext cx="35322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youtube.com/c/RedHatEnterpriseLinux</a:t>
            </a:r>
            <a:endParaRPr>
              <a:solidFill>
                <a:schemeClr val="lt1"/>
              </a:solidFill>
              <a:latin typeface="Red Hat Display"/>
              <a:ea typeface="Red Hat Display"/>
              <a:cs typeface="Red Hat Display"/>
              <a:sym typeface="Red Hat Display"/>
            </a:endParaRPr>
          </a:p>
        </p:txBody>
      </p:sp>
      <p:sp>
        <p:nvSpPr>
          <p:cNvPr id="25" name="Google Shape;25;p3"/>
          <p:cNvSpPr txBox="1"/>
          <p:nvPr/>
        </p:nvSpPr>
        <p:spPr>
          <a:xfrm>
            <a:off x="7960472" y="3169250"/>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twitter.com/RHEL</a:t>
            </a:r>
            <a:endParaRPr>
              <a:solidFill>
                <a:schemeClr val="lt1"/>
              </a:solidFill>
              <a:latin typeface="Red Hat Display"/>
              <a:ea typeface="Red Hat Display"/>
              <a:cs typeface="Red Hat Display"/>
              <a:sym typeface="Red Hat Display"/>
            </a:endParaRPr>
          </a:p>
        </p:txBody>
      </p:sp>
      <p:cxnSp>
        <p:nvCxnSpPr>
          <p:cNvPr id="26" name="Google Shape;26;p3"/>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27" name="Google Shape;27;p3"/>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28" name="Google Shape;28;p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 name="Google Shape;29;p3"/>
          <p:cNvPicPr preferRelativeResize="0"/>
          <p:nvPr/>
        </p:nvPicPr>
        <p:blipFill>
          <a:blip r:embed="rId6">
            <a:alphaModFix/>
          </a:blip>
          <a:stretch>
            <a:fillRect/>
          </a:stretch>
        </p:blipFill>
        <p:spPr>
          <a:xfrm>
            <a:off x="7542663" y="3871263"/>
            <a:ext cx="282625" cy="282625"/>
          </a:xfrm>
          <a:prstGeom prst="rect">
            <a:avLst/>
          </a:prstGeom>
          <a:noFill/>
          <a:ln>
            <a:noFill/>
          </a:ln>
        </p:spPr>
      </p:pic>
      <p:sp>
        <p:nvSpPr>
          <p:cNvPr id="30" name="Google Shape;30;p3"/>
          <p:cNvSpPr txBox="1"/>
          <p:nvPr/>
        </p:nvSpPr>
        <p:spPr>
          <a:xfrm>
            <a:off x="7960472" y="37844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Reddit.com/r/redhat</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
          <p:cNvSpPr/>
          <p:nvPr/>
        </p:nvSpPr>
        <p:spPr>
          <a:xfrm>
            <a:off x="0" y="0"/>
            <a:ext cx="12192000" cy="587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35" name="Google Shape;35;p4"/>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800">
                <a:solidFill>
                  <a:schemeClr val="lt1"/>
                </a:solidFill>
              </a:defRPr>
            </a:lvl2pPr>
            <a:lvl3pPr lvl="2">
              <a:lnSpc>
                <a:spcPct val="100000"/>
              </a:lnSpc>
              <a:spcBef>
                <a:spcPts val="0"/>
              </a:spcBef>
              <a:spcAft>
                <a:spcPts val="0"/>
              </a:spcAft>
              <a:buNone/>
              <a:defRPr sz="4800">
                <a:solidFill>
                  <a:schemeClr val="lt1"/>
                </a:solidFill>
              </a:defRPr>
            </a:lvl3pPr>
            <a:lvl4pPr lvl="3">
              <a:lnSpc>
                <a:spcPct val="100000"/>
              </a:lnSpc>
              <a:spcBef>
                <a:spcPts val="0"/>
              </a:spcBef>
              <a:spcAft>
                <a:spcPts val="0"/>
              </a:spcAft>
              <a:buNone/>
              <a:defRPr sz="4800">
                <a:solidFill>
                  <a:schemeClr val="lt1"/>
                </a:solidFill>
              </a:defRPr>
            </a:lvl4pPr>
            <a:lvl5pPr lvl="4">
              <a:lnSpc>
                <a:spcPct val="100000"/>
              </a:lnSpc>
              <a:spcBef>
                <a:spcPts val="0"/>
              </a:spcBef>
              <a:spcAft>
                <a:spcPts val="0"/>
              </a:spcAft>
              <a:buNone/>
              <a:defRPr sz="4800">
                <a:solidFill>
                  <a:schemeClr val="lt1"/>
                </a:solidFill>
              </a:defRPr>
            </a:lvl5pPr>
            <a:lvl6pPr lvl="5">
              <a:lnSpc>
                <a:spcPct val="100000"/>
              </a:lnSpc>
              <a:spcBef>
                <a:spcPts val="0"/>
              </a:spcBef>
              <a:spcAft>
                <a:spcPts val="0"/>
              </a:spcAft>
              <a:buNone/>
              <a:defRPr sz="4800">
                <a:solidFill>
                  <a:schemeClr val="lt1"/>
                </a:solidFill>
              </a:defRPr>
            </a:lvl6pPr>
            <a:lvl7pPr lvl="6">
              <a:lnSpc>
                <a:spcPct val="100000"/>
              </a:lnSpc>
              <a:spcBef>
                <a:spcPts val="0"/>
              </a:spcBef>
              <a:spcAft>
                <a:spcPts val="0"/>
              </a:spcAft>
              <a:buNone/>
              <a:defRPr sz="4800">
                <a:solidFill>
                  <a:schemeClr val="lt1"/>
                </a:solidFill>
              </a:defRPr>
            </a:lvl7pPr>
            <a:lvl8pPr lvl="7">
              <a:lnSpc>
                <a:spcPct val="100000"/>
              </a:lnSpc>
              <a:spcBef>
                <a:spcPts val="0"/>
              </a:spcBef>
              <a:spcAft>
                <a:spcPts val="0"/>
              </a:spcAft>
              <a:buNone/>
              <a:defRPr sz="4800">
                <a:solidFill>
                  <a:schemeClr val="lt1"/>
                </a:solidFill>
              </a:defRPr>
            </a:lvl8pPr>
            <a:lvl9pPr lvl="8">
              <a:lnSpc>
                <a:spcPct val="100000"/>
              </a:lnSpc>
              <a:spcBef>
                <a:spcPts val="0"/>
              </a:spcBef>
              <a:spcAft>
                <a:spcPts val="0"/>
              </a:spcAft>
              <a:buNone/>
              <a:defRPr sz="4800">
                <a:solidFill>
                  <a:schemeClr val="lt1"/>
                </a:solidFill>
              </a:defRPr>
            </a:lvl9pPr>
          </a:lstStyle>
          <a:p/>
        </p:txBody>
      </p:sp>
      <p:sp>
        <p:nvSpPr>
          <p:cNvPr id="36" name="Google Shape;36;p4"/>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sp>
        <p:nvSpPr>
          <p:cNvPr id="37" name="Google Shape;37;p4"/>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pic>
        <p:nvPicPr>
          <p:cNvPr id="38" name="Google Shape;38;p4"/>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39" name="Google Shape;39;p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0" name="Google Shape;40;p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 name="Google Shape;41;p4"/>
          <p:cNvPicPr preferRelativeResize="0"/>
          <p:nvPr/>
        </p:nvPicPr>
        <p:blipFill rotWithShape="1">
          <a:blip r:embed="rId4">
            <a:alphaModFix/>
          </a:blip>
          <a:srcRect b="3840" l="55799" r="5222" t="3849"/>
          <a:stretch/>
        </p:blipFill>
        <p:spPr>
          <a:xfrm>
            <a:off x="8061900" y="188450"/>
            <a:ext cx="4130176" cy="5501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5"/>
          <p:cNvSpPr/>
          <p:nvPr/>
        </p:nvSpPr>
        <p:spPr>
          <a:xfrm>
            <a:off x="0" y="0"/>
            <a:ext cx="12192000" cy="587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2pPr>
            <a:lvl3pPr lvl="2">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3pPr>
            <a:lvl4pPr lvl="3">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4pPr>
            <a:lvl5pPr lvl="4">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5pPr>
            <a:lvl6pPr lvl="5">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6pPr>
            <a:lvl7pPr lvl="6">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7pPr>
            <a:lvl8pPr lvl="7">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8pPr>
            <a:lvl9pPr lvl="8">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9pPr>
          </a:lstStyle>
          <a:p/>
        </p:txBody>
      </p:sp>
      <p:sp>
        <p:nvSpPr>
          <p:cNvPr id="46" name="Google Shape;46;p5"/>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7000">
                <a:solidFill>
                  <a:schemeClr val="lt1"/>
                </a:solidFill>
              </a:defRPr>
            </a:lvl2pPr>
            <a:lvl3pPr lvl="2">
              <a:lnSpc>
                <a:spcPct val="105000"/>
              </a:lnSpc>
              <a:spcBef>
                <a:spcPts val="0"/>
              </a:spcBef>
              <a:spcAft>
                <a:spcPts val="0"/>
              </a:spcAft>
              <a:buNone/>
              <a:defRPr sz="7000">
                <a:solidFill>
                  <a:schemeClr val="lt1"/>
                </a:solidFill>
              </a:defRPr>
            </a:lvl3pPr>
            <a:lvl4pPr lvl="3">
              <a:lnSpc>
                <a:spcPct val="105000"/>
              </a:lnSpc>
              <a:spcBef>
                <a:spcPts val="0"/>
              </a:spcBef>
              <a:spcAft>
                <a:spcPts val="0"/>
              </a:spcAft>
              <a:buNone/>
              <a:defRPr sz="7000">
                <a:solidFill>
                  <a:schemeClr val="lt1"/>
                </a:solidFill>
              </a:defRPr>
            </a:lvl4pPr>
            <a:lvl5pPr lvl="4">
              <a:lnSpc>
                <a:spcPct val="105000"/>
              </a:lnSpc>
              <a:spcBef>
                <a:spcPts val="0"/>
              </a:spcBef>
              <a:spcAft>
                <a:spcPts val="0"/>
              </a:spcAft>
              <a:buNone/>
              <a:defRPr sz="7000">
                <a:solidFill>
                  <a:schemeClr val="lt1"/>
                </a:solidFill>
              </a:defRPr>
            </a:lvl5pPr>
            <a:lvl6pPr lvl="5">
              <a:lnSpc>
                <a:spcPct val="105000"/>
              </a:lnSpc>
              <a:spcBef>
                <a:spcPts val="0"/>
              </a:spcBef>
              <a:spcAft>
                <a:spcPts val="0"/>
              </a:spcAft>
              <a:buNone/>
              <a:defRPr sz="7000">
                <a:solidFill>
                  <a:schemeClr val="lt1"/>
                </a:solidFill>
              </a:defRPr>
            </a:lvl6pPr>
            <a:lvl7pPr lvl="6">
              <a:lnSpc>
                <a:spcPct val="105000"/>
              </a:lnSpc>
              <a:spcBef>
                <a:spcPts val="0"/>
              </a:spcBef>
              <a:spcAft>
                <a:spcPts val="0"/>
              </a:spcAft>
              <a:buNone/>
              <a:defRPr sz="7000">
                <a:solidFill>
                  <a:schemeClr val="lt1"/>
                </a:solidFill>
              </a:defRPr>
            </a:lvl7pPr>
            <a:lvl8pPr lvl="7">
              <a:lnSpc>
                <a:spcPct val="105000"/>
              </a:lnSpc>
              <a:spcBef>
                <a:spcPts val="0"/>
              </a:spcBef>
              <a:spcAft>
                <a:spcPts val="0"/>
              </a:spcAft>
              <a:buNone/>
              <a:defRPr sz="7000">
                <a:solidFill>
                  <a:schemeClr val="lt1"/>
                </a:solidFill>
              </a:defRPr>
            </a:lvl8pPr>
            <a:lvl9pPr lvl="8">
              <a:lnSpc>
                <a:spcPct val="105000"/>
              </a:lnSpc>
              <a:spcBef>
                <a:spcPts val="0"/>
              </a:spcBef>
              <a:spcAft>
                <a:spcPts val="0"/>
              </a:spcAft>
              <a:buNone/>
              <a:defRPr sz="7000">
                <a:solidFill>
                  <a:schemeClr val="lt1"/>
                </a:solidFill>
              </a:defRPr>
            </a:lvl9pPr>
          </a:lstStyle>
          <a:p/>
        </p:txBody>
      </p:sp>
      <p:pic>
        <p:nvPicPr>
          <p:cNvPr id="47" name="Google Shape;47;p5"/>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48" name="Google Shape;48;p5"/>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49" name="Google Shape;49;p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50" name="Google Shape;50;p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1" name="Google Shape;51;p5"/>
          <p:cNvPicPr preferRelativeResize="0"/>
          <p:nvPr/>
        </p:nvPicPr>
        <p:blipFill rotWithShape="1">
          <a:blip r:embed="rId4">
            <a:alphaModFix/>
          </a:blip>
          <a:srcRect b="0" l="0" r="0" t="0"/>
          <a:stretch/>
        </p:blipFill>
        <p:spPr>
          <a:xfrm>
            <a:off x="7542672" y="2640724"/>
            <a:ext cx="282625" cy="282625"/>
          </a:xfrm>
          <a:prstGeom prst="rect">
            <a:avLst/>
          </a:prstGeom>
          <a:noFill/>
          <a:ln>
            <a:noFill/>
          </a:ln>
        </p:spPr>
      </p:pic>
      <p:pic>
        <p:nvPicPr>
          <p:cNvPr id="52" name="Google Shape;52;p5"/>
          <p:cNvPicPr preferRelativeResize="0"/>
          <p:nvPr/>
        </p:nvPicPr>
        <p:blipFill rotWithShape="1">
          <a:blip r:embed="rId5">
            <a:alphaModFix/>
          </a:blip>
          <a:srcRect b="0" l="0" r="0" t="0"/>
          <a:stretch/>
        </p:blipFill>
        <p:spPr>
          <a:xfrm>
            <a:off x="7542672" y="3255999"/>
            <a:ext cx="282625" cy="282625"/>
          </a:xfrm>
          <a:prstGeom prst="rect">
            <a:avLst/>
          </a:prstGeom>
          <a:noFill/>
          <a:ln>
            <a:noFill/>
          </a:ln>
        </p:spPr>
      </p:pic>
      <p:sp>
        <p:nvSpPr>
          <p:cNvPr id="53" name="Google Shape;53;p5"/>
          <p:cNvSpPr txBox="1"/>
          <p:nvPr/>
        </p:nvSpPr>
        <p:spPr>
          <a:xfrm>
            <a:off x="7960475" y="2554025"/>
            <a:ext cx="35322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youtube.com/c/RedHatEnterpriseLinux</a:t>
            </a:r>
            <a:endParaRPr>
              <a:solidFill>
                <a:schemeClr val="lt1"/>
              </a:solidFill>
              <a:latin typeface="Red Hat Display"/>
              <a:ea typeface="Red Hat Display"/>
              <a:cs typeface="Red Hat Display"/>
              <a:sym typeface="Red Hat Display"/>
            </a:endParaRPr>
          </a:p>
        </p:txBody>
      </p:sp>
      <p:sp>
        <p:nvSpPr>
          <p:cNvPr id="54" name="Google Shape;54;p5"/>
          <p:cNvSpPr txBox="1"/>
          <p:nvPr/>
        </p:nvSpPr>
        <p:spPr>
          <a:xfrm>
            <a:off x="7960472" y="3169250"/>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twitter.com/RHEL</a:t>
            </a:r>
            <a:endParaRPr>
              <a:solidFill>
                <a:schemeClr val="lt1"/>
              </a:solidFill>
              <a:latin typeface="Red Hat Display"/>
              <a:ea typeface="Red Hat Display"/>
              <a:cs typeface="Red Hat Display"/>
              <a:sym typeface="Red Hat Display"/>
            </a:endParaRPr>
          </a:p>
        </p:txBody>
      </p:sp>
      <p:sp>
        <p:nvSpPr>
          <p:cNvPr id="55" name="Google Shape;55;p5"/>
          <p:cNvSpPr txBox="1"/>
          <p:nvPr/>
        </p:nvSpPr>
        <p:spPr>
          <a:xfrm>
            <a:off x="7960472" y="37844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Reddit.com/r/redhat</a:t>
            </a:r>
            <a:endParaRPr>
              <a:solidFill>
                <a:schemeClr val="lt1"/>
              </a:solidFill>
              <a:latin typeface="Red Hat Display"/>
              <a:ea typeface="Red Hat Display"/>
              <a:cs typeface="Red Hat Display"/>
              <a:sym typeface="Red Hat Display"/>
            </a:endParaRPr>
          </a:p>
        </p:txBody>
      </p:sp>
      <p:pic>
        <p:nvPicPr>
          <p:cNvPr id="56" name="Google Shape;56;p5"/>
          <p:cNvPicPr preferRelativeResize="0"/>
          <p:nvPr/>
        </p:nvPicPr>
        <p:blipFill>
          <a:blip r:embed="rId6">
            <a:alphaModFix/>
          </a:blip>
          <a:stretch>
            <a:fillRect/>
          </a:stretch>
        </p:blipFill>
        <p:spPr>
          <a:xfrm>
            <a:off x="7542675" y="3871275"/>
            <a:ext cx="282625" cy="2826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57" name="Shape 57"/>
        <p:cNvGrpSpPr/>
        <p:nvPr/>
      </p:nvGrpSpPr>
      <p:grpSpPr>
        <a:xfrm>
          <a:off x="0" y="0"/>
          <a:ext cx="0" cy="0"/>
          <a:chOff x="0" y="0"/>
          <a:chExt cx="0" cy="0"/>
        </a:xfrm>
      </p:grpSpPr>
      <p:pic>
        <p:nvPicPr>
          <p:cNvPr id="58" name="Google Shape;58;p6"/>
          <p:cNvPicPr preferRelativeResize="0"/>
          <p:nvPr/>
        </p:nvPicPr>
        <p:blipFill>
          <a:blip r:embed="rId3">
            <a:alphaModFix/>
          </a:blip>
          <a:stretch>
            <a:fillRect/>
          </a:stretch>
        </p:blipFill>
        <p:spPr>
          <a:xfrm>
            <a:off x="872058" y="1150"/>
            <a:ext cx="3653358" cy="6857999"/>
          </a:xfrm>
          <a:prstGeom prst="rect">
            <a:avLst/>
          </a:prstGeom>
          <a:noFill/>
          <a:ln>
            <a:noFill/>
          </a:ln>
        </p:spPr>
      </p:pic>
      <p:sp>
        <p:nvSpPr>
          <p:cNvPr id="59" name="Google Shape;59;p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6"/>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61" name="Google Shape;61;p6"/>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62" name="Google Shape;62;p6"/>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800"/>
              <a:buNone/>
              <a:defRPr sz="1800">
                <a:solidFill>
                  <a:schemeClr val="dk1"/>
                </a:solidFill>
              </a:defRPr>
            </a:lvl2pPr>
            <a:lvl3pPr lvl="2">
              <a:lnSpc>
                <a:spcPct val="140000"/>
              </a:lnSpc>
              <a:spcBef>
                <a:spcPts val="0"/>
              </a:spcBef>
              <a:spcAft>
                <a:spcPts val="0"/>
              </a:spcAft>
              <a:buClr>
                <a:schemeClr val="dk1"/>
              </a:buClr>
              <a:buSzPts val="1800"/>
              <a:buNone/>
              <a:defRPr sz="1800">
                <a:solidFill>
                  <a:schemeClr val="dk1"/>
                </a:solidFill>
              </a:defRPr>
            </a:lvl3pPr>
            <a:lvl4pPr lvl="3">
              <a:lnSpc>
                <a:spcPct val="140000"/>
              </a:lnSpc>
              <a:spcBef>
                <a:spcPts val="0"/>
              </a:spcBef>
              <a:spcAft>
                <a:spcPts val="0"/>
              </a:spcAft>
              <a:buClr>
                <a:schemeClr val="dk1"/>
              </a:buClr>
              <a:buSzPts val="1800"/>
              <a:buNone/>
              <a:defRPr sz="1800">
                <a:solidFill>
                  <a:schemeClr val="dk1"/>
                </a:solidFill>
              </a:defRPr>
            </a:lvl4pPr>
            <a:lvl5pPr lvl="4">
              <a:lnSpc>
                <a:spcPct val="140000"/>
              </a:lnSpc>
              <a:spcBef>
                <a:spcPts val="0"/>
              </a:spcBef>
              <a:spcAft>
                <a:spcPts val="0"/>
              </a:spcAft>
              <a:buClr>
                <a:schemeClr val="dk1"/>
              </a:buClr>
              <a:buSzPts val="1800"/>
              <a:buNone/>
              <a:defRPr sz="1800">
                <a:solidFill>
                  <a:schemeClr val="dk1"/>
                </a:solidFill>
              </a:defRPr>
            </a:lvl5pPr>
            <a:lvl6pPr lvl="5">
              <a:lnSpc>
                <a:spcPct val="140000"/>
              </a:lnSpc>
              <a:spcBef>
                <a:spcPts val="0"/>
              </a:spcBef>
              <a:spcAft>
                <a:spcPts val="0"/>
              </a:spcAft>
              <a:buClr>
                <a:schemeClr val="dk1"/>
              </a:buClr>
              <a:buSzPts val="1800"/>
              <a:buNone/>
              <a:defRPr sz="1800">
                <a:solidFill>
                  <a:schemeClr val="dk1"/>
                </a:solidFill>
              </a:defRPr>
            </a:lvl6pPr>
            <a:lvl7pPr lvl="6">
              <a:lnSpc>
                <a:spcPct val="140000"/>
              </a:lnSpc>
              <a:spcBef>
                <a:spcPts val="0"/>
              </a:spcBef>
              <a:spcAft>
                <a:spcPts val="0"/>
              </a:spcAft>
              <a:buClr>
                <a:schemeClr val="dk1"/>
              </a:buClr>
              <a:buSzPts val="1800"/>
              <a:buNone/>
              <a:defRPr sz="1800">
                <a:solidFill>
                  <a:schemeClr val="dk1"/>
                </a:solidFill>
              </a:defRPr>
            </a:lvl7pPr>
            <a:lvl8pPr lvl="7">
              <a:lnSpc>
                <a:spcPct val="140000"/>
              </a:lnSpc>
              <a:spcBef>
                <a:spcPts val="0"/>
              </a:spcBef>
              <a:spcAft>
                <a:spcPts val="0"/>
              </a:spcAft>
              <a:buClr>
                <a:schemeClr val="dk1"/>
              </a:buClr>
              <a:buSzPts val="1800"/>
              <a:buNone/>
              <a:defRPr sz="1800">
                <a:solidFill>
                  <a:schemeClr val="dk1"/>
                </a:solidFill>
              </a:defRPr>
            </a:lvl8pPr>
            <a:lvl9pPr lvl="8">
              <a:lnSpc>
                <a:spcPct val="140000"/>
              </a:lnSpc>
              <a:spcBef>
                <a:spcPts val="0"/>
              </a:spcBef>
              <a:spcAft>
                <a:spcPts val="0"/>
              </a:spcAft>
              <a:buClr>
                <a:schemeClr val="dk1"/>
              </a:buClr>
              <a:buSzPts val="1800"/>
              <a:buNone/>
              <a:defRPr sz="1800">
                <a:solidFill>
                  <a:schemeClr val="dk1"/>
                </a:solidFill>
              </a:defRPr>
            </a:lvl9pPr>
          </a:lstStyle>
          <a:p/>
        </p:txBody>
      </p:sp>
      <p:sp>
        <p:nvSpPr>
          <p:cNvPr id="63" name="Google Shape;63;p6"/>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64" name="Google Shape;64;p6"/>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1200"/>
              <a:buNone/>
              <a:defRPr sz="1200">
                <a:solidFill>
                  <a:schemeClr val="dk1"/>
                </a:solidFill>
              </a:defRPr>
            </a:lvl2pPr>
            <a:lvl3pPr lvl="2">
              <a:lnSpc>
                <a:spcPct val="135000"/>
              </a:lnSpc>
              <a:spcBef>
                <a:spcPts val="0"/>
              </a:spcBef>
              <a:spcAft>
                <a:spcPts val="0"/>
              </a:spcAft>
              <a:buClr>
                <a:schemeClr val="dk1"/>
              </a:buClr>
              <a:buSzPts val="1200"/>
              <a:buNone/>
              <a:defRPr sz="1200">
                <a:solidFill>
                  <a:schemeClr val="dk1"/>
                </a:solidFill>
              </a:defRPr>
            </a:lvl3pPr>
            <a:lvl4pPr lvl="3">
              <a:lnSpc>
                <a:spcPct val="135000"/>
              </a:lnSpc>
              <a:spcBef>
                <a:spcPts val="0"/>
              </a:spcBef>
              <a:spcAft>
                <a:spcPts val="0"/>
              </a:spcAft>
              <a:buClr>
                <a:schemeClr val="dk1"/>
              </a:buClr>
              <a:buSzPts val="1200"/>
              <a:buNone/>
              <a:defRPr sz="1200">
                <a:solidFill>
                  <a:schemeClr val="dk1"/>
                </a:solidFill>
              </a:defRPr>
            </a:lvl4pPr>
            <a:lvl5pPr lvl="4">
              <a:lnSpc>
                <a:spcPct val="135000"/>
              </a:lnSpc>
              <a:spcBef>
                <a:spcPts val="0"/>
              </a:spcBef>
              <a:spcAft>
                <a:spcPts val="0"/>
              </a:spcAft>
              <a:buClr>
                <a:schemeClr val="dk1"/>
              </a:buClr>
              <a:buSzPts val="1200"/>
              <a:buNone/>
              <a:defRPr sz="1200">
                <a:solidFill>
                  <a:schemeClr val="dk1"/>
                </a:solidFill>
              </a:defRPr>
            </a:lvl5pPr>
            <a:lvl6pPr lvl="5">
              <a:lnSpc>
                <a:spcPct val="135000"/>
              </a:lnSpc>
              <a:spcBef>
                <a:spcPts val="0"/>
              </a:spcBef>
              <a:spcAft>
                <a:spcPts val="0"/>
              </a:spcAft>
              <a:buClr>
                <a:schemeClr val="dk1"/>
              </a:buClr>
              <a:buSzPts val="1200"/>
              <a:buNone/>
              <a:defRPr sz="1200">
                <a:solidFill>
                  <a:schemeClr val="dk1"/>
                </a:solidFill>
              </a:defRPr>
            </a:lvl6pPr>
            <a:lvl7pPr lvl="6">
              <a:lnSpc>
                <a:spcPct val="135000"/>
              </a:lnSpc>
              <a:spcBef>
                <a:spcPts val="0"/>
              </a:spcBef>
              <a:spcAft>
                <a:spcPts val="0"/>
              </a:spcAft>
              <a:buClr>
                <a:schemeClr val="dk1"/>
              </a:buClr>
              <a:buSzPts val="1200"/>
              <a:buNone/>
              <a:defRPr sz="1200">
                <a:solidFill>
                  <a:schemeClr val="dk1"/>
                </a:solidFill>
              </a:defRPr>
            </a:lvl7pPr>
            <a:lvl8pPr lvl="7">
              <a:lnSpc>
                <a:spcPct val="135000"/>
              </a:lnSpc>
              <a:spcBef>
                <a:spcPts val="0"/>
              </a:spcBef>
              <a:spcAft>
                <a:spcPts val="0"/>
              </a:spcAft>
              <a:buClr>
                <a:schemeClr val="dk1"/>
              </a:buClr>
              <a:buSzPts val="1200"/>
              <a:buNone/>
              <a:defRPr sz="1200">
                <a:solidFill>
                  <a:schemeClr val="dk1"/>
                </a:solidFill>
              </a:defRPr>
            </a:lvl8pPr>
            <a:lvl9pPr lvl="8">
              <a:lnSpc>
                <a:spcPct val="135000"/>
              </a:lnSpc>
              <a:spcBef>
                <a:spcPts val="0"/>
              </a:spcBef>
              <a:spcAft>
                <a:spcPts val="0"/>
              </a:spcAft>
              <a:buClr>
                <a:schemeClr val="dk1"/>
              </a:buClr>
              <a:buSzPts val="1200"/>
              <a:buNone/>
              <a:defRPr sz="1200">
                <a:solidFill>
                  <a:schemeClr val="dk1"/>
                </a:solidFill>
              </a:defRPr>
            </a:lvl9pPr>
          </a:lstStyle>
          <a:p/>
        </p:txBody>
      </p:sp>
      <p:sp>
        <p:nvSpPr>
          <p:cNvPr id="65" name="Google Shape;65;p6"/>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66" name="Google Shape;66;p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7"/>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7"/>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0" name="Google Shape;70;p7"/>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1" name="Google Shape;71;p7"/>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72" name="Google Shape;72;p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73" name="Google Shape;73;p7"/>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400"/>
              <a:buNone/>
              <a:defRPr sz="1400">
                <a:solidFill>
                  <a:schemeClr val="dk1"/>
                </a:solidFill>
              </a:defRPr>
            </a:lvl2pPr>
            <a:lvl3pPr lvl="2">
              <a:lnSpc>
                <a:spcPct val="180000"/>
              </a:lnSpc>
              <a:spcBef>
                <a:spcPts val="0"/>
              </a:spcBef>
              <a:spcAft>
                <a:spcPts val="0"/>
              </a:spcAft>
              <a:buClr>
                <a:schemeClr val="dk1"/>
              </a:buClr>
              <a:buSzPts val="1400"/>
              <a:buNone/>
              <a:defRPr sz="1400">
                <a:solidFill>
                  <a:schemeClr val="dk1"/>
                </a:solidFill>
              </a:defRPr>
            </a:lvl3pPr>
            <a:lvl4pPr lvl="3">
              <a:lnSpc>
                <a:spcPct val="180000"/>
              </a:lnSpc>
              <a:spcBef>
                <a:spcPts val="0"/>
              </a:spcBef>
              <a:spcAft>
                <a:spcPts val="0"/>
              </a:spcAft>
              <a:buClr>
                <a:schemeClr val="dk1"/>
              </a:buClr>
              <a:buSzPts val="1400"/>
              <a:buNone/>
              <a:defRPr sz="1400">
                <a:solidFill>
                  <a:schemeClr val="dk1"/>
                </a:solidFill>
              </a:defRPr>
            </a:lvl4pPr>
            <a:lvl5pPr lvl="4">
              <a:lnSpc>
                <a:spcPct val="180000"/>
              </a:lnSpc>
              <a:spcBef>
                <a:spcPts val="0"/>
              </a:spcBef>
              <a:spcAft>
                <a:spcPts val="0"/>
              </a:spcAft>
              <a:buClr>
                <a:schemeClr val="dk1"/>
              </a:buClr>
              <a:buSzPts val="1400"/>
              <a:buNone/>
              <a:defRPr sz="1400">
                <a:solidFill>
                  <a:schemeClr val="dk1"/>
                </a:solidFill>
              </a:defRPr>
            </a:lvl5pPr>
            <a:lvl6pPr lvl="5">
              <a:lnSpc>
                <a:spcPct val="180000"/>
              </a:lnSpc>
              <a:spcBef>
                <a:spcPts val="0"/>
              </a:spcBef>
              <a:spcAft>
                <a:spcPts val="0"/>
              </a:spcAft>
              <a:buClr>
                <a:schemeClr val="dk1"/>
              </a:buClr>
              <a:buSzPts val="1400"/>
              <a:buNone/>
              <a:defRPr sz="1400">
                <a:solidFill>
                  <a:schemeClr val="dk1"/>
                </a:solidFill>
              </a:defRPr>
            </a:lvl6pPr>
            <a:lvl7pPr lvl="6">
              <a:lnSpc>
                <a:spcPct val="180000"/>
              </a:lnSpc>
              <a:spcBef>
                <a:spcPts val="0"/>
              </a:spcBef>
              <a:spcAft>
                <a:spcPts val="0"/>
              </a:spcAft>
              <a:buClr>
                <a:schemeClr val="dk1"/>
              </a:buClr>
              <a:buSzPts val="1400"/>
              <a:buNone/>
              <a:defRPr sz="1400">
                <a:solidFill>
                  <a:schemeClr val="dk1"/>
                </a:solidFill>
              </a:defRPr>
            </a:lvl7pPr>
            <a:lvl8pPr lvl="7">
              <a:lnSpc>
                <a:spcPct val="180000"/>
              </a:lnSpc>
              <a:spcBef>
                <a:spcPts val="0"/>
              </a:spcBef>
              <a:spcAft>
                <a:spcPts val="0"/>
              </a:spcAft>
              <a:buClr>
                <a:schemeClr val="dk1"/>
              </a:buClr>
              <a:buSzPts val="1400"/>
              <a:buNone/>
              <a:defRPr sz="1400">
                <a:solidFill>
                  <a:schemeClr val="dk1"/>
                </a:solidFill>
              </a:defRPr>
            </a:lvl8pPr>
            <a:lvl9pPr lvl="8">
              <a:lnSpc>
                <a:spcPct val="180000"/>
              </a:lnSpc>
              <a:spcBef>
                <a:spcPts val="0"/>
              </a:spcBef>
              <a:spcAft>
                <a:spcPts val="0"/>
              </a:spcAft>
              <a:buClr>
                <a:schemeClr val="dk1"/>
              </a:buClr>
              <a:buSzPts val="1400"/>
              <a:buNone/>
              <a:defRPr sz="1400">
                <a:solidFill>
                  <a:schemeClr val="dk1"/>
                </a:solidFill>
              </a:defRPr>
            </a:lvl9pPr>
          </a:lstStyle>
          <a:p/>
        </p:txBody>
      </p:sp>
      <p:sp>
        <p:nvSpPr>
          <p:cNvPr id="74" name="Google Shape;74;p7"/>
          <p:cNvSpPr txBox="1"/>
          <p:nvPr/>
        </p:nvSpPr>
        <p:spPr>
          <a:xfrm>
            <a:off x="5903450" y="4733727"/>
            <a:ext cx="29547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Display"/>
                <a:ea typeface="Red Hat Display"/>
                <a:cs typeface="Red Hat Display"/>
                <a:sym typeface="Red Hat Display"/>
              </a:rPr>
              <a:t>youtube.com/c/RedHatEnterpriseLinux</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
        <p:nvSpPr>
          <p:cNvPr id="75" name="Google Shape;75;p7"/>
          <p:cNvSpPr txBox="1"/>
          <p:nvPr/>
        </p:nvSpPr>
        <p:spPr>
          <a:xfrm>
            <a:off x="588960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twitter.com/RHEL</a:t>
            </a:r>
            <a:endParaRPr sz="1200">
              <a:solidFill>
                <a:schemeClr val="dk1"/>
              </a:solidFill>
              <a:latin typeface="Red Hat Display"/>
              <a:ea typeface="Red Hat Display"/>
              <a:cs typeface="Red Hat Display"/>
              <a:sym typeface="Red Hat Display"/>
            </a:endParaRPr>
          </a:p>
        </p:txBody>
      </p:sp>
      <p:pic>
        <p:nvPicPr>
          <p:cNvPr id="76" name="Google Shape;76;p7"/>
          <p:cNvPicPr preferRelativeResize="0"/>
          <p:nvPr/>
        </p:nvPicPr>
        <p:blipFill rotWithShape="1">
          <a:blip r:embed="rId4">
            <a:alphaModFix/>
          </a:blip>
          <a:srcRect b="0" l="2507" r="2498" t="0"/>
          <a:stretch/>
        </p:blipFill>
        <p:spPr>
          <a:xfrm>
            <a:off x="5660534" y="5174306"/>
            <a:ext cx="229074" cy="241150"/>
          </a:xfrm>
          <a:prstGeom prst="rect">
            <a:avLst/>
          </a:prstGeom>
          <a:noFill/>
          <a:ln>
            <a:noFill/>
          </a:ln>
        </p:spPr>
      </p:pic>
      <p:pic>
        <p:nvPicPr>
          <p:cNvPr id="77" name="Google Shape;77;p7"/>
          <p:cNvPicPr preferRelativeResize="0"/>
          <p:nvPr/>
        </p:nvPicPr>
        <p:blipFill rotWithShape="1">
          <a:blip r:embed="rId5">
            <a:alphaModFix/>
          </a:blip>
          <a:srcRect b="0" l="2507" r="2498" t="0"/>
          <a:stretch/>
        </p:blipFill>
        <p:spPr>
          <a:xfrm>
            <a:off x="5660534" y="4669223"/>
            <a:ext cx="229075" cy="241150"/>
          </a:xfrm>
          <a:prstGeom prst="rect">
            <a:avLst/>
          </a:prstGeom>
          <a:noFill/>
          <a:ln>
            <a:noFill/>
          </a:ln>
        </p:spPr>
      </p:pic>
      <p:sp>
        <p:nvSpPr>
          <p:cNvPr id="78" name="Google Shape;78;p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9" name="Google Shape;79;p7"/>
          <p:cNvPicPr preferRelativeResize="0"/>
          <p:nvPr/>
        </p:nvPicPr>
        <p:blipFill>
          <a:blip r:embed="rId6">
            <a:alphaModFix/>
          </a:blip>
          <a:stretch>
            <a:fillRect/>
          </a:stretch>
        </p:blipFill>
        <p:spPr>
          <a:xfrm>
            <a:off x="872058" y="1150"/>
            <a:ext cx="3653358" cy="6857999"/>
          </a:xfrm>
          <a:prstGeom prst="rect">
            <a:avLst/>
          </a:prstGeom>
          <a:noFill/>
          <a:ln>
            <a:noFill/>
          </a:ln>
        </p:spPr>
      </p:pic>
      <p:pic>
        <p:nvPicPr>
          <p:cNvPr id="80" name="Google Shape;80;p7"/>
          <p:cNvPicPr preferRelativeResize="0"/>
          <p:nvPr/>
        </p:nvPicPr>
        <p:blipFill>
          <a:blip r:embed="rId7">
            <a:alphaModFix/>
          </a:blip>
          <a:stretch>
            <a:fillRect/>
          </a:stretch>
        </p:blipFill>
        <p:spPr>
          <a:xfrm>
            <a:off x="5660525" y="5649801"/>
            <a:ext cx="229075" cy="229075"/>
          </a:xfrm>
          <a:prstGeom prst="rect">
            <a:avLst/>
          </a:prstGeom>
          <a:noFill/>
          <a:ln>
            <a:noFill/>
          </a:ln>
        </p:spPr>
      </p:pic>
      <p:sp>
        <p:nvSpPr>
          <p:cNvPr id="81" name="Google Shape;81;p7"/>
          <p:cNvSpPr txBox="1"/>
          <p:nvPr/>
        </p:nvSpPr>
        <p:spPr>
          <a:xfrm>
            <a:off x="5889600" y="5643738"/>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reddit.com/r/redhat</a:t>
            </a:r>
            <a:endParaRPr sz="12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1">
  <p:cSld name="CUSTOM_5">
    <p:bg>
      <p:bgPr>
        <a:blipFill>
          <a:blip r:embed="rId2">
            <a:alphaModFix/>
          </a:blip>
          <a:stretch>
            <a:fillRect/>
          </a:stretch>
        </a:blipFill>
      </p:bgPr>
    </p:bg>
    <p:spTree>
      <p:nvGrpSpPr>
        <p:cNvPr id="82" name="Shape 82"/>
        <p:cNvGrpSpPr/>
        <p:nvPr/>
      </p:nvGrpSpPr>
      <p:grpSpPr>
        <a:xfrm>
          <a:off x="0" y="0"/>
          <a:ext cx="0" cy="0"/>
          <a:chOff x="0" y="0"/>
          <a:chExt cx="0" cy="0"/>
        </a:xfrm>
      </p:grpSpPr>
      <p:pic>
        <p:nvPicPr>
          <p:cNvPr id="83" name="Google Shape;83;p8"/>
          <p:cNvPicPr preferRelativeResize="0"/>
          <p:nvPr/>
        </p:nvPicPr>
        <p:blipFill>
          <a:blip r:embed="rId3">
            <a:alphaModFix/>
          </a:blip>
          <a:stretch>
            <a:fillRect/>
          </a:stretch>
        </p:blipFill>
        <p:spPr>
          <a:xfrm>
            <a:off x="872046" y="0"/>
            <a:ext cx="3653358" cy="6857999"/>
          </a:xfrm>
          <a:prstGeom prst="rect">
            <a:avLst/>
          </a:prstGeom>
          <a:noFill/>
          <a:ln>
            <a:noFill/>
          </a:ln>
        </p:spPr>
      </p:pic>
      <p:sp>
        <p:nvSpPr>
          <p:cNvPr id="84" name="Google Shape;84;p8"/>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 name="Google Shape;85;p8"/>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86" name="Google Shape;86;p8"/>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87" name="Google Shape;87;p8"/>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800"/>
              <a:buNone/>
              <a:defRPr sz="1800">
                <a:solidFill>
                  <a:schemeClr val="dk1"/>
                </a:solidFill>
              </a:defRPr>
            </a:lvl2pPr>
            <a:lvl3pPr lvl="2">
              <a:lnSpc>
                <a:spcPct val="140000"/>
              </a:lnSpc>
              <a:spcBef>
                <a:spcPts val="0"/>
              </a:spcBef>
              <a:spcAft>
                <a:spcPts val="0"/>
              </a:spcAft>
              <a:buClr>
                <a:schemeClr val="dk1"/>
              </a:buClr>
              <a:buSzPts val="1800"/>
              <a:buNone/>
              <a:defRPr sz="1800">
                <a:solidFill>
                  <a:schemeClr val="dk1"/>
                </a:solidFill>
              </a:defRPr>
            </a:lvl3pPr>
            <a:lvl4pPr lvl="3">
              <a:lnSpc>
                <a:spcPct val="140000"/>
              </a:lnSpc>
              <a:spcBef>
                <a:spcPts val="0"/>
              </a:spcBef>
              <a:spcAft>
                <a:spcPts val="0"/>
              </a:spcAft>
              <a:buClr>
                <a:schemeClr val="dk1"/>
              </a:buClr>
              <a:buSzPts val="1800"/>
              <a:buNone/>
              <a:defRPr sz="1800">
                <a:solidFill>
                  <a:schemeClr val="dk1"/>
                </a:solidFill>
              </a:defRPr>
            </a:lvl4pPr>
            <a:lvl5pPr lvl="4">
              <a:lnSpc>
                <a:spcPct val="140000"/>
              </a:lnSpc>
              <a:spcBef>
                <a:spcPts val="0"/>
              </a:spcBef>
              <a:spcAft>
                <a:spcPts val="0"/>
              </a:spcAft>
              <a:buClr>
                <a:schemeClr val="dk1"/>
              </a:buClr>
              <a:buSzPts val="1800"/>
              <a:buNone/>
              <a:defRPr sz="1800">
                <a:solidFill>
                  <a:schemeClr val="dk1"/>
                </a:solidFill>
              </a:defRPr>
            </a:lvl5pPr>
            <a:lvl6pPr lvl="5">
              <a:lnSpc>
                <a:spcPct val="140000"/>
              </a:lnSpc>
              <a:spcBef>
                <a:spcPts val="0"/>
              </a:spcBef>
              <a:spcAft>
                <a:spcPts val="0"/>
              </a:spcAft>
              <a:buClr>
                <a:schemeClr val="dk1"/>
              </a:buClr>
              <a:buSzPts val="1800"/>
              <a:buNone/>
              <a:defRPr sz="1800">
                <a:solidFill>
                  <a:schemeClr val="dk1"/>
                </a:solidFill>
              </a:defRPr>
            </a:lvl6pPr>
            <a:lvl7pPr lvl="6">
              <a:lnSpc>
                <a:spcPct val="140000"/>
              </a:lnSpc>
              <a:spcBef>
                <a:spcPts val="0"/>
              </a:spcBef>
              <a:spcAft>
                <a:spcPts val="0"/>
              </a:spcAft>
              <a:buClr>
                <a:schemeClr val="dk1"/>
              </a:buClr>
              <a:buSzPts val="1800"/>
              <a:buNone/>
              <a:defRPr sz="1800">
                <a:solidFill>
                  <a:schemeClr val="dk1"/>
                </a:solidFill>
              </a:defRPr>
            </a:lvl7pPr>
            <a:lvl8pPr lvl="7">
              <a:lnSpc>
                <a:spcPct val="140000"/>
              </a:lnSpc>
              <a:spcBef>
                <a:spcPts val="0"/>
              </a:spcBef>
              <a:spcAft>
                <a:spcPts val="0"/>
              </a:spcAft>
              <a:buClr>
                <a:schemeClr val="dk1"/>
              </a:buClr>
              <a:buSzPts val="1800"/>
              <a:buNone/>
              <a:defRPr sz="1800">
                <a:solidFill>
                  <a:schemeClr val="dk1"/>
                </a:solidFill>
              </a:defRPr>
            </a:lvl8pPr>
            <a:lvl9pPr lvl="8">
              <a:lnSpc>
                <a:spcPct val="140000"/>
              </a:lnSpc>
              <a:spcBef>
                <a:spcPts val="0"/>
              </a:spcBef>
              <a:spcAft>
                <a:spcPts val="0"/>
              </a:spcAft>
              <a:buClr>
                <a:schemeClr val="dk1"/>
              </a:buClr>
              <a:buSzPts val="1800"/>
              <a:buNone/>
              <a:defRPr sz="1800">
                <a:solidFill>
                  <a:schemeClr val="dk1"/>
                </a:solidFill>
              </a:defRPr>
            </a:lvl9pPr>
          </a:lstStyle>
          <a:p/>
        </p:txBody>
      </p:sp>
      <p:sp>
        <p:nvSpPr>
          <p:cNvPr id="88" name="Google Shape;88;p8"/>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89" name="Google Shape;89;p8"/>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1200"/>
              <a:buNone/>
              <a:defRPr sz="1200">
                <a:solidFill>
                  <a:schemeClr val="dk1"/>
                </a:solidFill>
              </a:defRPr>
            </a:lvl2pPr>
            <a:lvl3pPr lvl="2">
              <a:lnSpc>
                <a:spcPct val="135000"/>
              </a:lnSpc>
              <a:spcBef>
                <a:spcPts val="0"/>
              </a:spcBef>
              <a:spcAft>
                <a:spcPts val="0"/>
              </a:spcAft>
              <a:buClr>
                <a:schemeClr val="dk1"/>
              </a:buClr>
              <a:buSzPts val="1200"/>
              <a:buNone/>
              <a:defRPr sz="1200">
                <a:solidFill>
                  <a:schemeClr val="dk1"/>
                </a:solidFill>
              </a:defRPr>
            </a:lvl3pPr>
            <a:lvl4pPr lvl="3">
              <a:lnSpc>
                <a:spcPct val="135000"/>
              </a:lnSpc>
              <a:spcBef>
                <a:spcPts val="0"/>
              </a:spcBef>
              <a:spcAft>
                <a:spcPts val="0"/>
              </a:spcAft>
              <a:buClr>
                <a:schemeClr val="dk1"/>
              </a:buClr>
              <a:buSzPts val="1200"/>
              <a:buNone/>
              <a:defRPr sz="1200">
                <a:solidFill>
                  <a:schemeClr val="dk1"/>
                </a:solidFill>
              </a:defRPr>
            </a:lvl4pPr>
            <a:lvl5pPr lvl="4">
              <a:lnSpc>
                <a:spcPct val="135000"/>
              </a:lnSpc>
              <a:spcBef>
                <a:spcPts val="0"/>
              </a:spcBef>
              <a:spcAft>
                <a:spcPts val="0"/>
              </a:spcAft>
              <a:buClr>
                <a:schemeClr val="dk1"/>
              </a:buClr>
              <a:buSzPts val="1200"/>
              <a:buNone/>
              <a:defRPr sz="1200">
                <a:solidFill>
                  <a:schemeClr val="dk1"/>
                </a:solidFill>
              </a:defRPr>
            </a:lvl5pPr>
            <a:lvl6pPr lvl="5">
              <a:lnSpc>
                <a:spcPct val="135000"/>
              </a:lnSpc>
              <a:spcBef>
                <a:spcPts val="0"/>
              </a:spcBef>
              <a:spcAft>
                <a:spcPts val="0"/>
              </a:spcAft>
              <a:buClr>
                <a:schemeClr val="dk1"/>
              </a:buClr>
              <a:buSzPts val="1200"/>
              <a:buNone/>
              <a:defRPr sz="1200">
                <a:solidFill>
                  <a:schemeClr val="dk1"/>
                </a:solidFill>
              </a:defRPr>
            </a:lvl6pPr>
            <a:lvl7pPr lvl="6">
              <a:lnSpc>
                <a:spcPct val="135000"/>
              </a:lnSpc>
              <a:spcBef>
                <a:spcPts val="0"/>
              </a:spcBef>
              <a:spcAft>
                <a:spcPts val="0"/>
              </a:spcAft>
              <a:buClr>
                <a:schemeClr val="dk1"/>
              </a:buClr>
              <a:buSzPts val="1200"/>
              <a:buNone/>
              <a:defRPr sz="1200">
                <a:solidFill>
                  <a:schemeClr val="dk1"/>
                </a:solidFill>
              </a:defRPr>
            </a:lvl7pPr>
            <a:lvl8pPr lvl="7">
              <a:lnSpc>
                <a:spcPct val="135000"/>
              </a:lnSpc>
              <a:spcBef>
                <a:spcPts val="0"/>
              </a:spcBef>
              <a:spcAft>
                <a:spcPts val="0"/>
              </a:spcAft>
              <a:buClr>
                <a:schemeClr val="dk1"/>
              </a:buClr>
              <a:buSzPts val="1200"/>
              <a:buNone/>
              <a:defRPr sz="1200">
                <a:solidFill>
                  <a:schemeClr val="dk1"/>
                </a:solidFill>
              </a:defRPr>
            </a:lvl8pPr>
            <a:lvl9pPr lvl="8">
              <a:lnSpc>
                <a:spcPct val="135000"/>
              </a:lnSpc>
              <a:spcBef>
                <a:spcPts val="0"/>
              </a:spcBef>
              <a:spcAft>
                <a:spcPts val="0"/>
              </a:spcAft>
              <a:buClr>
                <a:schemeClr val="dk1"/>
              </a:buClr>
              <a:buSzPts val="1200"/>
              <a:buNone/>
              <a:defRPr sz="1200">
                <a:solidFill>
                  <a:schemeClr val="dk1"/>
                </a:solidFill>
              </a:defRPr>
            </a:lvl9pPr>
          </a:lstStyle>
          <a:p/>
        </p:txBody>
      </p:sp>
      <p:sp>
        <p:nvSpPr>
          <p:cNvPr id="90" name="Google Shape;90;p8"/>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1" name="Google Shape;91;p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1">
  <p:cSld name="CUSTOM_1_1">
    <p:bg>
      <p:bgPr>
        <a:blipFill>
          <a:blip r:embed="rId2">
            <a:alphaModFix/>
          </a:blip>
          <a:stretch>
            <a:fillRect/>
          </a:stretch>
        </a:blipFill>
      </p:bgPr>
    </p:bg>
    <p:spTree>
      <p:nvGrpSpPr>
        <p:cNvPr id="92" name="Shape 92"/>
        <p:cNvGrpSpPr/>
        <p:nvPr/>
      </p:nvGrpSpPr>
      <p:grpSpPr>
        <a:xfrm>
          <a:off x="0" y="0"/>
          <a:ext cx="0" cy="0"/>
          <a:chOff x="0" y="0"/>
          <a:chExt cx="0" cy="0"/>
        </a:xfrm>
      </p:grpSpPr>
      <p:sp>
        <p:nvSpPr>
          <p:cNvPr id="93" name="Google Shape;93;p9"/>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 name="Google Shape;94;p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95" name="Google Shape;95;p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96" name="Google Shape;96;p9"/>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97" name="Google Shape;97;p9"/>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8" name="Google Shape;98;p9"/>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400"/>
              <a:buNone/>
              <a:defRPr sz="1400">
                <a:solidFill>
                  <a:schemeClr val="dk1"/>
                </a:solidFill>
              </a:defRPr>
            </a:lvl2pPr>
            <a:lvl3pPr lvl="2">
              <a:lnSpc>
                <a:spcPct val="180000"/>
              </a:lnSpc>
              <a:spcBef>
                <a:spcPts val="0"/>
              </a:spcBef>
              <a:spcAft>
                <a:spcPts val="0"/>
              </a:spcAft>
              <a:buClr>
                <a:schemeClr val="dk1"/>
              </a:buClr>
              <a:buSzPts val="1400"/>
              <a:buNone/>
              <a:defRPr sz="1400">
                <a:solidFill>
                  <a:schemeClr val="dk1"/>
                </a:solidFill>
              </a:defRPr>
            </a:lvl3pPr>
            <a:lvl4pPr lvl="3">
              <a:lnSpc>
                <a:spcPct val="180000"/>
              </a:lnSpc>
              <a:spcBef>
                <a:spcPts val="0"/>
              </a:spcBef>
              <a:spcAft>
                <a:spcPts val="0"/>
              </a:spcAft>
              <a:buClr>
                <a:schemeClr val="dk1"/>
              </a:buClr>
              <a:buSzPts val="1400"/>
              <a:buNone/>
              <a:defRPr sz="1400">
                <a:solidFill>
                  <a:schemeClr val="dk1"/>
                </a:solidFill>
              </a:defRPr>
            </a:lvl4pPr>
            <a:lvl5pPr lvl="4">
              <a:lnSpc>
                <a:spcPct val="180000"/>
              </a:lnSpc>
              <a:spcBef>
                <a:spcPts val="0"/>
              </a:spcBef>
              <a:spcAft>
                <a:spcPts val="0"/>
              </a:spcAft>
              <a:buClr>
                <a:schemeClr val="dk1"/>
              </a:buClr>
              <a:buSzPts val="1400"/>
              <a:buNone/>
              <a:defRPr sz="1400">
                <a:solidFill>
                  <a:schemeClr val="dk1"/>
                </a:solidFill>
              </a:defRPr>
            </a:lvl5pPr>
            <a:lvl6pPr lvl="5">
              <a:lnSpc>
                <a:spcPct val="180000"/>
              </a:lnSpc>
              <a:spcBef>
                <a:spcPts val="0"/>
              </a:spcBef>
              <a:spcAft>
                <a:spcPts val="0"/>
              </a:spcAft>
              <a:buClr>
                <a:schemeClr val="dk1"/>
              </a:buClr>
              <a:buSzPts val="1400"/>
              <a:buNone/>
              <a:defRPr sz="1400">
                <a:solidFill>
                  <a:schemeClr val="dk1"/>
                </a:solidFill>
              </a:defRPr>
            </a:lvl6pPr>
            <a:lvl7pPr lvl="6">
              <a:lnSpc>
                <a:spcPct val="180000"/>
              </a:lnSpc>
              <a:spcBef>
                <a:spcPts val="0"/>
              </a:spcBef>
              <a:spcAft>
                <a:spcPts val="0"/>
              </a:spcAft>
              <a:buClr>
                <a:schemeClr val="dk1"/>
              </a:buClr>
              <a:buSzPts val="1400"/>
              <a:buNone/>
              <a:defRPr sz="1400">
                <a:solidFill>
                  <a:schemeClr val="dk1"/>
                </a:solidFill>
              </a:defRPr>
            </a:lvl7pPr>
            <a:lvl8pPr lvl="7">
              <a:lnSpc>
                <a:spcPct val="180000"/>
              </a:lnSpc>
              <a:spcBef>
                <a:spcPts val="0"/>
              </a:spcBef>
              <a:spcAft>
                <a:spcPts val="0"/>
              </a:spcAft>
              <a:buClr>
                <a:schemeClr val="dk1"/>
              </a:buClr>
              <a:buSzPts val="1400"/>
              <a:buNone/>
              <a:defRPr sz="1400">
                <a:solidFill>
                  <a:schemeClr val="dk1"/>
                </a:solidFill>
              </a:defRPr>
            </a:lvl8pPr>
            <a:lvl9pPr lvl="8">
              <a:lnSpc>
                <a:spcPct val="180000"/>
              </a:lnSpc>
              <a:spcBef>
                <a:spcPts val="0"/>
              </a:spcBef>
              <a:spcAft>
                <a:spcPts val="0"/>
              </a:spcAft>
              <a:buClr>
                <a:schemeClr val="dk1"/>
              </a:buClr>
              <a:buSzPts val="1400"/>
              <a:buNone/>
              <a:defRPr sz="1400">
                <a:solidFill>
                  <a:schemeClr val="dk1"/>
                </a:solidFill>
              </a:defRPr>
            </a:lvl9pPr>
          </a:lstStyle>
          <a:p/>
        </p:txBody>
      </p:sp>
      <p:sp>
        <p:nvSpPr>
          <p:cNvPr id="99" name="Google Shape;99;p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0" name="Google Shape;100;p9"/>
          <p:cNvPicPr preferRelativeResize="0"/>
          <p:nvPr/>
        </p:nvPicPr>
        <p:blipFill>
          <a:blip r:embed="rId4">
            <a:alphaModFix/>
          </a:blip>
          <a:stretch>
            <a:fillRect/>
          </a:stretch>
        </p:blipFill>
        <p:spPr>
          <a:xfrm>
            <a:off x="872046" y="0"/>
            <a:ext cx="3653358" cy="6857999"/>
          </a:xfrm>
          <a:prstGeom prst="rect">
            <a:avLst/>
          </a:prstGeom>
          <a:noFill/>
          <a:ln>
            <a:noFill/>
          </a:ln>
        </p:spPr>
      </p:pic>
      <p:sp>
        <p:nvSpPr>
          <p:cNvPr id="101" name="Google Shape;101;p9"/>
          <p:cNvSpPr txBox="1"/>
          <p:nvPr/>
        </p:nvSpPr>
        <p:spPr>
          <a:xfrm>
            <a:off x="5903450" y="4742945"/>
            <a:ext cx="29547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youtube.com/c/RedHatEnterpriseLinux</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
        <p:nvSpPr>
          <p:cNvPr id="102" name="Google Shape;102;p9"/>
          <p:cNvSpPr txBox="1"/>
          <p:nvPr/>
        </p:nvSpPr>
        <p:spPr>
          <a:xfrm>
            <a:off x="588960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twitter.com/RHEL</a:t>
            </a:r>
            <a:endParaRPr sz="1200">
              <a:solidFill>
                <a:schemeClr val="dk1"/>
              </a:solidFill>
              <a:latin typeface="Red Hat Display"/>
              <a:ea typeface="Red Hat Display"/>
              <a:cs typeface="Red Hat Display"/>
              <a:sym typeface="Red Hat Display"/>
            </a:endParaRPr>
          </a:p>
        </p:txBody>
      </p:sp>
      <p:pic>
        <p:nvPicPr>
          <p:cNvPr id="103" name="Google Shape;103;p9"/>
          <p:cNvPicPr preferRelativeResize="0"/>
          <p:nvPr/>
        </p:nvPicPr>
        <p:blipFill rotWithShape="1">
          <a:blip r:embed="rId5">
            <a:alphaModFix/>
          </a:blip>
          <a:srcRect b="0" l="2507" r="2498" t="0"/>
          <a:stretch/>
        </p:blipFill>
        <p:spPr>
          <a:xfrm>
            <a:off x="5660534" y="5174306"/>
            <a:ext cx="229074" cy="241150"/>
          </a:xfrm>
          <a:prstGeom prst="rect">
            <a:avLst/>
          </a:prstGeom>
          <a:noFill/>
          <a:ln>
            <a:noFill/>
          </a:ln>
        </p:spPr>
      </p:pic>
      <p:pic>
        <p:nvPicPr>
          <p:cNvPr id="104" name="Google Shape;104;p9"/>
          <p:cNvPicPr preferRelativeResize="0"/>
          <p:nvPr/>
        </p:nvPicPr>
        <p:blipFill rotWithShape="1">
          <a:blip r:embed="rId6">
            <a:alphaModFix/>
          </a:blip>
          <a:srcRect b="0" l="2507" r="2498" t="0"/>
          <a:stretch/>
        </p:blipFill>
        <p:spPr>
          <a:xfrm>
            <a:off x="5660534" y="4669223"/>
            <a:ext cx="229075" cy="241150"/>
          </a:xfrm>
          <a:prstGeom prst="rect">
            <a:avLst/>
          </a:prstGeom>
          <a:noFill/>
          <a:ln>
            <a:noFill/>
          </a:ln>
        </p:spPr>
      </p:pic>
      <p:pic>
        <p:nvPicPr>
          <p:cNvPr id="105" name="Google Shape;105;p9"/>
          <p:cNvPicPr preferRelativeResize="0"/>
          <p:nvPr/>
        </p:nvPicPr>
        <p:blipFill>
          <a:blip r:embed="rId7">
            <a:alphaModFix/>
          </a:blip>
          <a:stretch>
            <a:fillRect/>
          </a:stretch>
        </p:blipFill>
        <p:spPr>
          <a:xfrm>
            <a:off x="5660525" y="5649801"/>
            <a:ext cx="229075" cy="229075"/>
          </a:xfrm>
          <a:prstGeom prst="rect">
            <a:avLst/>
          </a:prstGeom>
          <a:noFill/>
          <a:ln>
            <a:noFill/>
          </a:ln>
        </p:spPr>
      </p:pic>
      <p:sp>
        <p:nvSpPr>
          <p:cNvPr id="106" name="Google Shape;106;p9"/>
          <p:cNvSpPr txBox="1"/>
          <p:nvPr/>
        </p:nvSpPr>
        <p:spPr>
          <a:xfrm>
            <a:off x="5889600" y="5643738"/>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reddit.com/r/redhat</a:t>
            </a:r>
            <a:endParaRPr sz="12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title">
  <p:cSld name="TITLE_3">
    <p:bg>
      <p:bgPr>
        <a:solidFill>
          <a:srgbClr val="EBEBEB">
            <a:alpha val="0"/>
          </a:srgbClr>
        </a:solidFill>
      </p:bgPr>
    </p:bg>
    <p:spTree>
      <p:nvGrpSpPr>
        <p:cNvPr id="107" name="Shape 107"/>
        <p:cNvGrpSpPr/>
        <p:nvPr/>
      </p:nvGrpSpPr>
      <p:grpSpPr>
        <a:xfrm>
          <a:off x="0" y="0"/>
          <a:ext cx="0" cy="0"/>
          <a:chOff x="0" y="0"/>
          <a:chExt cx="0" cy="0"/>
        </a:xfrm>
      </p:grpSpPr>
      <p:pic>
        <p:nvPicPr>
          <p:cNvPr id="108" name="Google Shape;108;p10"/>
          <p:cNvPicPr preferRelativeResize="0"/>
          <p:nvPr/>
        </p:nvPicPr>
        <p:blipFill>
          <a:blip r:embed="rId2">
            <a:alphaModFix/>
          </a:blip>
          <a:stretch>
            <a:fillRect/>
          </a:stretch>
        </p:blipFill>
        <p:spPr>
          <a:xfrm>
            <a:off x="1219200" y="762000"/>
            <a:ext cx="2145944" cy="507600"/>
          </a:xfrm>
          <a:prstGeom prst="rect">
            <a:avLst/>
          </a:prstGeom>
          <a:noFill/>
          <a:ln>
            <a:noFill/>
          </a:ln>
        </p:spPr>
      </p:pic>
      <p:sp>
        <p:nvSpPr>
          <p:cNvPr id="109" name="Google Shape;109;p10"/>
          <p:cNvSpPr txBox="1"/>
          <p:nvPr>
            <p:ph idx="1" type="subTitle"/>
          </p:nvPr>
        </p:nvSpPr>
        <p:spPr>
          <a:xfrm>
            <a:off x="1169325" y="44362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rgbClr val="EE0000"/>
              </a:buClr>
              <a:buSzPts val="2800"/>
              <a:buFont typeface="Red Hat Display"/>
              <a:buNone/>
              <a:defRPr sz="2800">
                <a:solidFill>
                  <a:srgbClr val="EE0000"/>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10" name="Google Shape;110;p10"/>
          <p:cNvSpPr txBox="1"/>
          <p:nvPr>
            <p:ph type="title"/>
          </p:nvPr>
        </p:nvSpPr>
        <p:spPr>
          <a:xfrm>
            <a:off x="1169475" y="2658025"/>
            <a:ext cx="9871800" cy="16002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8000">
                <a:solidFill>
                  <a:srgbClr val="EE0000"/>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b="1" sz="8000">
                <a:solidFill>
                  <a:schemeClr val="lt1"/>
                </a:solidFill>
              </a:defRPr>
            </a:lvl2pPr>
            <a:lvl3pPr lvl="2">
              <a:lnSpc>
                <a:spcPct val="105000"/>
              </a:lnSpc>
              <a:spcBef>
                <a:spcPts val="0"/>
              </a:spcBef>
              <a:spcAft>
                <a:spcPts val="0"/>
              </a:spcAft>
              <a:buNone/>
              <a:defRPr b="1" sz="8000">
                <a:solidFill>
                  <a:schemeClr val="lt1"/>
                </a:solidFill>
              </a:defRPr>
            </a:lvl3pPr>
            <a:lvl4pPr lvl="3">
              <a:lnSpc>
                <a:spcPct val="105000"/>
              </a:lnSpc>
              <a:spcBef>
                <a:spcPts val="0"/>
              </a:spcBef>
              <a:spcAft>
                <a:spcPts val="0"/>
              </a:spcAft>
              <a:buNone/>
              <a:defRPr b="1" sz="8000">
                <a:solidFill>
                  <a:schemeClr val="lt1"/>
                </a:solidFill>
              </a:defRPr>
            </a:lvl4pPr>
            <a:lvl5pPr lvl="4">
              <a:lnSpc>
                <a:spcPct val="105000"/>
              </a:lnSpc>
              <a:spcBef>
                <a:spcPts val="0"/>
              </a:spcBef>
              <a:spcAft>
                <a:spcPts val="0"/>
              </a:spcAft>
              <a:buNone/>
              <a:defRPr b="1" sz="8000">
                <a:solidFill>
                  <a:schemeClr val="lt1"/>
                </a:solidFill>
              </a:defRPr>
            </a:lvl5pPr>
            <a:lvl6pPr lvl="5">
              <a:lnSpc>
                <a:spcPct val="105000"/>
              </a:lnSpc>
              <a:spcBef>
                <a:spcPts val="0"/>
              </a:spcBef>
              <a:spcAft>
                <a:spcPts val="0"/>
              </a:spcAft>
              <a:buNone/>
              <a:defRPr b="1" sz="8000">
                <a:solidFill>
                  <a:schemeClr val="lt1"/>
                </a:solidFill>
              </a:defRPr>
            </a:lvl6pPr>
            <a:lvl7pPr lvl="6">
              <a:lnSpc>
                <a:spcPct val="105000"/>
              </a:lnSpc>
              <a:spcBef>
                <a:spcPts val="0"/>
              </a:spcBef>
              <a:spcAft>
                <a:spcPts val="0"/>
              </a:spcAft>
              <a:buNone/>
              <a:defRPr b="1" sz="8000">
                <a:solidFill>
                  <a:schemeClr val="lt1"/>
                </a:solidFill>
              </a:defRPr>
            </a:lvl7pPr>
            <a:lvl8pPr lvl="7">
              <a:lnSpc>
                <a:spcPct val="105000"/>
              </a:lnSpc>
              <a:spcBef>
                <a:spcPts val="0"/>
              </a:spcBef>
              <a:spcAft>
                <a:spcPts val="0"/>
              </a:spcAft>
              <a:buNone/>
              <a:defRPr b="1" sz="8000">
                <a:solidFill>
                  <a:schemeClr val="lt1"/>
                </a:solidFill>
              </a:defRPr>
            </a:lvl8pPr>
            <a:lvl9pPr lvl="8">
              <a:lnSpc>
                <a:spcPct val="105000"/>
              </a:lnSpc>
              <a:spcBef>
                <a:spcPts val="0"/>
              </a:spcBef>
              <a:spcAft>
                <a:spcPts val="0"/>
              </a:spcAft>
              <a:buNone/>
              <a:defRPr b="1" sz="8000">
                <a:solidFill>
                  <a:schemeClr val="lt1"/>
                </a:solidFill>
              </a:defRPr>
            </a:lvl9pPr>
          </a:lstStyle>
          <a:p/>
        </p:txBody>
      </p:sp>
      <p:sp>
        <p:nvSpPr>
          <p:cNvPr id="111" name="Google Shape;111;p10"/>
          <p:cNvSpPr txBox="1"/>
          <p:nvPr>
            <p:ph idx="2" type="subTitle"/>
          </p:nvPr>
        </p:nvSpPr>
        <p:spPr>
          <a:xfrm>
            <a:off x="1169325" y="5454694"/>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sp>
        <p:nvSpPr>
          <p:cNvPr id="112" name="Google Shape;112;p10"/>
          <p:cNvSpPr txBox="1"/>
          <p:nvPr>
            <p:ph idx="3" type="subTitle"/>
          </p:nvPr>
        </p:nvSpPr>
        <p:spPr>
          <a:xfrm>
            <a:off x="3557450" y="5454694"/>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cxnSp>
        <p:nvCxnSpPr>
          <p:cNvPr id="113" name="Google Shape;113;p1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14" name="Google Shape;114;p1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115" name="Shape 115"/>
        <p:cNvGrpSpPr/>
        <p:nvPr/>
      </p:nvGrpSpPr>
      <p:grpSpPr>
        <a:xfrm>
          <a:off x="0" y="0"/>
          <a:ext cx="0" cy="0"/>
          <a:chOff x="0" y="0"/>
          <a:chExt cx="0" cy="0"/>
        </a:xfrm>
      </p:grpSpPr>
      <p:sp>
        <p:nvSpPr>
          <p:cNvPr id="116" name="Google Shape;116;p11"/>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117" name="Google Shape;117;p1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18" name="Google Shape;118;p1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19" name="Google Shape;119;p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20" name="Google Shape;120;p11"/>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rgbClr val="141414"/>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rgbClr val="141414"/>
                </a:solidFill>
              </a:defRPr>
            </a:lvl2pPr>
            <a:lvl3pPr lvl="2">
              <a:lnSpc>
                <a:spcPct val="174000"/>
              </a:lnSpc>
              <a:spcBef>
                <a:spcPts val="0"/>
              </a:spcBef>
              <a:spcAft>
                <a:spcPts val="0"/>
              </a:spcAft>
              <a:buNone/>
              <a:defRPr sz="1400">
                <a:solidFill>
                  <a:srgbClr val="141414"/>
                </a:solidFill>
              </a:defRPr>
            </a:lvl3pPr>
            <a:lvl4pPr lvl="3">
              <a:lnSpc>
                <a:spcPct val="174000"/>
              </a:lnSpc>
              <a:spcBef>
                <a:spcPts val="0"/>
              </a:spcBef>
              <a:spcAft>
                <a:spcPts val="0"/>
              </a:spcAft>
              <a:buNone/>
              <a:defRPr sz="1400">
                <a:solidFill>
                  <a:srgbClr val="141414"/>
                </a:solidFill>
              </a:defRPr>
            </a:lvl4pPr>
            <a:lvl5pPr lvl="4">
              <a:lnSpc>
                <a:spcPct val="174000"/>
              </a:lnSpc>
              <a:spcBef>
                <a:spcPts val="0"/>
              </a:spcBef>
              <a:spcAft>
                <a:spcPts val="0"/>
              </a:spcAft>
              <a:buNone/>
              <a:defRPr sz="1400">
                <a:solidFill>
                  <a:srgbClr val="141414"/>
                </a:solidFill>
              </a:defRPr>
            </a:lvl5pPr>
            <a:lvl6pPr lvl="5">
              <a:lnSpc>
                <a:spcPct val="174000"/>
              </a:lnSpc>
              <a:spcBef>
                <a:spcPts val="0"/>
              </a:spcBef>
              <a:spcAft>
                <a:spcPts val="0"/>
              </a:spcAft>
              <a:buNone/>
              <a:defRPr sz="1400">
                <a:solidFill>
                  <a:srgbClr val="141414"/>
                </a:solidFill>
              </a:defRPr>
            </a:lvl6pPr>
            <a:lvl7pPr lvl="6">
              <a:lnSpc>
                <a:spcPct val="174000"/>
              </a:lnSpc>
              <a:spcBef>
                <a:spcPts val="0"/>
              </a:spcBef>
              <a:spcAft>
                <a:spcPts val="0"/>
              </a:spcAft>
              <a:buNone/>
              <a:defRPr sz="1400">
                <a:solidFill>
                  <a:srgbClr val="141414"/>
                </a:solidFill>
              </a:defRPr>
            </a:lvl7pPr>
            <a:lvl8pPr lvl="7">
              <a:lnSpc>
                <a:spcPct val="174000"/>
              </a:lnSpc>
              <a:spcBef>
                <a:spcPts val="0"/>
              </a:spcBef>
              <a:spcAft>
                <a:spcPts val="0"/>
              </a:spcAft>
              <a:buNone/>
              <a:defRPr sz="1400">
                <a:solidFill>
                  <a:srgbClr val="141414"/>
                </a:solidFill>
              </a:defRPr>
            </a:lvl8pPr>
            <a:lvl9pPr lvl="8">
              <a:lnSpc>
                <a:spcPct val="174000"/>
              </a:lnSpc>
              <a:spcBef>
                <a:spcPts val="0"/>
              </a:spcBef>
              <a:spcAft>
                <a:spcPts val="0"/>
              </a:spcAft>
              <a:buNone/>
              <a:defRPr sz="1400">
                <a:solidFill>
                  <a:srgbClr val="141414"/>
                </a:solidFill>
              </a:defRPr>
            </a:lvl9pPr>
          </a:lstStyle>
          <a:p/>
        </p:txBody>
      </p:sp>
      <p:pic>
        <p:nvPicPr>
          <p:cNvPr id="121" name="Google Shape;121;p11"/>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22" name="Google Shape;122;p1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123" name="Shape 123"/>
        <p:cNvGrpSpPr/>
        <p:nvPr/>
      </p:nvGrpSpPr>
      <p:grpSpPr>
        <a:xfrm>
          <a:off x="0" y="0"/>
          <a:ext cx="0" cy="0"/>
          <a:chOff x="0" y="0"/>
          <a:chExt cx="0" cy="0"/>
        </a:xfrm>
      </p:grpSpPr>
      <p:sp>
        <p:nvSpPr>
          <p:cNvPr id="124" name="Google Shape;124;p12"/>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25" name="Google Shape;125;p1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26" name="Google Shape;126;p1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27" name="Google Shape;127;p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28" name="Google Shape;128;p12"/>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lt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lt1"/>
                </a:solidFill>
              </a:defRPr>
            </a:lvl2pPr>
            <a:lvl3pPr lvl="2">
              <a:lnSpc>
                <a:spcPct val="174000"/>
              </a:lnSpc>
              <a:spcBef>
                <a:spcPts val="0"/>
              </a:spcBef>
              <a:spcAft>
                <a:spcPts val="0"/>
              </a:spcAft>
              <a:buNone/>
              <a:defRPr sz="1400">
                <a:solidFill>
                  <a:schemeClr val="lt1"/>
                </a:solidFill>
              </a:defRPr>
            </a:lvl3pPr>
            <a:lvl4pPr lvl="3">
              <a:lnSpc>
                <a:spcPct val="174000"/>
              </a:lnSpc>
              <a:spcBef>
                <a:spcPts val="0"/>
              </a:spcBef>
              <a:spcAft>
                <a:spcPts val="0"/>
              </a:spcAft>
              <a:buNone/>
              <a:defRPr sz="1400">
                <a:solidFill>
                  <a:schemeClr val="lt1"/>
                </a:solidFill>
              </a:defRPr>
            </a:lvl4pPr>
            <a:lvl5pPr lvl="4">
              <a:lnSpc>
                <a:spcPct val="174000"/>
              </a:lnSpc>
              <a:spcBef>
                <a:spcPts val="0"/>
              </a:spcBef>
              <a:spcAft>
                <a:spcPts val="0"/>
              </a:spcAft>
              <a:buNone/>
              <a:defRPr sz="1400">
                <a:solidFill>
                  <a:schemeClr val="lt1"/>
                </a:solidFill>
              </a:defRPr>
            </a:lvl5pPr>
            <a:lvl6pPr lvl="5">
              <a:lnSpc>
                <a:spcPct val="174000"/>
              </a:lnSpc>
              <a:spcBef>
                <a:spcPts val="0"/>
              </a:spcBef>
              <a:spcAft>
                <a:spcPts val="0"/>
              </a:spcAft>
              <a:buNone/>
              <a:defRPr sz="1400">
                <a:solidFill>
                  <a:schemeClr val="lt1"/>
                </a:solidFill>
              </a:defRPr>
            </a:lvl6pPr>
            <a:lvl7pPr lvl="6">
              <a:lnSpc>
                <a:spcPct val="174000"/>
              </a:lnSpc>
              <a:spcBef>
                <a:spcPts val="0"/>
              </a:spcBef>
              <a:spcAft>
                <a:spcPts val="0"/>
              </a:spcAft>
              <a:buNone/>
              <a:defRPr sz="1400">
                <a:solidFill>
                  <a:schemeClr val="lt1"/>
                </a:solidFill>
              </a:defRPr>
            </a:lvl7pPr>
            <a:lvl8pPr lvl="7">
              <a:lnSpc>
                <a:spcPct val="174000"/>
              </a:lnSpc>
              <a:spcBef>
                <a:spcPts val="0"/>
              </a:spcBef>
              <a:spcAft>
                <a:spcPts val="0"/>
              </a:spcAft>
              <a:buNone/>
              <a:defRPr sz="1400">
                <a:solidFill>
                  <a:schemeClr val="lt1"/>
                </a:solidFill>
              </a:defRPr>
            </a:lvl8pPr>
            <a:lvl9pPr lvl="8">
              <a:lnSpc>
                <a:spcPct val="174000"/>
              </a:lnSpc>
              <a:spcBef>
                <a:spcPts val="0"/>
              </a:spcBef>
              <a:spcAft>
                <a:spcPts val="0"/>
              </a:spcAft>
              <a:buNone/>
              <a:defRPr sz="1400">
                <a:solidFill>
                  <a:schemeClr val="lt1"/>
                </a:solidFill>
              </a:defRPr>
            </a:lvl9pPr>
          </a:lstStyle>
          <a:p/>
        </p:txBody>
      </p:sp>
      <p:pic>
        <p:nvPicPr>
          <p:cNvPr id="129" name="Google Shape;129;p12"/>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30" name="Google Shape;130;p1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A">
  <p:cSld name="CUSTOM_2_1_2">
    <p:bg>
      <p:bgPr>
        <a:blipFill>
          <a:blip r:embed="rId2">
            <a:alphaModFix/>
          </a:blip>
          <a:stretch>
            <a:fillRect/>
          </a:stretch>
        </a:blipFill>
      </p:bgPr>
    </p:bg>
    <p:spTree>
      <p:nvGrpSpPr>
        <p:cNvPr id="131" name="Shape 131"/>
        <p:cNvGrpSpPr/>
        <p:nvPr/>
      </p:nvGrpSpPr>
      <p:grpSpPr>
        <a:xfrm>
          <a:off x="0" y="0"/>
          <a:ext cx="0" cy="0"/>
          <a:chOff x="0" y="0"/>
          <a:chExt cx="0" cy="0"/>
        </a:xfrm>
      </p:grpSpPr>
      <p:cxnSp>
        <p:nvCxnSpPr>
          <p:cNvPr id="132" name="Google Shape;132;p1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33" name="Google Shape;133;p1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34" name="Google Shape;134;p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35" name="Google Shape;135;p13"/>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36" name="Google Shape;136;p1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37" name="Google Shape;137;p13"/>
          <p:cNvSpPr txBox="1"/>
          <p:nvPr>
            <p:ph idx="2" type="subTitle"/>
          </p:nvPr>
        </p:nvSpPr>
        <p:spPr>
          <a:xfrm>
            <a:off x="9251450" y="2239588"/>
            <a:ext cx="2124300" cy="31572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rgbClr val="FFFFFF"/>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rgbClr val="FFFFFF"/>
                </a:solidFill>
              </a:defRPr>
            </a:lvl2pPr>
            <a:lvl3pPr lvl="2">
              <a:lnSpc>
                <a:spcPct val="174000"/>
              </a:lnSpc>
              <a:spcBef>
                <a:spcPts val="0"/>
              </a:spcBef>
              <a:spcAft>
                <a:spcPts val="0"/>
              </a:spcAft>
              <a:buNone/>
              <a:defRPr sz="1400">
                <a:solidFill>
                  <a:srgbClr val="FFFFFF"/>
                </a:solidFill>
              </a:defRPr>
            </a:lvl3pPr>
            <a:lvl4pPr lvl="3">
              <a:lnSpc>
                <a:spcPct val="174000"/>
              </a:lnSpc>
              <a:spcBef>
                <a:spcPts val="0"/>
              </a:spcBef>
              <a:spcAft>
                <a:spcPts val="0"/>
              </a:spcAft>
              <a:buNone/>
              <a:defRPr sz="1400">
                <a:solidFill>
                  <a:srgbClr val="FFFFFF"/>
                </a:solidFill>
              </a:defRPr>
            </a:lvl4pPr>
            <a:lvl5pPr lvl="4">
              <a:lnSpc>
                <a:spcPct val="174000"/>
              </a:lnSpc>
              <a:spcBef>
                <a:spcPts val="0"/>
              </a:spcBef>
              <a:spcAft>
                <a:spcPts val="0"/>
              </a:spcAft>
              <a:buNone/>
              <a:defRPr sz="1400">
                <a:solidFill>
                  <a:srgbClr val="FFFFFF"/>
                </a:solidFill>
              </a:defRPr>
            </a:lvl5pPr>
            <a:lvl6pPr lvl="5">
              <a:lnSpc>
                <a:spcPct val="174000"/>
              </a:lnSpc>
              <a:spcBef>
                <a:spcPts val="0"/>
              </a:spcBef>
              <a:spcAft>
                <a:spcPts val="0"/>
              </a:spcAft>
              <a:buNone/>
              <a:defRPr sz="1400">
                <a:solidFill>
                  <a:srgbClr val="FFFFFF"/>
                </a:solidFill>
              </a:defRPr>
            </a:lvl6pPr>
            <a:lvl7pPr lvl="6">
              <a:lnSpc>
                <a:spcPct val="174000"/>
              </a:lnSpc>
              <a:spcBef>
                <a:spcPts val="0"/>
              </a:spcBef>
              <a:spcAft>
                <a:spcPts val="0"/>
              </a:spcAft>
              <a:buNone/>
              <a:defRPr sz="1400">
                <a:solidFill>
                  <a:srgbClr val="FFFFFF"/>
                </a:solidFill>
              </a:defRPr>
            </a:lvl7pPr>
            <a:lvl8pPr lvl="7">
              <a:lnSpc>
                <a:spcPct val="174000"/>
              </a:lnSpc>
              <a:spcBef>
                <a:spcPts val="0"/>
              </a:spcBef>
              <a:spcAft>
                <a:spcPts val="0"/>
              </a:spcAft>
              <a:buNone/>
              <a:defRPr sz="1400">
                <a:solidFill>
                  <a:srgbClr val="FFFFFF"/>
                </a:solidFill>
              </a:defRPr>
            </a:lvl8pPr>
            <a:lvl9pPr lvl="8">
              <a:lnSpc>
                <a:spcPct val="174000"/>
              </a:lnSpc>
              <a:spcBef>
                <a:spcPts val="0"/>
              </a:spcBef>
              <a:spcAft>
                <a:spcPts val="0"/>
              </a:spcAft>
              <a:buNone/>
              <a:defRPr sz="1400">
                <a:solidFill>
                  <a:srgbClr val="FFFFFF"/>
                </a:solidFill>
              </a:defRPr>
            </a:lvl9pPr>
          </a:lstStyle>
          <a:p/>
        </p:txBody>
      </p:sp>
      <p:sp>
        <p:nvSpPr>
          <p:cNvPr id="138" name="Google Shape;138;p13"/>
          <p:cNvSpPr txBox="1"/>
          <p:nvPr>
            <p:ph idx="3"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Clr>
                <a:srgbClr val="FFFFFF"/>
              </a:buClr>
              <a:buSzPts val="1400"/>
              <a:buFont typeface="Red Hat Display Medium"/>
              <a:buNone/>
              <a:defRPr sz="1400">
                <a:solidFill>
                  <a:srgbClr val="FFFFFF"/>
                </a:solidFill>
                <a:latin typeface="Red Hat Display Medium"/>
                <a:ea typeface="Red Hat Display Medium"/>
                <a:cs typeface="Red Hat Display Medium"/>
                <a:sym typeface="Red Hat Display Medium"/>
              </a:defRPr>
            </a:lvl1pPr>
            <a:lvl2pPr lvl="1">
              <a:spcBef>
                <a:spcPts val="0"/>
              </a:spcBef>
              <a:spcAft>
                <a:spcPts val="0"/>
              </a:spcAft>
              <a:buClr>
                <a:srgbClr val="FFFFFF"/>
              </a:buClr>
              <a:buSzPts val="1800"/>
              <a:buNone/>
              <a:defRPr>
                <a:solidFill>
                  <a:srgbClr val="FFFFFF"/>
                </a:solidFill>
              </a:defRPr>
            </a:lvl2pPr>
            <a:lvl3pPr lvl="2">
              <a:spcBef>
                <a:spcPts val="500"/>
              </a:spcBef>
              <a:spcAft>
                <a:spcPts val="0"/>
              </a:spcAft>
              <a:buClr>
                <a:srgbClr val="FFFFFF"/>
              </a:buClr>
              <a:buSzPts val="1800"/>
              <a:buNone/>
              <a:defRPr>
                <a:solidFill>
                  <a:srgbClr val="FFFFFF"/>
                </a:solidFill>
              </a:defRPr>
            </a:lvl3pPr>
            <a:lvl4pPr lvl="3">
              <a:spcBef>
                <a:spcPts val="500"/>
              </a:spcBef>
              <a:spcAft>
                <a:spcPts val="0"/>
              </a:spcAft>
              <a:buClr>
                <a:srgbClr val="FFFFFF"/>
              </a:buClr>
              <a:buSzPts val="1800"/>
              <a:buNone/>
              <a:defRPr>
                <a:solidFill>
                  <a:srgbClr val="FFFFFF"/>
                </a:solidFill>
              </a:defRPr>
            </a:lvl4pPr>
            <a:lvl5pPr lvl="4">
              <a:spcBef>
                <a:spcPts val="500"/>
              </a:spcBef>
              <a:spcAft>
                <a:spcPts val="0"/>
              </a:spcAft>
              <a:buClr>
                <a:srgbClr val="FFFFFF"/>
              </a:buClr>
              <a:buSzPts val="1800"/>
              <a:buNone/>
              <a:defRPr>
                <a:solidFill>
                  <a:srgbClr val="FFFFFF"/>
                </a:solidFill>
              </a:defRPr>
            </a:lvl5pPr>
            <a:lvl6pPr lvl="5">
              <a:spcBef>
                <a:spcPts val="500"/>
              </a:spcBef>
              <a:spcAft>
                <a:spcPts val="0"/>
              </a:spcAft>
              <a:buClr>
                <a:srgbClr val="FFFFFF"/>
              </a:buClr>
              <a:buSzPts val="1800"/>
              <a:buNone/>
              <a:defRPr>
                <a:solidFill>
                  <a:srgbClr val="FFFFFF"/>
                </a:solidFill>
              </a:defRPr>
            </a:lvl6pPr>
            <a:lvl7pPr lvl="6">
              <a:spcBef>
                <a:spcPts val="500"/>
              </a:spcBef>
              <a:spcAft>
                <a:spcPts val="0"/>
              </a:spcAft>
              <a:buClr>
                <a:srgbClr val="FFFFFF"/>
              </a:buClr>
              <a:buSzPts val="1800"/>
              <a:buNone/>
              <a:defRPr>
                <a:solidFill>
                  <a:srgbClr val="FFFFFF"/>
                </a:solidFill>
              </a:defRPr>
            </a:lvl7pPr>
            <a:lvl8pPr lvl="7">
              <a:spcBef>
                <a:spcPts val="500"/>
              </a:spcBef>
              <a:spcAft>
                <a:spcPts val="0"/>
              </a:spcAft>
              <a:buClr>
                <a:srgbClr val="FFFFFF"/>
              </a:buClr>
              <a:buSzPts val="1800"/>
              <a:buNone/>
              <a:defRPr>
                <a:solidFill>
                  <a:srgbClr val="FFFFFF"/>
                </a:solidFill>
              </a:defRPr>
            </a:lvl8pPr>
            <a:lvl9pPr lvl="8">
              <a:spcBef>
                <a:spcPts val="500"/>
              </a:spcBef>
              <a:spcAft>
                <a:spcPts val="500"/>
              </a:spcAft>
              <a:buClr>
                <a:srgbClr val="FFFFFF"/>
              </a:buClr>
              <a:buSzPts val="1800"/>
              <a:buNone/>
              <a:defRPr>
                <a:solidFill>
                  <a:srgbClr val="FFFFFF"/>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139" name="Shape 139"/>
        <p:cNvGrpSpPr/>
        <p:nvPr/>
      </p:nvGrpSpPr>
      <p:grpSpPr>
        <a:xfrm>
          <a:off x="0" y="0"/>
          <a:ext cx="0" cy="0"/>
          <a:chOff x="0" y="0"/>
          <a:chExt cx="0" cy="0"/>
        </a:xfrm>
      </p:grpSpPr>
      <p:sp>
        <p:nvSpPr>
          <p:cNvPr id="140" name="Google Shape;140;p14"/>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41" name="Google Shape;141;p1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42" name="Google Shape;142;p1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43" name="Google Shape;143;p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44" name="Google Shape;144;p14"/>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74000"/>
              </a:lnSpc>
              <a:spcBef>
                <a:spcPts val="0"/>
              </a:spcBef>
              <a:spcAft>
                <a:spcPts val="0"/>
              </a:spcAft>
              <a:buNone/>
              <a:defRPr sz="1400">
                <a:solidFill>
                  <a:srgbClr val="EBEBEB"/>
                </a:solidFill>
              </a:defRPr>
            </a:lvl1pPr>
            <a:lvl2pPr lvl="1">
              <a:lnSpc>
                <a:spcPct val="174000"/>
              </a:lnSpc>
              <a:spcBef>
                <a:spcPts val="0"/>
              </a:spcBef>
              <a:spcAft>
                <a:spcPts val="0"/>
              </a:spcAft>
              <a:buNone/>
              <a:defRPr sz="1400">
                <a:solidFill>
                  <a:srgbClr val="EBEBEB"/>
                </a:solidFill>
              </a:defRPr>
            </a:lvl2pPr>
            <a:lvl3pPr lvl="2">
              <a:lnSpc>
                <a:spcPct val="174000"/>
              </a:lnSpc>
              <a:spcBef>
                <a:spcPts val="0"/>
              </a:spcBef>
              <a:spcAft>
                <a:spcPts val="0"/>
              </a:spcAft>
              <a:buNone/>
              <a:defRPr sz="1400">
                <a:solidFill>
                  <a:srgbClr val="EBEBEB"/>
                </a:solidFill>
              </a:defRPr>
            </a:lvl3pPr>
            <a:lvl4pPr lvl="3">
              <a:lnSpc>
                <a:spcPct val="174000"/>
              </a:lnSpc>
              <a:spcBef>
                <a:spcPts val="0"/>
              </a:spcBef>
              <a:spcAft>
                <a:spcPts val="0"/>
              </a:spcAft>
              <a:buNone/>
              <a:defRPr sz="1400">
                <a:solidFill>
                  <a:srgbClr val="EBEBEB"/>
                </a:solidFill>
              </a:defRPr>
            </a:lvl4pPr>
            <a:lvl5pPr lvl="4">
              <a:lnSpc>
                <a:spcPct val="174000"/>
              </a:lnSpc>
              <a:spcBef>
                <a:spcPts val="0"/>
              </a:spcBef>
              <a:spcAft>
                <a:spcPts val="0"/>
              </a:spcAft>
              <a:buNone/>
              <a:defRPr sz="1400">
                <a:solidFill>
                  <a:srgbClr val="EBEBEB"/>
                </a:solidFill>
              </a:defRPr>
            </a:lvl5pPr>
            <a:lvl6pPr lvl="5">
              <a:lnSpc>
                <a:spcPct val="174000"/>
              </a:lnSpc>
              <a:spcBef>
                <a:spcPts val="0"/>
              </a:spcBef>
              <a:spcAft>
                <a:spcPts val="0"/>
              </a:spcAft>
              <a:buNone/>
              <a:defRPr sz="1400">
                <a:solidFill>
                  <a:srgbClr val="EBEBEB"/>
                </a:solidFill>
              </a:defRPr>
            </a:lvl6pPr>
            <a:lvl7pPr lvl="6">
              <a:lnSpc>
                <a:spcPct val="174000"/>
              </a:lnSpc>
              <a:spcBef>
                <a:spcPts val="0"/>
              </a:spcBef>
              <a:spcAft>
                <a:spcPts val="0"/>
              </a:spcAft>
              <a:buNone/>
              <a:defRPr sz="1400">
                <a:solidFill>
                  <a:srgbClr val="EBEBEB"/>
                </a:solidFill>
              </a:defRPr>
            </a:lvl7pPr>
            <a:lvl8pPr lvl="7">
              <a:lnSpc>
                <a:spcPct val="174000"/>
              </a:lnSpc>
              <a:spcBef>
                <a:spcPts val="0"/>
              </a:spcBef>
              <a:spcAft>
                <a:spcPts val="0"/>
              </a:spcAft>
              <a:buNone/>
              <a:defRPr sz="1400">
                <a:solidFill>
                  <a:srgbClr val="EBEBEB"/>
                </a:solidFill>
              </a:defRPr>
            </a:lvl8pPr>
            <a:lvl9pPr lvl="8">
              <a:lnSpc>
                <a:spcPct val="174000"/>
              </a:lnSpc>
              <a:spcBef>
                <a:spcPts val="0"/>
              </a:spcBef>
              <a:spcAft>
                <a:spcPts val="0"/>
              </a:spcAft>
              <a:buNone/>
              <a:defRPr sz="1400">
                <a:solidFill>
                  <a:srgbClr val="EBEBEB"/>
                </a:solidFill>
              </a:defRPr>
            </a:lvl9pPr>
          </a:lstStyle>
          <a:p/>
        </p:txBody>
      </p:sp>
      <p:pic>
        <p:nvPicPr>
          <p:cNvPr id="145" name="Google Shape;145;p14"/>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46" name="Google Shape;146;p14"/>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dk1"/>
                </a:solidFill>
              </a:defRPr>
            </a:lvl2pPr>
            <a:lvl3pPr lvl="2">
              <a:lnSpc>
                <a:spcPct val="174000"/>
              </a:lnSpc>
              <a:spcBef>
                <a:spcPts val="0"/>
              </a:spcBef>
              <a:spcAft>
                <a:spcPts val="0"/>
              </a:spcAft>
              <a:buNone/>
              <a:defRPr sz="1400">
                <a:solidFill>
                  <a:schemeClr val="dk1"/>
                </a:solidFill>
              </a:defRPr>
            </a:lvl3pPr>
            <a:lvl4pPr lvl="3">
              <a:lnSpc>
                <a:spcPct val="174000"/>
              </a:lnSpc>
              <a:spcBef>
                <a:spcPts val="0"/>
              </a:spcBef>
              <a:spcAft>
                <a:spcPts val="0"/>
              </a:spcAft>
              <a:buNone/>
              <a:defRPr sz="1400">
                <a:solidFill>
                  <a:schemeClr val="dk1"/>
                </a:solidFill>
              </a:defRPr>
            </a:lvl4pPr>
            <a:lvl5pPr lvl="4">
              <a:lnSpc>
                <a:spcPct val="174000"/>
              </a:lnSpc>
              <a:spcBef>
                <a:spcPts val="0"/>
              </a:spcBef>
              <a:spcAft>
                <a:spcPts val="0"/>
              </a:spcAft>
              <a:buNone/>
              <a:defRPr sz="1400">
                <a:solidFill>
                  <a:schemeClr val="dk1"/>
                </a:solidFill>
              </a:defRPr>
            </a:lvl5pPr>
            <a:lvl6pPr lvl="5">
              <a:lnSpc>
                <a:spcPct val="174000"/>
              </a:lnSpc>
              <a:spcBef>
                <a:spcPts val="0"/>
              </a:spcBef>
              <a:spcAft>
                <a:spcPts val="0"/>
              </a:spcAft>
              <a:buNone/>
              <a:defRPr sz="1400">
                <a:solidFill>
                  <a:schemeClr val="dk1"/>
                </a:solidFill>
              </a:defRPr>
            </a:lvl6pPr>
            <a:lvl7pPr lvl="6">
              <a:lnSpc>
                <a:spcPct val="174000"/>
              </a:lnSpc>
              <a:spcBef>
                <a:spcPts val="0"/>
              </a:spcBef>
              <a:spcAft>
                <a:spcPts val="0"/>
              </a:spcAft>
              <a:buNone/>
              <a:defRPr sz="1400">
                <a:solidFill>
                  <a:schemeClr val="dk1"/>
                </a:solidFill>
              </a:defRPr>
            </a:lvl7pPr>
            <a:lvl8pPr lvl="7">
              <a:lnSpc>
                <a:spcPct val="174000"/>
              </a:lnSpc>
              <a:spcBef>
                <a:spcPts val="0"/>
              </a:spcBef>
              <a:spcAft>
                <a:spcPts val="0"/>
              </a:spcAft>
              <a:buNone/>
              <a:defRPr sz="1400">
                <a:solidFill>
                  <a:schemeClr val="dk1"/>
                </a:solidFill>
              </a:defRPr>
            </a:lvl8pPr>
            <a:lvl9pPr lvl="8">
              <a:lnSpc>
                <a:spcPct val="174000"/>
              </a:lnSpc>
              <a:spcBef>
                <a:spcPts val="0"/>
              </a:spcBef>
              <a:spcAft>
                <a:spcPts val="0"/>
              </a:spcAft>
              <a:buNone/>
              <a:defRPr sz="1400">
                <a:solidFill>
                  <a:schemeClr val="dk1"/>
                </a:solidFill>
              </a:defRPr>
            </a:lvl9pPr>
          </a:lstStyle>
          <a:p/>
        </p:txBody>
      </p:sp>
      <p:sp>
        <p:nvSpPr>
          <p:cNvPr id="147" name="Google Shape;147;p1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148" name="Shape 148"/>
        <p:cNvGrpSpPr/>
        <p:nvPr/>
      </p:nvGrpSpPr>
      <p:grpSpPr>
        <a:xfrm>
          <a:off x="0" y="0"/>
          <a:ext cx="0" cy="0"/>
          <a:chOff x="0" y="0"/>
          <a:chExt cx="0" cy="0"/>
        </a:xfrm>
      </p:grpSpPr>
      <p:sp>
        <p:nvSpPr>
          <p:cNvPr id="149" name="Google Shape;149;p15"/>
          <p:cNvSpPr txBox="1"/>
          <p:nvPr>
            <p:ph idx="1" type="subTitle"/>
          </p:nvPr>
        </p:nvSpPr>
        <p:spPr>
          <a:xfrm>
            <a:off x="9251450" y="2239588"/>
            <a:ext cx="2124300" cy="31572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dk1"/>
                </a:solidFill>
              </a:defRPr>
            </a:lvl2pPr>
            <a:lvl3pPr lvl="2">
              <a:lnSpc>
                <a:spcPct val="174000"/>
              </a:lnSpc>
              <a:spcBef>
                <a:spcPts val="0"/>
              </a:spcBef>
              <a:spcAft>
                <a:spcPts val="0"/>
              </a:spcAft>
              <a:buNone/>
              <a:defRPr sz="1400">
                <a:solidFill>
                  <a:schemeClr val="dk1"/>
                </a:solidFill>
              </a:defRPr>
            </a:lvl3pPr>
            <a:lvl4pPr lvl="3">
              <a:lnSpc>
                <a:spcPct val="174000"/>
              </a:lnSpc>
              <a:spcBef>
                <a:spcPts val="0"/>
              </a:spcBef>
              <a:spcAft>
                <a:spcPts val="0"/>
              </a:spcAft>
              <a:buNone/>
              <a:defRPr sz="1400">
                <a:solidFill>
                  <a:schemeClr val="dk1"/>
                </a:solidFill>
              </a:defRPr>
            </a:lvl4pPr>
            <a:lvl5pPr lvl="4">
              <a:lnSpc>
                <a:spcPct val="174000"/>
              </a:lnSpc>
              <a:spcBef>
                <a:spcPts val="0"/>
              </a:spcBef>
              <a:spcAft>
                <a:spcPts val="0"/>
              </a:spcAft>
              <a:buNone/>
              <a:defRPr sz="1400">
                <a:solidFill>
                  <a:schemeClr val="dk1"/>
                </a:solidFill>
              </a:defRPr>
            </a:lvl5pPr>
            <a:lvl6pPr lvl="5">
              <a:lnSpc>
                <a:spcPct val="174000"/>
              </a:lnSpc>
              <a:spcBef>
                <a:spcPts val="0"/>
              </a:spcBef>
              <a:spcAft>
                <a:spcPts val="0"/>
              </a:spcAft>
              <a:buNone/>
              <a:defRPr sz="1400">
                <a:solidFill>
                  <a:schemeClr val="dk1"/>
                </a:solidFill>
              </a:defRPr>
            </a:lvl6pPr>
            <a:lvl7pPr lvl="6">
              <a:lnSpc>
                <a:spcPct val="174000"/>
              </a:lnSpc>
              <a:spcBef>
                <a:spcPts val="0"/>
              </a:spcBef>
              <a:spcAft>
                <a:spcPts val="0"/>
              </a:spcAft>
              <a:buNone/>
              <a:defRPr sz="1400">
                <a:solidFill>
                  <a:schemeClr val="dk1"/>
                </a:solidFill>
              </a:defRPr>
            </a:lvl7pPr>
            <a:lvl8pPr lvl="7">
              <a:lnSpc>
                <a:spcPct val="174000"/>
              </a:lnSpc>
              <a:spcBef>
                <a:spcPts val="0"/>
              </a:spcBef>
              <a:spcAft>
                <a:spcPts val="0"/>
              </a:spcAft>
              <a:buNone/>
              <a:defRPr sz="1400">
                <a:solidFill>
                  <a:schemeClr val="dk1"/>
                </a:solidFill>
              </a:defRPr>
            </a:lvl8pPr>
            <a:lvl9pPr lvl="8">
              <a:lnSpc>
                <a:spcPct val="174000"/>
              </a:lnSpc>
              <a:spcBef>
                <a:spcPts val="0"/>
              </a:spcBef>
              <a:spcAft>
                <a:spcPts val="0"/>
              </a:spcAft>
              <a:buNone/>
              <a:defRPr sz="1400">
                <a:solidFill>
                  <a:schemeClr val="dk1"/>
                </a:solidFill>
              </a:defRPr>
            </a:lvl9pPr>
          </a:lstStyle>
          <a:p/>
        </p:txBody>
      </p:sp>
      <p:sp>
        <p:nvSpPr>
          <p:cNvPr id="150" name="Google Shape;150;p15"/>
          <p:cNvSpPr txBox="1"/>
          <p:nvPr>
            <p:ph idx="2"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SzPts val="1400"/>
              <a:buFont typeface="Red Hat Display Medium"/>
              <a:buNone/>
              <a:defRPr sz="1400">
                <a:latin typeface="Red Hat Display Medium"/>
                <a:ea typeface="Red Hat Display Medium"/>
                <a:cs typeface="Red Hat Display Medium"/>
                <a:sym typeface="Red Hat Display Medium"/>
              </a:defRPr>
            </a:lvl1pPr>
            <a:lvl2pPr lvl="1">
              <a:spcBef>
                <a:spcPts val="0"/>
              </a:spcBef>
              <a:spcAft>
                <a:spcPts val="0"/>
              </a:spcAft>
              <a:buSzPts val="1800"/>
              <a:buNone/>
              <a:defRPr/>
            </a:lvl2pPr>
            <a:lvl3pPr lvl="2">
              <a:spcBef>
                <a:spcPts val="500"/>
              </a:spcBef>
              <a:spcAft>
                <a:spcPts val="0"/>
              </a:spcAft>
              <a:buSzPts val="1800"/>
              <a:buNone/>
              <a:defRPr/>
            </a:lvl3pPr>
            <a:lvl4pPr lvl="3">
              <a:spcBef>
                <a:spcPts val="500"/>
              </a:spcBef>
              <a:spcAft>
                <a:spcPts val="0"/>
              </a:spcAft>
              <a:buSzPts val="1800"/>
              <a:buNone/>
              <a:defRPr/>
            </a:lvl4pPr>
            <a:lvl5pPr lvl="4">
              <a:spcBef>
                <a:spcPts val="500"/>
              </a:spcBef>
              <a:spcAft>
                <a:spcPts val="0"/>
              </a:spcAft>
              <a:buSzPts val="1800"/>
              <a:buNone/>
              <a:defRPr/>
            </a:lvl5pPr>
            <a:lvl6pPr lvl="5">
              <a:spcBef>
                <a:spcPts val="500"/>
              </a:spcBef>
              <a:spcAft>
                <a:spcPts val="0"/>
              </a:spcAft>
              <a:buSzPts val="1800"/>
              <a:buNone/>
              <a:defRPr/>
            </a:lvl6pPr>
            <a:lvl7pPr lvl="6">
              <a:spcBef>
                <a:spcPts val="500"/>
              </a:spcBef>
              <a:spcAft>
                <a:spcPts val="0"/>
              </a:spcAft>
              <a:buSzPts val="1800"/>
              <a:buNone/>
              <a:defRPr/>
            </a:lvl7pPr>
            <a:lvl8pPr lvl="7">
              <a:spcBef>
                <a:spcPts val="500"/>
              </a:spcBef>
              <a:spcAft>
                <a:spcPts val="0"/>
              </a:spcAft>
              <a:buSzPts val="1800"/>
              <a:buNone/>
              <a:defRPr/>
            </a:lvl8pPr>
            <a:lvl9pPr lvl="8">
              <a:spcBef>
                <a:spcPts val="500"/>
              </a:spcBef>
              <a:spcAft>
                <a:spcPts val="500"/>
              </a:spcAft>
              <a:buSzPts val="1800"/>
              <a:buNone/>
              <a:defRPr/>
            </a:lvl9pPr>
          </a:lstStyle>
          <a:p/>
        </p:txBody>
      </p:sp>
      <p:cxnSp>
        <p:nvCxnSpPr>
          <p:cNvPr id="151" name="Google Shape;151;p1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52" name="Google Shape;152;p1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53" name="Google Shape;153;p1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54" name="Google Shape;154;p15"/>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55" name="Google Shape;155;p1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accent1"/>
                </a:solidFill>
              </a:defRPr>
            </a:lvl1pPr>
            <a:lvl2pPr lvl="1">
              <a:lnSpc>
                <a:spcPct val="100000"/>
              </a:lnSpc>
              <a:spcBef>
                <a:spcPts val="0"/>
              </a:spcBef>
              <a:spcAft>
                <a:spcPts val="0"/>
              </a:spcAft>
              <a:buNone/>
              <a:defRPr sz="5400">
                <a:solidFill>
                  <a:schemeClr val="accent1"/>
                </a:solidFill>
              </a:defRPr>
            </a:lvl2pPr>
            <a:lvl3pPr lvl="2">
              <a:lnSpc>
                <a:spcPct val="100000"/>
              </a:lnSpc>
              <a:spcBef>
                <a:spcPts val="0"/>
              </a:spcBef>
              <a:spcAft>
                <a:spcPts val="0"/>
              </a:spcAft>
              <a:buNone/>
              <a:defRPr sz="5400">
                <a:solidFill>
                  <a:schemeClr val="accent1"/>
                </a:solidFill>
              </a:defRPr>
            </a:lvl3pPr>
            <a:lvl4pPr lvl="3">
              <a:lnSpc>
                <a:spcPct val="100000"/>
              </a:lnSpc>
              <a:spcBef>
                <a:spcPts val="0"/>
              </a:spcBef>
              <a:spcAft>
                <a:spcPts val="0"/>
              </a:spcAft>
              <a:buNone/>
              <a:defRPr sz="5400">
                <a:solidFill>
                  <a:schemeClr val="accent1"/>
                </a:solidFill>
              </a:defRPr>
            </a:lvl4pPr>
            <a:lvl5pPr lvl="4">
              <a:lnSpc>
                <a:spcPct val="100000"/>
              </a:lnSpc>
              <a:spcBef>
                <a:spcPts val="0"/>
              </a:spcBef>
              <a:spcAft>
                <a:spcPts val="0"/>
              </a:spcAft>
              <a:buNone/>
              <a:defRPr sz="5400">
                <a:solidFill>
                  <a:schemeClr val="accent1"/>
                </a:solidFill>
              </a:defRPr>
            </a:lvl5pPr>
            <a:lvl6pPr lvl="5">
              <a:lnSpc>
                <a:spcPct val="100000"/>
              </a:lnSpc>
              <a:spcBef>
                <a:spcPts val="0"/>
              </a:spcBef>
              <a:spcAft>
                <a:spcPts val="0"/>
              </a:spcAft>
              <a:buNone/>
              <a:defRPr sz="5400">
                <a:solidFill>
                  <a:schemeClr val="accent1"/>
                </a:solidFill>
              </a:defRPr>
            </a:lvl6pPr>
            <a:lvl7pPr lvl="6">
              <a:lnSpc>
                <a:spcPct val="100000"/>
              </a:lnSpc>
              <a:spcBef>
                <a:spcPts val="0"/>
              </a:spcBef>
              <a:spcAft>
                <a:spcPts val="0"/>
              </a:spcAft>
              <a:buNone/>
              <a:defRPr sz="5400">
                <a:solidFill>
                  <a:schemeClr val="accent1"/>
                </a:solidFill>
              </a:defRPr>
            </a:lvl7pPr>
            <a:lvl8pPr lvl="7">
              <a:lnSpc>
                <a:spcPct val="100000"/>
              </a:lnSpc>
              <a:spcBef>
                <a:spcPts val="0"/>
              </a:spcBef>
              <a:spcAft>
                <a:spcPts val="0"/>
              </a:spcAft>
              <a:buNone/>
              <a:defRPr sz="5400">
                <a:solidFill>
                  <a:schemeClr val="accent1"/>
                </a:solidFill>
              </a:defRPr>
            </a:lvl8pPr>
            <a:lvl9pPr lvl="8">
              <a:lnSpc>
                <a:spcPct val="100000"/>
              </a:lnSpc>
              <a:spcBef>
                <a:spcPts val="0"/>
              </a:spcBef>
              <a:spcAft>
                <a:spcPts val="0"/>
              </a:spcAft>
              <a:buNone/>
              <a:defRPr sz="5400">
                <a:solidFill>
                  <a:schemeClr val="accent1"/>
                </a:solidFill>
              </a:defRPr>
            </a:lvl9pPr>
          </a:lstStyle>
          <a:p/>
        </p:txBody>
      </p:sp>
      <p:cxnSp>
        <p:nvCxnSpPr>
          <p:cNvPr id="158" name="Google Shape;158;p1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59" name="Google Shape;159;p16"/>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60" name="Google Shape;160;p16"/>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61" name="Google Shape;161;p16"/>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62" name="Google Shape;162;p1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3" name="Google Shape;163;p16"/>
          <p:cNvPicPr preferRelativeResize="0"/>
          <p:nvPr/>
        </p:nvPicPr>
        <p:blipFill rotWithShape="1">
          <a:blip r:embed="rId4">
            <a:alphaModFix/>
          </a:blip>
          <a:srcRect b="0" l="50787" r="11711" t="0"/>
          <a:stretch/>
        </p:blipFill>
        <p:spPr>
          <a:xfrm>
            <a:off x="8215045" y="436200"/>
            <a:ext cx="3976960" cy="59652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1">
  <p:cSld name="CUSTOM_3_2">
    <p:bg>
      <p:bgPr>
        <a:blipFill>
          <a:blip r:embed="rId2">
            <a:alphaModFix/>
          </a:blip>
          <a:stretch>
            <a:fillRect/>
          </a:stretch>
        </a:blipFill>
      </p:bgPr>
    </p:bg>
    <p:spTree>
      <p:nvGrpSpPr>
        <p:cNvPr id="164" name="Shape 164"/>
        <p:cNvGrpSpPr/>
        <p:nvPr/>
      </p:nvGrpSpPr>
      <p:grpSpPr>
        <a:xfrm>
          <a:off x="0" y="0"/>
          <a:ext cx="0" cy="0"/>
          <a:chOff x="0" y="0"/>
          <a:chExt cx="0" cy="0"/>
        </a:xfrm>
      </p:grpSpPr>
      <p:sp>
        <p:nvSpPr>
          <p:cNvPr id="165" name="Google Shape;165;p17"/>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accent1"/>
                </a:solidFill>
              </a:defRPr>
            </a:lvl1pPr>
            <a:lvl2pPr lvl="1">
              <a:lnSpc>
                <a:spcPct val="100000"/>
              </a:lnSpc>
              <a:spcBef>
                <a:spcPts val="0"/>
              </a:spcBef>
              <a:spcAft>
                <a:spcPts val="0"/>
              </a:spcAft>
              <a:buNone/>
              <a:defRPr sz="5400">
                <a:solidFill>
                  <a:schemeClr val="accent1"/>
                </a:solidFill>
              </a:defRPr>
            </a:lvl2pPr>
            <a:lvl3pPr lvl="2">
              <a:lnSpc>
                <a:spcPct val="100000"/>
              </a:lnSpc>
              <a:spcBef>
                <a:spcPts val="0"/>
              </a:spcBef>
              <a:spcAft>
                <a:spcPts val="0"/>
              </a:spcAft>
              <a:buNone/>
              <a:defRPr sz="5400">
                <a:solidFill>
                  <a:schemeClr val="accent1"/>
                </a:solidFill>
              </a:defRPr>
            </a:lvl3pPr>
            <a:lvl4pPr lvl="3">
              <a:lnSpc>
                <a:spcPct val="100000"/>
              </a:lnSpc>
              <a:spcBef>
                <a:spcPts val="0"/>
              </a:spcBef>
              <a:spcAft>
                <a:spcPts val="0"/>
              </a:spcAft>
              <a:buNone/>
              <a:defRPr sz="5400">
                <a:solidFill>
                  <a:schemeClr val="accent1"/>
                </a:solidFill>
              </a:defRPr>
            </a:lvl4pPr>
            <a:lvl5pPr lvl="4">
              <a:lnSpc>
                <a:spcPct val="100000"/>
              </a:lnSpc>
              <a:spcBef>
                <a:spcPts val="0"/>
              </a:spcBef>
              <a:spcAft>
                <a:spcPts val="0"/>
              </a:spcAft>
              <a:buNone/>
              <a:defRPr sz="5400">
                <a:solidFill>
                  <a:schemeClr val="accent1"/>
                </a:solidFill>
              </a:defRPr>
            </a:lvl5pPr>
            <a:lvl6pPr lvl="5">
              <a:lnSpc>
                <a:spcPct val="100000"/>
              </a:lnSpc>
              <a:spcBef>
                <a:spcPts val="0"/>
              </a:spcBef>
              <a:spcAft>
                <a:spcPts val="0"/>
              </a:spcAft>
              <a:buNone/>
              <a:defRPr sz="5400">
                <a:solidFill>
                  <a:schemeClr val="accent1"/>
                </a:solidFill>
              </a:defRPr>
            </a:lvl6pPr>
            <a:lvl7pPr lvl="6">
              <a:lnSpc>
                <a:spcPct val="100000"/>
              </a:lnSpc>
              <a:spcBef>
                <a:spcPts val="0"/>
              </a:spcBef>
              <a:spcAft>
                <a:spcPts val="0"/>
              </a:spcAft>
              <a:buNone/>
              <a:defRPr sz="5400">
                <a:solidFill>
                  <a:schemeClr val="accent1"/>
                </a:solidFill>
              </a:defRPr>
            </a:lvl7pPr>
            <a:lvl8pPr lvl="7">
              <a:lnSpc>
                <a:spcPct val="100000"/>
              </a:lnSpc>
              <a:spcBef>
                <a:spcPts val="0"/>
              </a:spcBef>
              <a:spcAft>
                <a:spcPts val="0"/>
              </a:spcAft>
              <a:buNone/>
              <a:defRPr sz="5400">
                <a:solidFill>
                  <a:schemeClr val="accent1"/>
                </a:solidFill>
              </a:defRPr>
            </a:lvl8pPr>
            <a:lvl9pPr lvl="8">
              <a:lnSpc>
                <a:spcPct val="100000"/>
              </a:lnSpc>
              <a:spcBef>
                <a:spcPts val="0"/>
              </a:spcBef>
              <a:spcAft>
                <a:spcPts val="0"/>
              </a:spcAft>
              <a:buNone/>
              <a:defRPr sz="5400">
                <a:solidFill>
                  <a:schemeClr val="accent1"/>
                </a:solidFill>
              </a:defRPr>
            </a:lvl9pPr>
          </a:lstStyle>
          <a:p/>
        </p:txBody>
      </p:sp>
      <p:cxnSp>
        <p:nvCxnSpPr>
          <p:cNvPr id="166" name="Google Shape;166;p1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7" name="Google Shape;167;p1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68" name="Google Shape;168;p17"/>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69" name="Google Shape;169;p17"/>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70" name="Google Shape;170;p1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18"/>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73" name="Google Shape;173;p18"/>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174" name="Google Shape;174;p18"/>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75" name="Google Shape;175;p18"/>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176" name="Google Shape;176;p18"/>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177" name="Google Shape;177;p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78" name="Google Shape;178;p1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179" name="Shape 179"/>
        <p:cNvGrpSpPr/>
        <p:nvPr/>
      </p:nvGrpSpPr>
      <p:grpSpPr>
        <a:xfrm>
          <a:off x="0" y="0"/>
          <a:ext cx="0" cy="0"/>
          <a:chOff x="0" y="0"/>
          <a:chExt cx="0" cy="0"/>
        </a:xfrm>
      </p:grpSpPr>
      <p:pic>
        <p:nvPicPr>
          <p:cNvPr id="180" name="Google Shape;180;p19"/>
          <p:cNvPicPr preferRelativeResize="0"/>
          <p:nvPr/>
        </p:nvPicPr>
        <p:blipFill>
          <a:blip r:embed="rId3">
            <a:alphaModFix/>
          </a:blip>
          <a:stretch>
            <a:fillRect/>
          </a:stretch>
        </p:blipFill>
        <p:spPr>
          <a:xfrm>
            <a:off x="872058" y="0"/>
            <a:ext cx="3653358" cy="6857999"/>
          </a:xfrm>
          <a:prstGeom prst="rect">
            <a:avLst/>
          </a:prstGeom>
          <a:noFill/>
          <a:ln>
            <a:noFill/>
          </a:ln>
        </p:spPr>
      </p:pic>
      <p:sp>
        <p:nvSpPr>
          <p:cNvPr id="181" name="Google Shape;181;p19"/>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82" name="Google Shape;182;p1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83" name="Google Shape;183;p19"/>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84" name="Google Shape;184;p19"/>
          <p:cNvPicPr preferRelativeResize="0"/>
          <p:nvPr/>
        </p:nvPicPr>
        <p:blipFill>
          <a:blip r:embed="rId4">
            <a:alphaModFix/>
          </a:blip>
          <a:stretch>
            <a:fillRect/>
          </a:stretch>
        </p:blipFill>
        <p:spPr>
          <a:xfrm>
            <a:off x="10711279" y="6312505"/>
            <a:ext cx="975850" cy="229612"/>
          </a:xfrm>
          <a:prstGeom prst="rect">
            <a:avLst/>
          </a:prstGeom>
          <a:noFill/>
          <a:ln>
            <a:noFill/>
          </a:ln>
        </p:spPr>
      </p:pic>
      <p:sp>
        <p:nvSpPr>
          <p:cNvPr id="185" name="Google Shape;185;p1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1">
  <p:cSld name="CUSTOM_3_1_1_1">
    <p:bg>
      <p:bgPr>
        <a:blipFill>
          <a:blip r:embed="rId2">
            <a:alphaModFix/>
          </a:blip>
          <a:stretch>
            <a:fillRect/>
          </a:stretch>
        </a:blipFill>
      </p:bgPr>
    </p:bg>
    <p:spTree>
      <p:nvGrpSpPr>
        <p:cNvPr id="186" name="Shape 186"/>
        <p:cNvGrpSpPr/>
        <p:nvPr/>
      </p:nvGrpSpPr>
      <p:grpSpPr>
        <a:xfrm>
          <a:off x="0" y="0"/>
          <a:ext cx="0" cy="0"/>
          <a:chOff x="0" y="0"/>
          <a:chExt cx="0" cy="0"/>
        </a:xfrm>
      </p:grpSpPr>
      <p:pic>
        <p:nvPicPr>
          <p:cNvPr id="187" name="Google Shape;187;p20"/>
          <p:cNvPicPr preferRelativeResize="0"/>
          <p:nvPr/>
        </p:nvPicPr>
        <p:blipFill>
          <a:blip r:embed="rId3">
            <a:alphaModFix/>
          </a:blip>
          <a:stretch>
            <a:fillRect/>
          </a:stretch>
        </p:blipFill>
        <p:spPr>
          <a:xfrm>
            <a:off x="872058" y="0"/>
            <a:ext cx="3653358" cy="6857999"/>
          </a:xfrm>
          <a:prstGeom prst="rect">
            <a:avLst/>
          </a:prstGeom>
          <a:noFill/>
          <a:ln>
            <a:noFill/>
          </a:ln>
        </p:spPr>
      </p:pic>
      <p:sp>
        <p:nvSpPr>
          <p:cNvPr id="188" name="Google Shape;188;p20"/>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89" name="Google Shape;189;p20"/>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90" name="Google Shape;190;p20"/>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91" name="Google Shape;191;p20"/>
          <p:cNvPicPr preferRelativeResize="0"/>
          <p:nvPr/>
        </p:nvPicPr>
        <p:blipFill>
          <a:blip r:embed="rId4">
            <a:alphaModFix/>
          </a:blip>
          <a:stretch>
            <a:fillRect/>
          </a:stretch>
        </p:blipFill>
        <p:spPr>
          <a:xfrm>
            <a:off x="10711279" y="6312505"/>
            <a:ext cx="975850" cy="229612"/>
          </a:xfrm>
          <a:prstGeom prst="rect">
            <a:avLst/>
          </a:prstGeom>
          <a:noFill/>
          <a:ln>
            <a:noFill/>
          </a:ln>
        </p:spPr>
      </p:pic>
      <p:sp>
        <p:nvSpPr>
          <p:cNvPr id="192" name="Google Shape;192;p2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193" name="Shape 193"/>
        <p:cNvGrpSpPr/>
        <p:nvPr/>
      </p:nvGrpSpPr>
      <p:grpSpPr>
        <a:xfrm>
          <a:off x="0" y="0"/>
          <a:ext cx="0" cy="0"/>
          <a:chOff x="0" y="0"/>
          <a:chExt cx="0" cy="0"/>
        </a:xfrm>
      </p:grpSpPr>
      <p:sp>
        <p:nvSpPr>
          <p:cNvPr id="194" name="Google Shape;194;p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95" name="Google Shape;195;p2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6" name="Google Shape;196;p2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7" name="Google Shape;197;p2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8" name="Google Shape;198;p2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99" name="Google Shape;199;p2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00" name="Google Shape;200;p2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01" name="Google Shape;201;p21"/>
          <p:cNvSpPr txBox="1"/>
          <p:nvPr>
            <p:ph idx="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202" name="Shape 202"/>
        <p:cNvGrpSpPr/>
        <p:nvPr/>
      </p:nvGrpSpPr>
      <p:grpSpPr>
        <a:xfrm>
          <a:off x="0" y="0"/>
          <a:ext cx="0" cy="0"/>
          <a:chOff x="0" y="0"/>
          <a:chExt cx="0" cy="0"/>
        </a:xfrm>
      </p:grpSpPr>
      <p:sp>
        <p:nvSpPr>
          <p:cNvPr id="203" name="Google Shape;203;p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204" name="Google Shape;204;p2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05" name="Google Shape;205;p2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06" name="Google Shape;206;p2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7" name="Google Shape;207;p2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08" name="Google Shape;208;p2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09" name="Google Shape;209;p22"/>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2"/>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
          <p:cNvSpPr txBox="1"/>
          <p:nvPr>
            <p:ph idx="3"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5" name="Google Shape;215;p22"/>
          <p:cNvSpPr txBox="1"/>
          <p:nvPr>
            <p:ph idx="4" type="subTitle"/>
          </p:nvPr>
        </p:nvSpPr>
        <p:spPr>
          <a:xfrm>
            <a:off x="0" y="2473650"/>
            <a:ext cx="4389000" cy="2702400"/>
          </a:xfrm>
          <a:prstGeom prst="rect">
            <a:avLst/>
          </a:prstGeom>
        </p:spPr>
        <p:txBody>
          <a:bodyPr anchorCtr="0" anchor="ctr" bIns="0" lIns="868675" spcFirstLastPara="1" rIns="7315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6" name="Google Shape;216;p22"/>
          <p:cNvSpPr txBox="1"/>
          <p:nvPr>
            <p:ph idx="5"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7" name="Google Shape;217;p2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18" name="Google Shape;218;p22"/>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219" name="Shape 219"/>
        <p:cNvGrpSpPr/>
        <p:nvPr/>
      </p:nvGrpSpPr>
      <p:grpSpPr>
        <a:xfrm>
          <a:off x="0" y="0"/>
          <a:ext cx="0" cy="0"/>
          <a:chOff x="0" y="0"/>
          <a:chExt cx="0" cy="0"/>
        </a:xfrm>
      </p:grpSpPr>
      <p:cxnSp>
        <p:nvCxnSpPr>
          <p:cNvPr id="220" name="Google Shape;220;p2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21" name="Google Shape;221;p2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22" name="Google Shape;222;p2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3" name="Google Shape;223;p2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24" name="Google Shape;224;p2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25" name="Google Shape;225;p23"/>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2" type="subTitle"/>
          </p:nvPr>
        </p:nvSpPr>
        <p:spPr>
          <a:xfrm>
            <a:off x="0" y="2473650"/>
            <a:ext cx="6328200" cy="2702400"/>
          </a:xfrm>
          <a:prstGeom prst="rect">
            <a:avLst/>
          </a:prstGeom>
        </p:spPr>
        <p:txBody>
          <a:bodyPr anchorCtr="0" anchor="ctr" bIns="0" lIns="868675" spcFirstLastPara="1" rIns="9144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30" name="Google Shape;230;p23"/>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31" name="Google Shape;231;p2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32" name="Google Shape;232;p23"/>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233" name="Google Shape;233;p23"/>
          <p:cNvSpPr txBox="1"/>
          <p:nvPr>
            <p:ph idx="5" type="subTitle"/>
          </p:nvPr>
        </p:nvSpPr>
        <p:spPr>
          <a:xfrm>
            <a:off x="6633000" y="2473650"/>
            <a:ext cx="6328200" cy="2702400"/>
          </a:xfrm>
          <a:prstGeom prst="rect">
            <a:avLst/>
          </a:prstGeom>
        </p:spPr>
        <p:txBody>
          <a:bodyPr anchorCtr="0" anchor="ctr" bIns="0" lIns="868675" spcFirstLastPara="1" rIns="9144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234" name="Shape 234"/>
        <p:cNvGrpSpPr/>
        <p:nvPr/>
      </p:nvGrpSpPr>
      <p:grpSpPr>
        <a:xfrm>
          <a:off x="0" y="0"/>
          <a:ext cx="0" cy="0"/>
          <a:chOff x="0" y="0"/>
          <a:chExt cx="0" cy="0"/>
        </a:xfrm>
      </p:grpSpPr>
      <p:cxnSp>
        <p:nvCxnSpPr>
          <p:cNvPr id="235" name="Google Shape;235;p2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36" name="Google Shape;236;p2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37" name="Google Shape;237;p2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38" name="Google Shape;238;p2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39" name="Google Shape;239;p2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pic>
        <p:nvPicPr>
          <p:cNvPr id="240" name="Google Shape;240;p24"/>
          <p:cNvPicPr preferRelativeResize="0"/>
          <p:nvPr/>
        </p:nvPicPr>
        <p:blipFill rotWithShape="1">
          <a:blip r:embed="rId3">
            <a:alphaModFix/>
          </a:blip>
          <a:srcRect b="0" l="0" r="0" t="0"/>
          <a:stretch/>
        </p:blipFill>
        <p:spPr>
          <a:xfrm>
            <a:off x="1743525" y="2296425"/>
            <a:ext cx="8704948" cy="3247250"/>
          </a:xfrm>
          <a:prstGeom prst="rect">
            <a:avLst/>
          </a:prstGeom>
          <a:noFill/>
          <a:ln>
            <a:noFill/>
          </a:ln>
        </p:spPr>
      </p:pic>
      <p:sp>
        <p:nvSpPr>
          <p:cNvPr id="241" name="Google Shape;241;p24"/>
          <p:cNvSpPr txBox="1"/>
          <p:nvPr>
            <p:ph idx="2" type="subTitle"/>
          </p:nvPr>
        </p:nvSpPr>
        <p:spPr>
          <a:xfrm>
            <a:off x="2262374" y="2965028"/>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2" name="Google Shape;242;p24"/>
          <p:cNvSpPr txBox="1"/>
          <p:nvPr>
            <p:ph idx="3" type="subTitle"/>
          </p:nvPr>
        </p:nvSpPr>
        <p:spPr>
          <a:xfrm>
            <a:off x="5005265" y="2965023"/>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3" name="Google Shape;243;p24"/>
          <p:cNvSpPr txBox="1"/>
          <p:nvPr>
            <p:ph idx="4" type="subTitle"/>
          </p:nvPr>
        </p:nvSpPr>
        <p:spPr>
          <a:xfrm>
            <a:off x="7748157" y="2965023"/>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4" name="Google Shape;244;p24"/>
          <p:cNvSpPr txBox="1"/>
          <p:nvPr>
            <p:ph idx="5"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45" name="Google Shape;245;p2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46" name="Google Shape;246;p24"/>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247" name="Shape 247"/>
        <p:cNvGrpSpPr/>
        <p:nvPr/>
      </p:nvGrpSpPr>
      <p:grpSpPr>
        <a:xfrm>
          <a:off x="0" y="0"/>
          <a:ext cx="0" cy="0"/>
          <a:chOff x="0" y="0"/>
          <a:chExt cx="0" cy="0"/>
        </a:xfrm>
      </p:grpSpPr>
      <p:sp>
        <p:nvSpPr>
          <p:cNvPr id="248" name="Google Shape;248;p2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249" name="Google Shape;249;p2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0" name="Google Shape;250;p2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2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2" name="Google Shape;252;p2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53" name="Google Shape;253;p2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254" name="Shape 254"/>
        <p:cNvGrpSpPr/>
        <p:nvPr/>
      </p:nvGrpSpPr>
      <p:grpSpPr>
        <a:xfrm>
          <a:off x="0" y="0"/>
          <a:ext cx="0" cy="0"/>
          <a:chOff x="0" y="0"/>
          <a:chExt cx="0" cy="0"/>
        </a:xfrm>
      </p:grpSpPr>
      <p:sp>
        <p:nvSpPr>
          <p:cNvPr id="255" name="Google Shape;255;p2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56" name="Google Shape;256;p2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257" name="Google Shape;257;p2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8" name="Google Shape;258;p2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59" name="Google Shape;259;p2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0" name="Google Shape;260;p2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61" name="Google Shape;261;p26"/>
          <p:cNvSpPr txBox="1"/>
          <p:nvPr>
            <p:ph idx="2"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262" name="Google Shape;262;p2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63" name="Google Shape;263;p26"/>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264" name="Shape 264"/>
        <p:cNvGrpSpPr/>
        <p:nvPr/>
      </p:nvGrpSpPr>
      <p:grpSpPr>
        <a:xfrm>
          <a:off x="0" y="0"/>
          <a:ext cx="0" cy="0"/>
          <a:chOff x="0" y="0"/>
          <a:chExt cx="0" cy="0"/>
        </a:xfrm>
      </p:grpSpPr>
      <p:cxnSp>
        <p:nvCxnSpPr>
          <p:cNvPr id="265" name="Google Shape;265;p2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66" name="Google Shape;266;p2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67" name="Google Shape;267;p2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8" name="Google Shape;268;p2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69" name="Google Shape;269;p2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70" name="Google Shape;270;p2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71" name="Google Shape;271;p2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72" name="Google Shape;272;p27"/>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273" name="Shape 273"/>
        <p:cNvGrpSpPr/>
        <p:nvPr/>
      </p:nvGrpSpPr>
      <p:grpSpPr>
        <a:xfrm>
          <a:off x="0" y="0"/>
          <a:ext cx="0" cy="0"/>
          <a:chOff x="0" y="0"/>
          <a:chExt cx="0" cy="0"/>
        </a:xfrm>
      </p:grpSpPr>
      <p:sp>
        <p:nvSpPr>
          <p:cNvPr id="274" name="Google Shape;274;p2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275" name="Google Shape;275;p2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76" name="Google Shape;276;p2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77" name="Google Shape;277;p2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78" name="Google Shape;278;p2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79" name="Google Shape;279;p2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80" name="Google Shape;280;p28"/>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281" name="Shape 281"/>
        <p:cNvGrpSpPr/>
        <p:nvPr/>
      </p:nvGrpSpPr>
      <p:grpSpPr>
        <a:xfrm>
          <a:off x="0" y="0"/>
          <a:ext cx="0" cy="0"/>
          <a:chOff x="0" y="0"/>
          <a:chExt cx="0" cy="0"/>
        </a:xfrm>
      </p:grpSpPr>
      <p:cxnSp>
        <p:nvCxnSpPr>
          <p:cNvPr id="282" name="Google Shape;282;p2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3" name="Google Shape;283;p2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84" name="Google Shape;284;p2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5" name="Google Shape;285;p2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86" name="Google Shape;286;p2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87" name="Google Shape;287;p29"/>
          <p:cNvSpPr txBox="1"/>
          <p:nvPr>
            <p:ph idx="2" type="body"/>
          </p:nvPr>
        </p:nvSpPr>
        <p:spPr>
          <a:xfrm>
            <a:off x="885125" y="2291177"/>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88" name="Google Shape;288;p29"/>
          <p:cNvSpPr txBox="1"/>
          <p:nvPr>
            <p:ph idx="3"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89" name="Google Shape;289;p29"/>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90" name="Google Shape;290;p2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91" name="Google Shape;291;p29"/>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292" name="Shape 292"/>
        <p:cNvGrpSpPr/>
        <p:nvPr/>
      </p:nvGrpSpPr>
      <p:grpSpPr>
        <a:xfrm>
          <a:off x="0" y="0"/>
          <a:ext cx="0" cy="0"/>
          <a:chOff x="0" y="0"/>
          <a:chExt cx="0" cy="0"/>
        </a:xfrm>
      </p:grpSpPr>
      <p:cxnSp>
        <p:nvCxnSpPr>
          <p:cNvPr id="293" name="Google Shape;293;p3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94" name="Google Shape;294;p3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95" name="Google Shape;295;p3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6" name="Google Shape;296;p3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97" name="Google Shape;297;p3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98" name="Google Shape;298;p30"/>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99" name="Google Shape;299;p3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00" name="Google Shape;300;p3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01" name="Google Shape;301;p30"/>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302" name="Shape 302"/>
        <p:cNvGrpSpPr/>
        <p:nvPr/>
      </p:nvGrpSpPr>
      <p:grpSpPr>
        <a:xfrm>
          <a:off x="0" y="0"/>
          <a:ext cx="0" cy="0"/>
          <a:chOff x="0" y="0"/>
          <a:chExt cx="0" cy="0"/>
        </a:xfrm>
      </p:grpSpPr>
      <p:sp>
        <p:nvSpPr>
          <p:cNvPr id="303" name="Google Shape;303;p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304" name="Google Shape;304;p3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05" name="Google Shape;305;p3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06" name="Google Shape;306;p3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07" name="Google Shape;307;p3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08" name="Google Shape;308;p3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09" name="Google Shape;309;p31"/>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310" name="Google Shape;310;p31"/>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0"/>
              </a:spcBef>
              <a:spcAft>
                <a:spcPts val="0"/>
              </a:spcAft>
              <a:buNone/>
              <a:defRPr sz="1400"/>
            </a:lvl2pPr>
            <a:lvl3pPr lvl="2">
              <a:spcBef>
                <a:spcPts val="0"/>
              </a:spcBef>
              <a:spcAft>
                <a:spcPts val="0"/>
              </a:spcAft>
              <a:buNone/>
              <a:defRPr sz="1400"/>
            </a:lvl3pPr>
            <a:lvl4pPr lvl="3">
              <a:spcBef>
                <a:spcPts val="0"/>
              </a:spcBef>
              <a:spcAft>
                <a:spcPts val="0"/>
              </a:spcAft>
              <a:buNone/>
              <a:defRPr sz="1400"/>
            </a:lvl4pPr>
            <a:lvl5pPr lvl="4">
              <a:spcBef>
                <a:spcPts val="0"/>
              </a:spcBef>
              <a:spcAft>
                <a:spcPts val="0"/>
              </a:spcAft>
              <a:buNone/>
              <a:defRPr sz="1400"/>
            </a:lvl5pPr>
            <a:lvl6pPr lvl="5">
              <a:spcBef>
                <a:spcPts val="0"/>
              </a:spcBef>
              <a:spcAft>
                <a:spcPts val="0"/>
              </a:spcAft>
              <a:buNone/>
              <a:defRPr sz="1400"/>
            </a:lvl6pPr>
            <a:lvl7pPr lvl="6">
              <a:spcBef>
                <a:spcPts val="0"/>
              </a:spcBef>
              <a:spcAft>
                <a:spcPts val="0"/>
              </a:spcAft>
              <a:buNone/>
              <a:defRPr sz="1400"/>
            </a:lvl7pPr>
            <a:lvl8pPr lvl="7">
              <a:spcBef>
                <a:spcPts val="0"/>
              </a:spcBef>
              <a:spcAft>
                <a:spcPts val="0"/>
              </a:spcAft>
              <a:buNone/>
              <a:defRPr sz="1400"/>
            </a:lvl8pPr>
            <a:lvl9pPr lvl="8">
              <a:spcBef>
                <a:spcPts val="0"/>
              </a:spcBef>
              <a:spcAft>
                <a:spcPts val="0"/>
              </a:spcAft>
              <a:buNone/>
              <a:defRPr sz="1400"/>
            </a:lvl9pPr>
          </a:lstStyle>
          <a:p/>
        </p:txBody>
      </p:sp>
      <p:sp>
        <p:nvSpPr>
          <p:cNvPr id="311" name="Google Shape;311;p31"/>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a:latin typeface="Red Hat Display Medium"/>
                <a:ea typeface="Red Hat Display Medium"/>
                <a:cs typeface="Red Hat Display Medium"/>
                <a:sym typeface="Red Hat Display Medium"/>
              </a:defRPr>
            </a:lvl9pPr>
          </a:lstStyle>
          <a:p/>
        </p:txBody>
      </p:sp>
      <p:sp>
        <p:nvSpPr>
          <p:cNvPr id="312" name="Google Shape;312;p31"/>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0"/>
              </a:spcBef>
              <a:spcAft>
                <a:spcPts val="0"/>
              </a:spcAft>
              <a:buNone/>
              <a:defRPr sz="1400"/>
            </a:lvl2pPr>
            <a:lvl3pPr lvl="2" algn="ctr">
              <a:spcBef>
                <a:spcPts val="0"/>
              </a:spcBef>
              <a:spcAft>
                <a:spcPts val="0"/>
              </a:spcAft>
              <a:buNone/>
              <a:defRPr sz="1400"/>
            </a:lvl3pPr>
            <a:lvl4pPr lvl="3" algn="ctr">
              <a:spcBef>
                <a:spcPts val="0"/>
              </a:spcBef>
              <a:spcAft>
                <a:spcPts val="0"/>
              </a:spcAft>
              <a:buNone/>
              <a:defRPr sz="1400"/>
            </a:lvl4pPr>
            <a:lvl5pPr lvl="4" algn="ctr">
              <a:spcBef>
                <a:spcPts val="0"/>
              </a:spcBef>
              <a:spcAft>
                <a:spcPts val="0"/>
              </a:spcAft>
              <a:buNone/>
              <a:defRPr sz="1400"/>
            </a:lvl5pPr>
            <a:lvl6pPr lvl="5" algn="ctr">
              <a:spcBef>
                <a:spcPts val="0"/>
              </a:spcBef>
              <a:spcAft>
                <a:spcPts val="0"/>
              </a:spcAft>
              <a:buNone/>
              <a:defRPr sz="1400"/>
            </a:lvl6pPr>
            <a:lvl7pPr lvl="6" algn="ctr">
              <a:spcBef>
                <a:spcPts val="0"/>
              </a:spcBef>
              <a:spcAft>
                <a:spcPts val="0"/>
              </a:spcAft>
              <a:buNone/>
              <a:defRPr sz="1400"/>
            </a:lvl7pPr>
            <a:lvl8pPr lvl="7" algn="ctr">
              <a:spcBef>
                <a:spcPts val="0"/>
              </a:spcBef>
              <a:spcAft>
                <a:spcPts val="0"/>
              </a:spcAft>
              <a:buNone/>
              <a:defRPr sz="1400"/>
            </a:lvl8pPr>
            <a:lvl9pPr lvl="8" algn="ctr">
              <a:spcBef>
                <a:spcPts val="0"/>
              </a:spcBef>
              <a:spcAft>
                <a:spcPts val="0"/>
              </a:spcAft>
              <a:buNone/>
              <a:defRPr sz="14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313" name="Shape 313"/>
        <p:cNvGrpSpPr/>
        <p:nvPr/>
      </p:nvGrpSpPr>
      <p:grpSpPr>
        <a:xfrm>
          <a:off x="0" y="0"/>
          <a:ext cx="0" cy="0"/>
          <a:chOff x="0" y="0"/>
          <a:chExt cx="0" cy="0"/>
        </a:xfrm>
      </p:grpSpPr>
      <p:cxnSp>
        <p:nvCxnSpPr>
          <p:cNvPr id="314" name="Google Shape;314;p3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15" name="Google Shape;315;p3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16" name="Google Shape;316;p3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17" name="Google Shape;317;p3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18" name="Google Shape;318;p3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19" name="Google Shape;319;p32"/>
          <p:cNvSpPr txBox="1"/>
          <p:nvPr>
            <p:ph idx="2" type="subTitle"/>
          </p:nvPr>
        </p:nvSpPr>
        <p:spPr>
          <a:xfrm>
            <a:off x="2042425" y="2497493"/>
            <a:ext cx="2106900" cy="3792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320" name="Google Shape;320;p32"/>
          <p:cNvSpPr txBox="1"/>
          <p:nvPr>
            <p:ph idx="3" type="subTitle"/>
          </p:nvPr>
        </p:nvSpPr>
        <p:spPr>
          <a:xfrm>
            <a:off x="2042425" y="2903475"/>
            <a:ext cx="2106900" cy="6753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321" name="Google Shape;321;p32"/>
          <p:cNvSpPr txBox="1"/>
          <p:nvPr>
            <p:ph idx="4" type="subTitle"/>
          </p:nvPr>
        </p:nvSpPr>
        <p:spPr>
          <a:xfrm>
            <a:off x="1596475" y="4403575"/>
            <a:ext cx="975900" cy="2349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400">
                <a:solidFill>
                  <a:schemeClr val="accent1"/>
                </a:solidFill>
              </a:defRPr>
            </a:lvl1pPr>
            <a:lvl2pPr lvl="1" algn="ctr">
              <a:lnSpc>
                <a:spcPct val="115000"/>
              </a:lnSpc>
              <a:spcBef>
                <a:spcPts val="0"/>
              </a:spcBef>
              <a:spcAft>
                <a:spcPts val="0"/>
              </a:spcAft>
              <a:buNone/>
              <a:defRPr sz="1400">
                <a:solidFill>
                  <a:schemeClr val="accent1"/>
                </a:solidFill>
              </a:defRPr>
            </a:lvl2pPr>
            <a:lvl3pPr lvl="2" algn="ctr">
              <a:lnSpc>
                <a:spcPct val="115000"/>
              </a:lnSpc>
              <a:spcBef>
                <a:spcPts val="0"/>
              </a:spcBef>
              <a:spcAft>
                <a:spcPts val="0"/>
              </a:spcAft>
              <a:buNone/>
              <a:defRPr sz="1400">
                <a:solidFill>
                  <a:schemeClr val="accent1"/>
                </a:solidFill>
              </a:defRPr>
            </a:lvl3pPr>
            <a:lvl4pPr lvl="3" algn="ctr">
              <a:lnSpc>
                <a:spcPct val="115000"/>
              </a:lnSpc>
              <a:spcBef>
                <a:spcPts val="0"/>
              </a:spcBef>
              <a:spcAft>
                <a:spcPts val="0"/>
              </a:spcAft>
              <a:buNone/>
              <a:defRPr sz="1400">
                <a:solidFill>
                  <a:schemeClr val="accent1"/>
                </a:solidFill>
              </a:defRPr>
            </a:lvl4pPr>
            <a:lvl5pPr lvl="4" algn="ctr">
              <a:lnSpc>
                <a:spcPct val="115000"/>
              </a:lnSpc>
              <a:spcBef>
                <a:spcPts val="0"/>
              </a:spcBef>
              <a:spcAft>
                <a:spcPts val="0"/>
              </a:spcAft>
              <a:buNone/>
              <a:defRPr sz="1400">
                <a:solidFill>
                  <a:schemeClr val="accent1"/>
                </a:solidFill>
              </a:defRPr>
            </a:lvl5pPr>
            <a:lvl6pPr lvl="5" algn="ctr">
              <a:lnSpc>
                <a:spcPct val="115000"/>
              </a:lnSpc>
              <a:spcBef>
                <a:spcPts val="0"/>
              </a:spcBef>
              <a:spcAft>
                <a:spcPts val="0"/>
              </a:spcAft>
              <a:buNone/>
              <a:defRPr sz="1400">
                <a:solidFill>
                  <a:schemeClr val="accent1"/>
                </a:solidFill>
              </a:defRPr>
            </a:lvl6pPr>
            <a:lvl7pPr lvl="6" algn="ctr">
              <a:lnSpc>
                <a:spcPct val="115000"/>
              </a:lnSpc>
              <a:spcBef>
                <a:spcPts val="0"/>
              </a:spcBef>
              <a:spcAft>
                <a:spcPts val="0"/>
              </a:spcAft>
              <a:buNone/>
              <a:defRPr sz="1400">
                <a:solidFill>
                  <a:schemeClr val="accent1"/>
                </a:solidFill>
              </a:defRPr>
            </a:lvl7pPr>
            <a:lvl8pPr lvl="7" algn="ctr">
              <a:lnSpc>
                <a:spcPct val="115000"/>
              </a:lnSpc>
              <a:spcBef>
                <a:spcPts val="0"/>
              </a:spcBef>
              <a:spcAft>
                <a:spcPts val="0"/>
              </a:spcAft>
              <a:buNone/>
              <a:defRPr sz="1400">
                <a:solidFill>
                  <a:schemeClr val="accent1"/>
                </a:solidFill>
              </a:defRPr>
            </a:lvl8pPr>
            <a:lvl9pPr lvl="8" algn="ctr">
              <a:lnSpc>
                <a:spcPct val="115000"/>
              </a:lnSpc>
              <a:spcBef>
                <a:spcPts val="0"/>
              </a:spcBef>
              <a:spcAft>
                <a:spcPts val="0"/>
              </a:spcAft>
              <a:buNone/>
              <a:defRPr sz="1400">
                <a:solidFill>
                  <a:schemeClr val="accent1"/>
                </a:solidFill>
              </a:defRPr>
            </a:lvl9pPr>
          </a:lstStyle>
          <a:p/>
        </p:txBody>
      </p:sp>
      <p:sp>
        <p:nvSpPr>
          <p:cNvPr id="322" name="Google Shape;322;p32"/>
          <p:cNvSpPr txBox="1"/>
          <p:nvPr>
            <p:ph idx="5" type="subTitle"/>
          </p:nvPr>
        </p:nvSpPr>
        <p:spPr>
          <a:xfrm>
            <a:off x="3278975" y="3892511"/>
            <a:ext cx="975900" cy="2349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400">
                <a:solidFill>
                  <a:schemeClr val="accent1"/>
                </a:solidFill>
              </a:defRPr>
            </a:lvl1pPr>
            <a:lvl2pPr lvl="1" algn="ctr">
              <a:lnSpc>
                <a:spcPct val="115000"/>
              </a:lnSpc>
              <a:spcBef>
                <a:spcPts val="0"/>
              </a:spcBef>
              <a:spcAft>
                <a:spcPts val="0"/>
              </a:spcAft>
              <a:buNone/>
              <a:defRPr sz="1400">
                <a:solidFill>
                  <a:schemeClr val="accent1"/>
                </a:solidFill>
              </a:defRPr>
            </a:lvl2pPr>
            <a:lvl3pPr lvl="2" algn="ctr">
              <a:lnSpc>
                <a:spcPct val="115000"/>
              </a:lnSpc>
              <a:spcBef>
                <a:spcPts val="0"/>
              </a:spcBef>
              <a:spcAft>
                <a:spcPts val="0"/>
              </a:spcAft>
              <a:buNone/>
              <a:defRPr sz="1400">
                <a:solidFill>
                  <a:schemeClr val="accent1"/>
                </a:solidFill>
              </a:defRPr>
            </a:lvl3pPr>
            <a:lvl4pPr lvl="3" algn="ctr">
              <a:lnSpc>
                <a:spcPct val="115000"/>
              </a:lnSpc>
              <a:spcBef>
                <a:spcPts val="0"/>
              </a:spcBef>
              <a:spcAft>
                <a:spcPts val="0"/>
              </a:spcAft>
              <a:buNone/>
              <a:defRPr sz="1400">
                <a:solidFill>
                  <a:schemeClr val="accent1"/>
                </a:solidFill>
              </a:defRPr>
            </a:lvl4pPr>
            <a:lvl5pPr lvl="4" algn="ctr">
              <a:lnSpc>
                <a:spcPct val="115000"/>
              </a:lnSpc>
              <a:spcBef>
                <a:spcPts val="0"/>
              </a:spcBef>
              <a:spcAft>
                <a:spcPts val="0"/>
              </a:spcAft>
              <a:buNone/>
              <a:defRPr sz="1400">
                <a:solidFill>
                  <a:schemeClr val="accent1"/>
                </a:solidFill>
              </a:defRPr>
            </a:lvl5pPr>
            <a:lvl6pPr lvl="5" algn="ctr">
              <a:lnSpc>
                <a:spcPct val="115000"/>
              </a:lnSpc>
              <a:spcBef>
                <a:spcPts val="0"/>
              </a:spcBef>
              <a:spcAft>
                <a:spcPts val="0"/>
              </a:spcAft>
              <a:buNone/>
              <a:defRPr sz="1400">
                <a:solidFill>
                  <a:schemeClr val="accent1"/>
                </a:solidFill>
              </a:defRPr>
            </a:lvl6pPr>
            <a:lvl7pPr lvl="6" algn="ctr">
              <a:lnSpc>
                <a:spcPct val="115000"/>
              </a:lnSpc>
              <a:spcBef>
                <a:spcPts val="0"/>
              </a:spcBef>
              <a:spcAft>
                <a:spcPts val="0"/>
              </a:spcAft>
              <a:buNone/>
              <a:defRPr sz="1400">
                <a:solidFill>
                  <a:schemeClr val="accent1"/>
                </a:solidFill>
              </a:defRPr>
            </a:lvl7pPr>
            <a:lvl8pPr lvl="7" algn="ctr">
              <a:lnSpc>
                <a:spcPct val="115000"/>
              </a:lnSpc>
              <a:spcBef>
                <a:spcPts val="0"/>
              </a:spcBef>
              <a:spcAft>
                <a:spcPts val="0"/>
              </a:spcAft>
              <a:buNone/>
              <a:defRPr sz="1400">
                <a:solidFill>
                  <a:schemeClr val="accent1"/>
                </a:solidFill>
              </a:defRPr>
            </a:lvl8pPr>
            <a:lvl9pPr lvl="8" algn="ctr">
              <a:lnSpc>
                <a:spcPct val="115000"/>
              </a:lnSpc>
              <a:spcBef>
                <a:spcPts val="0"/>
              </a:spcBef>
              <a:spcAft>
                <a:spcPts val="0"/>
              </a:spcAft>
              <a:buNone/>
              <a:defRPr sz="1400">
                <a:solidFill>
                  <a:schemeClr val="accent1"/>
                </a:solidFill>
              </a:defRPr>
            </a:lvl9pPr>
          </a:lstStyle>
          <a:p/>
        </p:txBody>
      </p:sp>
      <p:sp>
        <p:nvSpPr>
          <p:cNvPr id="323" name="Google Shape;323;p32"/>
          <p:cNvSpPr txBox="1"/>
          <p:nvPr>
            <p:ph idx="6" type="subTitle"/>
          </p:nvPr>
        </p:nvSpPr>
        <p:spPr>
          <a:xfrm>
            <a:off x="1713425" y="4752722"/>
            <a:ext cx="2106900" cy="379200"/>
          </a:xfrm>
          <a:prstGeom prst="rect">
            <a:avLst/>
          </a:prstGeom>
        </p:spPr>
        <p:txBody>
          <a:bodyPr anchorCtr="0" anchor="b" bIns="0" lIns="0" spcFirstLastPara="1" rIns="0" wrap="square" tIns="0">
            <a:noAutofit/>
          </a:bodyPr>
          <a:lstStyle>
            <a:lvl1pPr lvl="0" algn="r">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algn="r">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algn="r">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algn="r">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algn="r">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algn="r">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algn="r">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algn="r">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algn="r">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324" name="Google Shape;324;p32"/>
          <p:cNvSpPr txBox="1"/>
          <p:nvPr>
            <p:ph idx="7" type="subTitle"/>
          </p:nvPr>
        </p:nvSpPr>
        <p:spPr>
          <a:xfrm>
            <a:off x="1713425" y="5158703"/>
            <a:ext cx="2106900" cy="6753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1200"/>
            </a:lvl1pPr>
            <a:lvl2pPr lvl="1" algn="r">
              <a:lnSpc>
                <a:spcPct val="115000"/>
              </a:lnSpc>
              <a:spcBef>
                <a:spcPts val="0"/>
              </a:spcBef>
              <a:spcAft>
                <a:spcPts val="0"/>
              </a:spcAft>
              <a:buNone/>
              <a:defRPr sz="1200"/>
            </a:lvl2pPr>
            <a:lvl3pPr lvl="2" algn="r">
              <a:lnSpc>
                <a:spcPct val="115000"/>
              </a:lnSpc>
              <a:spcBef>
                <a:spcPts val="0"/>
              </a:spcBef>
              <a:spcAft>
                <a:spcPts val="0"/>
              </a:spcAft>
              <a:buNone/>
              <a:defRPr sz="1200"/>
            </a:lvl3pPr>
            <a:lvl4pPr lvl="3" algn="r">
              <a:lnSpc>
                <a:spcPct val="115000"/>
              </a:lnSpc>
              <a:spcBef>
                <a:spcPts val="0"/>
              </a:spcBef>
              <a:spcAft>
                <a:spcPts val="0"/>
              </a:spcAft>
              <a:buNone/>
              <a:defRPr sz="1200"/>
            </a:lvl4pPr>
            <a:lvl5pPr lvl="4" algn="r">
              <a:lnSpc>
                <a:spcPct val="115000"/>
              </a:lnSpc>
              <a:spcBef>
                <a:spcPts val="0"/>
              </a:spcBef>
              <a:spcAft>
                <a:spcPts val="0"/>
              </a:spcAft>
              <a:buNone/>
              <a:defRPr sz="1200"/>
            </a:lvl5pPr>
            <a:lvl6pPr lvl="5" algn="r">
              <a:lnSpc>
                <a:spcPct val="115000"/>
              </a:lnSpc>
              <a:spcBef>
                <a:spcPts val="0"/>
              </a:spcBef>
              <a:spcAft>
                <a:spcPts val="0"/>
              </a:spcAft>
              <a:buNone/>
              <a:defRPr sz="1200"/>
            </a:lvl6pPr>
            <a:lvl7pPr lvl="6" algn="r">
              <a:lnSpc>
                <a:spcPct val="115000"/>
              </a:lnSpc>
              <a:spcBef>
                <a:spcPts val="0"/>
              </a:spcBef>
              <a:spcAft>
                <a:spcPts val="0"/>
              </a:spcAft>
              <a:buNone/>
              <a:defRPr sz="1200"/>
            </a:lvl7pPr>
            <a:lvl8pPr lvl="7" algn="r">
              <a:lnSpc>
                <a:spcPct val="115000"/>
              </a:lnSpc>
              <a:spcBef>
                <a:spcPts val="0"/>
              </a:spcBef>
              <a:spcAft>
                <a:spcPts val="0"/>
              </a:spcAft>
              <a:buNone/>
              <a:defRPr sz="1200"/>
            </a:lvl8pPr>
            <a:lvl9pPr lvl="8" algn="r">
              <a:lnSpc>
                <a:spcPct val="115000"/>
              </a:lnSpc>
              <a:spcBef>
                <a:spcPts val="0"/>
              </a:spcBef>
              <a:spcAft>
                <a:spcPts val="0"/>
              </a:spcAft>
              <a:buNone/>
              <a:defRPr sz="1200"/>
            </a:lvl9pPr>
          </a:lstStyle>
          <a:p/>
        </p:txBody>
      </p:sp>
      <p:sp>
        <p:nvSpPr>
          <p:cNvPr id="325" name="Google Shape;325;p32"/>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26" name="Google Shape;326;p3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27" name="Google Shape;327;p32"/>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328" name="Shape 328"/>
        <p:cNvGrpSpPr/>
        <p:nvPr/>
      </p:nvGrpSpPr>
      <p:grpSpPr>
        <a:xfrm>
          <a:off x="0" y="0"/>
          <a:ext cx="0" cy="0"/>
          <a:chOff x="0" y="0"/>
          <a:chExt cx="0" cy="0"/>
        </a:xfrm>
      </p:grpSpPr>
      <p:sp>
        <p:nvSpPr>
          <p:cNvPr id="329" name="Google Shape;329;p33"/>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sp>
        <p:nvSpPr>
          <p:cNvPr id="330" name="Google Shape;330;p33"/>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sp>
        <p:nvSpPr>
          <p:cNvPr id="331" name="Google Shape;331;p33"/>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cxnSp>
        <p:nvCxnSpPr>
          <p:cNvPr id="332" name="Google Shape;332;p3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33" name="Google Shape;333;p3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34" name="Google Shape;334;p3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5" name="Google Shape;335;p3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36" name="Google Shape;336;p33"/>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37" name="Google Shape;337;p33"/>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338" name="Google Shape;338;p33"/>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339" name="Google Shape;339;p33"/>
          <p:cNvSpPr txBox="1"/>
          <p:nvPr>
            <p:ph idx="5" type="subTitle"/>
          </p:nvPr>
        </p:nvSpPr>
        <p:spPr>
          <a:xfrm>
            <a:off x="44683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0" name="Google Shape;340;p33"/>
          <p:cNvSpPr txBox="1"/>
          <p:nvPr>
            <p:ph idx="6" type="subTitle"/>
          </p:nvPr>
        </p:nvSpPr>
        <p:spPr>
          <a:xfrm>
            <a:off x="44684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1" name="Google Shape;341;p33"/>
          <p:cNvSpPr txBox="1"/>
          <p:nvPr>
            <p:ph idx="7" type="subTitle"/>
          </p:nvPr>
        </p:nvSpPr>
        <p:spPr>
          <a:xfrm>
            <a:off x="80480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2" name="Google Shape;342;p33"/>
          <p:cNvSpPr txBox="1"/>
          <p:nvPr>
            <p:ph idx="8" type="subTitle"/>
          </p:nvPr>
        </p:nvSpPr>
        <p:spPr>
          <a:xfrm>
            <a:off x="80481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3" name="Google Shape;343;p33"/>
          <p:cNvSpPr txBox="1"/>
          <p:nvPr>
            <p:ph idx="9" type="subTitle"/>
          </p:nvPr>
        </p:nvSpPr>
        <p:spPr>
          <a:xfrm>
            <a:off x="8886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4" name="Google Shape;344;p33"/>
          <p:cNvSpPr txBox="1"/>
          <p:nvPr>
            <p:ph idx="13" type="subTitle"/>
          </p:nvPr>
        </p:nvSpPr>
        <p:spPr>
          <a:xfrm>
            <a:off x="8887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5" name="Google Shape;345;p33"/>
          <p:cNvSpPr txBox="1"/>
          <p:nvPr>
            <p:ph idx="1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46" name="Google Shape;346;p3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47" name="Google Shape;347;p33"/>
          <p:cNvSpPr txBox="1"/>
          <p:nvPr>
            <p:ph idx="15"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348" name="Shape 348"/>
        <p:cNvGrpSpPr/>
        <p:nvPr/>
      </p:nvGrpSpPr>
      <p:grpSpPr>
        <a:xfrm>
          <a:off x="0" y="0"/>
          <a:ext cx="0" cy="0"/>
          <a:chOff x="0" y="0"/>
          <a:chExt cx="0" cy="0"/>
        </a:xfrm>
      </p:grpSpPr>
      <p:sp>
        <p:nvSpPr>
          <p:cNvPr id="349" name="Google Shape;349;p34"/>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sp>
        <p:nvSpPr>
          <p:cNvPr id="350" name="Google Shape;350;p34"/>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cxnSp>
        <p:nvCxnSpPr>
          <p:cNvPr id="351" name="Google Shape;351;p3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52" name="Google Shape;352;p3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53" name="Google Shape;353;p3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54" name="Google Shape;354;p3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55" name="Google Shape;355;p3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56" name="Google Shape;356;p34"/>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357" name="Google Shape;357;p34"/>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358" name="Google Shape;358;p34"/>
          <p:cNvSpPr txBox="1"/>
          <p:nvPr>
            <p:ph idx="5" type="subTitle"/>
          </p:nvPr>
        </p:nvSpPr>
        <p:spPr>
          <a:xfrm>
            <a:off x="4620750" y="3677388"/>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59" name="Google Shape;359;p34"/>
          <p:cNvSpPr txBox="1"/>
          <p:nvPr>
            <p:ph idx="6" type="subTitle"/>
          </p:nvPr>
        </p:nvSpPr>
        <p:spPr>
          <a:xfrm>
            <a:off x="4620750" y="4166613"/>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60" name="Google Shape;360;p34"/>
          <p:cNvSpPr txBox="1"/>
          <p:nvPr>
            <p:ph idx="7" type="subTitle"/>
          </p:nvPr>
        </p:nvSpPr>
        <p:spPr>
          <a:xfrm>
            <a:off x="8051175" y="3677388"/>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61" name="Google Shape;361;p34"/>
          <p:cNvSpPr txBox="1"/>
          <p:nvPr>
            <p:ph idx="8" type="subTitle"/>
          </p:nvPr>
        </p:nvSpPr>
        <p:spPr>
          <a:xfrm>
            <a:off x="8051175" y="4166613"/>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62" name="Google Shape;362;p34"/>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63" name="Google Shape;363;p3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64" name="Google Shape;364;p34"/>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365" name="Shape 365"/>
        <p:cNvGrpSpPr/>
        <p:nvPr/>
      </p:nvGrpSpPr>
      <p:grpSpPr>
        <a:xfrm>
          <a:off x="0" y="0"/>
          <a:ext cx="0" cy="0"/>
          <a:chOff x="0" y="0"/>
          <a:chExt cx="0" cy="0"/>
        </a:xfrm>
      </p:grpSpPr>
      <p:cxnSp>
        <p:nvCxnSpPr>
          <p:cNvPr id="366" name="Google Shape;366;p3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67" name="Google Shape;367;p3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68" name="Google Shape;368;p3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9" name="Google Shape;369;p3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70" name="Google Shape;370;p3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71" name="Google Shape;371;p35"/>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372" name="Google Shape;372;p35"/>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73" name="Google Shape;373;p35"/>
          <p:cNvSpPr txBox="1"/>
          <p:nvPr>
            <p:ph idx="3" type="subTitle"/>
          </p:nvPr>
        </p:nvSpPr>
        <p:spPr>
          <a:xfrm>
            <a:off x="4620750" y="4439350"/>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74" name="Google Shape;374;p35"/>
          <p:cNvSpPr txBox="1"/>
          <p:nvPr>
            <p:ph idx="4" type="subTitle"/>
          </p:nvPr>
        </p:nvSpPr>
        <p:spPr>
          <a:xfrm>
            <a:off x="4620750" y="4928575"/>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75" name="Google Shape;375;p35"/>
          <p:cNvSpPr txBox="1"/>
          <p:nvPr>
            <p:ph idx="5" type="subTitle"/>
          </p:nvPr>
        </p:nvSpPr>
        <p:spPr>
          <a:xfrm>
            <a:off x="8051175" y="4439350"/>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76" name="Google Shape;376;p35"/>
          <p:cNvSpPr txBox="1"/>
          <p:nvPr>
            <p:ph idx="6" type="subTitle"/>
          </p:nvPr>
        </p:nvSpPr>
        <p:spPr>
          <a:xfrm>
            <a:off x="8051175" y="4928575"/>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77" name="Google Shape;377;p35"/>
          <p:cNvSpPr txBox="1"/>
          <p:nvPr>
            <p:ph idx="7"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78" name="Google Shape;378;p3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79" name="Google Shape;379;p35"/>
          <p:cNvSpPr txBox="1"/>
          <p:nvPr>
            <p:ph idx="8"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380" name="Shape 380"/>
        <p:cNvGrpSpPr/>
        <p:nvPr/>
      </p:nvGrpSpPr>
      <p:grpSpPr>
        <a:xfrm>
          <a:off x="0" y="0"/>
          <a:ext cx="0" cy="0"/>
          <a:chOff x="0" y="0"/>
          <a:chExt cx="0" cy="0"/>
        </a:xfrm>
      </p:grpSpPr>
      <p:cxnSp>
        <p:nvCxnSpPr>
          <p:cNvPr id="381" name="Google Shape;381;p3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82" name="Google Shape;382;p3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83" name="Google Shape;383;p3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84" name="Google Shape;384;p3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85" name="Google Shape;385;p3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86" name="Google Shape;386;p36"/>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87" name="Google Shape;387;p36"/>
          <p:cNvSpPr txBox="1"/>
          <p:nvPr>
            <p:ph idx="3" type="subTitle"/>
          </p:nvPr>
        </p:nvSpPr>
        <p:spPr>
          <a:xfrm>
            <a:off x="9078238" y="3048425"/>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88" name="Google Shape;388;p36"/>
          <p:cNvSpPr txBox="1"/>
          <p:nvPr>
            <p:ph idx="4" type="subTitle"/>
          </p:nvPr>
        </p:nvSpPr>
        <p:spPr>
          <a:xfrm>
            <a:off x="10284513" y="3048425"/>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89" name="Google Shape;389;p36"/>
          <p:cNvSpPr txBox="1"/>
          <p:nvPr>
            <p:ph idx="5" type="subTitle"/>
          </p:nvPr>
        </p:nvSpPr>
        <p:spPr>
          <a:xfrm>
            <a:off x="9078238" y="38416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0" name="Google Shape;390;p36"/>
          <p:cNvSpPr txBox="1"/>
          <p:nvPr>
            <p:ph idx="6" type="subTitle"/>
          </p:nvPr>
        </p:nvSpPr>
        <p:spPr>
          <a:xfrm>
            <a:off x="10284513" y="38416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1" name="Google Shape;391;p36"/>
          <p:cNvSpPr txBox="1"/>
          <p:nvPr>
            <p:ph idx="7" type="subTitle"/>
          </p:nvPr>
        </p:nvSpPr>
        <p:spPr>
          <a:xfrm>
            <a:off x="9078238" y="46035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2" name="Google Shape;392;p36"/>
          <p:cNvSpPr txBox="1"/>
          <p:nvPr>
            <p:ph idx="8" type="subTitle"/>
          </p:nvPr>
        </p:nvSpPr>
        <p:spPr>
          <a:xfrm>
            <a:off x="10284513" y="46035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3" name="Google Shape;393;p36"/>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94" name="Google Shape;394;p3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95" name="Google Shape;395;p36"/>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396" name="Shape 396"/>
        <p:cNvGrpSpPr/>
        <p:nvPr/>
      </p:nvGrpSpPr>
      <p:grpSpPr>
        <a:xfrm>
          <a:off x="0" y="0"/>
          <a:ext cx="0" cy="0"/>
          <a:chOff x="0" y="0"/>
          <a:chExt cx="0" cy="0"/>
        </a:xfrm>
      </p:grpSpPr>
      <p:cxnSp>
        <p:nvCxnSpPr>
          <p:cNvPr id="397" name="Google Shape;397;p3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98" name="Google Shape;398;p3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99" name="Google Shape;399;p3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00" name="Google Shape;400;p3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401" name="Google Shape;401;p3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402" name="Google Shape;402;p37"/>
          <p:cNvSpPr txBox="1"/>
          <p:nvPr>
            <p:ph idx="2" type="subTitle"/>
          </p:nvPr>
        </p:nvSpPr>
        <p:spPr>
          <a:xfrm>
            <a:off x="8048050" y="2898600"/>
            <a:ext cx="3410400" cy="7185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200"/>
            </a:lvl1pPr>
            <a:lvl2pPr lvl="1">
              <a:lnSpc>
                <a:spcPct val="140000"/>
              </a:lnSpc>
              <a:spcBef>
                <a:spcPts val="0"/>
              </a:spcBef>
              <a:spcAft>
                <a:spcPts val="0"/>
              </a:spcAft>
              <a:buNone/>
              <a:defRPr sz="1200"/>
            </a:lvl2pPr>
            <a:lvl3pPr lvl="2">
              <a:lnSpc>
                <a:spcPct val="140000"/>
              </a:lnSpc>
              <a:spcBef>
                <a:spcPts val="0"/>
              </a:spcBef>
              <a:spcAft>
                <a:spcPts val="0"/>
              </a:spcAft>
              <a:buNone/>
              <a:defRPr sz="1200"/>
            </a:lvl3pPr>
            <a:lvl4pPr lvl="3">
              <a:lnSpc>
                <a:spcPct val="140000"/>
              </a:lnSpc>
              <a:spcBef>
                <a:spcPts val="0"/>
              </a:spcBef>
              <a:spcAft>
                <a:spcPts val="0"/>
              </a:spcAft>
              <a:buNone/>
              <a:defRPr sz="1200"/>
            </a:lvl4pPr>
            <a:lvl5pPr lvl="4">
              <a:lnSpc>
                <a:spcPct val="140000"/>
              </a:lnSpc>
              <a:spcBef>
                <a:spcPts val="0"/>
              </a:spcBef>
              <a:spcAft>
                <a:spcPts val="0"/>
              </a:spcAft>
              <a:buNone/>
              <a:defRPr sz="1200"/>
            </a:lvl5pPr>
            <a:lvl6pPr lvl="5">
              <a:lnSpc>
                <a:spcPct val="140000"/>
              </a:lnSpc>
              <a:spcBef>
                <a:spcPts val="0"/>
              </a:spcBef>
              <a:spcAft>
                <a:spcPts val="0"/>
              </a:spcAft>
              <a:buNone/>
              <a:defRPr sz="1200"/>
            </a:lvl6pPr>
            <a:lvl7pPr lvl="6">
              <a:lnSpc>
                <a:spcPct val="140000"/>
              </a:lnSpc>
              <a:spcBef>
                <a:spcPts val="0"/>
              </a:spcBef>
              <a:spcAft>
                <a:spcPts val="0"/>
              </a:spcAft>
              <a:buNone/>
              <a:defRPr sz="1200"/>
            </a:lvl7pPr>
            <a:lvl8pPr lvl="7">
              <a:lnSpc>
                <a:spcPct val="140000"/>
              </a:lnSpc>
              <a:spcBef>
                <a:spcPts val="0"/>
              </a:spcBef>
              <a:spcAft>
                <a:spcPts val="0"/>
              </a:spcAft>
              <a:buNone/>
              <a:defRPr sz="1200"/>
            </a:lvl8pPr>
            <a:lvl9pPr lvl="8">
              <a:lnSpc>
                <a:spcPct val="140000"/>
              </a:lnSpc>
              <a:spcBef>
                <a:spcPts val="0"/>
              </a:spcBef>
              <a:spcAft>
                <a:spcPts val="0"/>
              </a:spcAft>
              <a:buNone/>
              <a:defRPr sz="1200"/>
            </a:lvl9pPr>
          </a:lstStyle>
          <a:p/>
        </p:txBody>
      </p:sp>
      <p:sp>
        <p:nvSpPr>
          <p:cNvPr id="403" name="Google Shape;403;p37"/>
          <p:cNvSpPr txBox="1"/>
          <p:nvPr>
            <p:ph idx="3" type="subTitle"/>
          </p:nvPr>
        </p:nvSpPr>
        <p:spPr>
          <a:xfrm>
            <a:off x="8048050" y="2540600"/>
            <a:ext cx="3410400" cy="333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9pPr>
          </a:lstStyle>
          <a:p/>
        </p:txBody>
      </p:sp>
      <p:sp>
        <p:nvSpPr>
          <p:cNvPr id="404" name="Google Shape;404;p37"/>
          <p:cNvSpPr txBox="1"/>
          <p:nvPr>
            <p:ph idx="4" type="subTitle"/>
          </p:nvPr>
        </p:nvSpPr>
        <p:spPr>
          <a:xfrm>
            <a:off x="8048050" y="4676800"/>
            <a:ext cx="3410400" cy="7185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200"/>
            </a:lvl1pPr>
            <a:lvl2pPr lvl="1">
              <a:lnSpc>
                <a:spcPct val="140000"/>
              </a:lnSpc>
              <a:spcBef>
                <a:spcPts val="0"/>
              </a:spcBef>
              <a:spcAft>
                <a:spcPts val="0"/>
              </a:spcAft>
              <a:buNone/>
              <a:defRPr sz="1200"/>
            </a:lvl2pPr>
            <a:lvl3pPr lvl="2">
              <a:lnSpc>
                <a:spcPct val="140000"/>
              </a:lnSpc>
              <a:spcBef>
                <a:spcPts val="0"/>
              </a:spcBef>
              <a:spcAft>
                <a:spcPts val="0"/>
              </a:spcAft>
              <a:buNone/>
              <a:defRPr sz="1200"/>
            </a:lvl3pPr>
            <a:lvl4pPr lvl="3">
              <a:lnSpc>
                <a:spcPct val="140000"/>
              </a:lnSpc>
              <a:spcBef>
                <a:spcPts val="0"/>
              </a:spcBef>
              <a:spcAft>
                <a:spcPts val="0"/>
              </a:spcAft>
              <a:buNone/>
              <a:defRPr sz="1200"/>
            </a:lvl4pPr>
            <a:lvl5pPr lvl="4">
              <a:lnSpc>
                <a:spcPct val="140000"/>
              </a:lnSpc>
              <a:spcBef>
                <a:spcPts val="0"/>
              </a:spcBef>
              <a:spcAft>
                <a:spcPts val="0"/>
              </a:spcAft>
              <a:buNone/>
              <a:defRPr sz="1200"/>
            </a:lvl5pPr>
            <a:lvl6pPr lvl="5">
              <a:lnSpc>
                <a:spcPct val="140000"/>
              </a:lnSpc>
              <a:spcBef>
                <a:spcPts val="0"/>
              </a:spcBef>
              <a:spcAft>
                <a:spcPts val="0"/>
              </a:spcAft>
              <a:buNone/>
              <a:defRPr sz="1200"/>
            </a:lvl6pPr>
            <a:lvl7pPr lvl="6">
              <a:lnSpc>
                <a:spcPct val="140000"/>
              </a:lnSpc>
              <a:spcBef>
                <a:spcPts val="0"/>
              </a:spcBef>
              <a:spcAft>
                <a:spcPts val="0"/>
              </a:spcAft>
              <a:buNone/>
              <a:defRPr sz="1200"/>
            </a:lvl7pPr>
            <a:lvl8pPr lvl="7">
              <a:lnSpc>
                <a:spcPct val="140000"/>
              </a:lnSpc>
              <a:spcBef>
                <a:spcPts val="0"/>
              </a:spcBef>
              <a:spcAft>
                <a:spcPts val="0"/>
              </a:spcAft>
              <a:buNone/>
              <a:defRPr sz="1200"/>
            </a:lvl8pPr>
            <a:lvl9pPr lvl="8">
              <a:lnSpc>
                <a:spcPct val="140000"/>
              </a:lnSpc>
              <a:spcBef>
                <a:spcPts val="0"/>
              </a:spcBef>
              <a:spcAft>
                <a:spcPts val="0"/>
              </a:spcAft>
              <a:buNone/>
              <a:defRPr sz="1200"/>
            </a:lvl9pPr>
          </a:lstStyle>
          <a:p/>
        </p:txBody>
      </p:sp>
      <p:sp>
        <p:nvSpPr>
          <p:cNvPr id="405" name="Google Shape;405;p37"/>
          <p:cNvSpPr txBox="1"/>
          <p:nvPr>
            <p:ph idx="5" type="subTitle"/>
          </p:nvPr>
        </p:nvSpPr>
        <p:spPr>
          <a:xfrm>
            <a:off x="8048050" y="4318800"/>
            <a:ext cx="3410400" cy="333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9pPr>
          </a:lstStyle>
          <a:p/>
        </p:txBody>
      </p:sp>
      <p:sp>
        <p:nvSpPr>
          <p:cNvPr id="406" name="Google Shape;406;p37"/>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7"/>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7"/>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7"/>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7"/>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7"/>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7"/>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7"/>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7"/>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7"/>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7"/>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7"/>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7"/>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7"/>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7"/>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7"/>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7"/>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7"/>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7"/>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7"/>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7"/>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7"/>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7"/>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7"/>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7"/>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7"/>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7"/>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7"/>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7"/>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7"/>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7"/>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7"/>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7"/>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7"/>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7"/>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7"/>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7"/>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7"/>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7"/>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7"/>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7"/>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7"/>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7"/>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7"/>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7"/>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7"/>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7"/>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7"/>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7"/>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7"/>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7"/>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7"/>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7"/>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7"/>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7"/>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7"/>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7"/>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7"/>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7"/>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7"/>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7"/>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7"/>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7"/>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7"/>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7"/>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7"/>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7"/>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7"/>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7"/>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7"/>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7"/>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7"/>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7"/>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7"/>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7"/>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7"/>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7"/>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7"/>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7"/>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7"/>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7"/>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7"/>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7"/>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7"/>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7"/>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7"/>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7"/>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7"/>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7"/>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7"/>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7"/>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7"/>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7"/>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7"/>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7"/>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7"/>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7"/>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7"/>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7"/>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7"/>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7"/>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7"/>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7"/>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7"/>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7"/>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7"/>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7"/>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7"/>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7"/>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7"/>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7"/>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7"/>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7"/>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7"/>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7"/>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7"/>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7"/>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7"/>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7"/>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7"/>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7"/>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7"/>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7"/>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7"/>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7"/>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7"/>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7"/>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7"/>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7"/>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7"/>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7"/>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7"/>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7"/>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7"/>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7"/>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7"/>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7"/>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7"/>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7"/>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7"/>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7"/>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7"/>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7"/>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7"/>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7"/>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7"/>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7"/>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7"/>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7"/>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7"/>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7"/>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7"/>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7"/>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7"/>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7"/>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7"/>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7"/>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7"/>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7"/>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7"/>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7"/>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7"/>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7"/>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7"/>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7"/>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7"/>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7"/>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7"/>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7"/>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7"/>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7"/>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7"/>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7"/>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7"/>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7"/>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7"/>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7"/>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7"/>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7"/>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7"/>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7"/>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7"/>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7"/>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7"/>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7"/>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7"/>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07" name="Google Shape;607;p3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08" name="Google Shape;608;p37"/>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609" name="Shape 609"/>
        <p:cNvGrpSpPr/>
        <p:nvPr/>
      </p:nvGrpSpPr>
      <p:grpSpPr>
        <a:xfrm>
          <a:off x="0" y="0"/>
          <a:ext cx="0" cy="0"/>
          <a:chOff x="0" y="0"/>
          <a:chExt cx="0" cy="0"/>
        </a:xfrm>
      </p:grpSpPr>
      <p:cxnSp>
        <p:nvCxnSpPr>
          <p:cNvPr id="610" name="Google Shape;610;p3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11" name="Google Shape;611;p3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12" name="Google Shape;612;p3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13" name="Google Shape;613;p3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14" name="Google Shape;614;p3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15" name="Google Shape;615;p38"/>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616" name="Google Shape;616;p38"/>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617" name="Google Shape;617;p38"/>
          <p:cNvSpPr txBox="1"/>
          <p:nvPr>
            <p:ph idx="2" type="subTitle"/>
          </p:nvPr>
        </p:nvSpPr>
        <p:spPr>
          <a:xfrm>
            <a:off x="1140925"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18" name="Google Shape;618;p38"/>
          <p:cNvSpPr txBox="1"/>
          <p:nvPr>
            <p:ph idx="3" type="subTitle"/>
          </p:nvPr>
        </p:nvSpPr>
        <p:spPr>
          <a:xfrm>
            <a:off x="114092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19" name="Google Shape;619;p38"/>
          <p:cNvSpPr txBox="1"/>
          <p:nvPr>
            <p:ph idx="4" type="subTitle"/>
          </p:nvPr>
        </p:nvSpPr>
        <p:spPr>
          <a:xfrm>
            <a:off x="472387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20" name="Google Shape;620;p38"/>
          <p:cNvSpPr txBox="1"/>
          <p:nvPr>
            <p:ph idx="5" type="subTitle"/>
          </p:nvPr>
        </p:nvSpPr>
        <p:spPr>
          <a:xfrm>
            <a:off x="830682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21" name="Google Shape;621;p38"/>
          <p:cNvSpPr txBox="1"/>
          <p:nvPr>
            <p:ph idx="6" type="subTitle"/>
          </p:nvPr>
        </p:nvSpPr>
        <p:spPr>
          <a:xfrm>
            <a:off x="4720800"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22" name="Google Shape;622;p38"/>
          <p:cNvSpPr txBox="1"/>
          <p:nvPr>
            <p:ph idx="7" type="subTitle"/>
          </p:nvPr>
        </p:nvSpPr>
        <p:spPr>
          <a:xfrm>
            <a:off x="8306825"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pic>
        <p:nvPicPr>
          <p:cNvPr id="623" name="Google Shape;623;p38"/>
          <p:cNvPicPr preferRelativeResize="0"/>
          <p:nvPr/>
        </p:nvPicPr>
        <p:blipFill rotWithShape="1">
          <a:blip r:embed="rId3">
            <a:alphaModFix/>
          </a:blip>
          <a:srcRect b="0" l="0" r="0" t="0"/>
          <a:stretch/>
        </p:blipFill>
        <p:spPr>
          <a:xfrm>
            <a:off x="1044805" y="2217196"/>
            <a:ext cx="553219" cy="553200"/>
          </a:xfrm>
          <a:prstGeom prst="rect">
            <a:avLst/>
          </a:prstGeom>
          <a:noFill/>
          <a:ln>
            <a:noFill/>
          </a:ln>
        </p:spPr>
      </p:pic>
      <p:pic>
        <p:nvPicPr>
          <p:cNvPr id="624" name="Google Shape;624;p38"/>
          <p:cNvPicPr preferRelativeResize="0"/>
          <p:nvPr/>
        </p:nvPicPr>
        <p:blipFill rotWithShape="1">
          <a:blip r:embed="rId3">
            <a:alphaModFix/>
          </a:blip>
          <a:srcRect b="0" l="0" r="0" t="0"/>
          <a:stretch/>
        </p:blipFill>
        <p:spPr>
          <a:xfrm>
            <a:off x="4627759" y="2217196"/>
            <a:ext cx="553219" cy="553200"/>
          </a:xfrm>
          <a:prstGeom prst="rect">
            <a:avLst/>
          </a:prstGeom>
          <a:noFill/>
          <a:ln>
            <a:noFill/>
          </a:ln>
        </p:spPr>
      </p:pic>
      <p:pic>
        <p:nvPicPr>
          <p:cNvPr id="625" name="Google Shape;625;p38"/>
          <p:cNvPicPr preferRelativeResize="0"/>
          <p:nvPr/>
        </p:nvPicPr>
        <p:blipFill rotWithShape="1">
          <a:blip r:embed="rId3">
            <a:alphaModFix/>
          </a:blip>
          <a:srcRect b="0" l="0" r="0" t="0"/>
          <a:stretch/>
        </p:blipFill>
        <p:spPr>
          <a:xfrm>
            <a:off x="8210712" y="2217196"/>
            <a:ext cx="553219" cy="553200"/>
          </a:xfrm>
          <a:prstGeom prst="rect">
            <a:avLst/>
          </a:prstGeom>
          <a:noFill/>
          <a:ln>
            <a:noFill/>
          </a:ln>
        </p:spPr>
      </p:pic>
      <p:sp>
        <p:nvSpPr>
          <p:cNvPr id="626" name="Google Shape;626;p38"/>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27" name="Google Shape;627;p3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28" name="Google Shape;628;p38"/>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629" name="Shape 629"/>
        <p:cNvGrpSpPr/>
        <p:nvPr/>
      </p:nvGrpSpPr>
      <p:grpSpPr>
        <a:xfrm>
          <a:off x="0" y="0"/>
          <a:ext cx="0" cy="0"/>
          <a:chOff x="0" y="0"/>
          <a:chExt cx="0" cy="0"/>
        </a:xfrm>
      </p:grpSpPr>
      <p:cxnSp>
        <p:nvCxnSpPr>
          <p:cNvPr id="630" name="Google Shape;630;p3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31" name="Google Shape;631;p3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32" name="Google Shape;632;p3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33" name="Google Shape;633;p3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34" name="Google Shape;634;p3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35" name="Google Shape;635;p39"/>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636" name="Google Shape;636;p39"/>
          <p:cNvSpPr txBox="1"/>
          <p:nvPr>
            <p:ph idx="2" type="subTitle"/>
          </p:nvPr>
        </p:nvSpPr>
        <p:spPr>
          <a:xfrm>
            <a:off x="1343125" y="5036725"/>
            <a:ext cx="43980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37" name="Google Shape;637;p39"/>
          <p:cNvSpPr txBox="1"/>
          <p:nvPr>
            <p:ph idx="3" type="subTitle"/>
          </p:nvPr>
        </p:nvSpPr>
        <p:spPr>
          <a:xfrm>
            <a:off x="1343125" y="2848100"/>
            <a:ext cx="4398000" cy="18615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sp>
        <p:nvSpPr>
          <p:cNvPr id="638" name="Google Shape;638;p39"/>
          <p:cNvSpPr txBox="1"/>
          <p:nvPr>
            <p:ph idx="4" type="subTitle"/>
          </p:nvPr>
        </p:nvSpPr>
        <p:spPr>
          <a:xfrm>
            <a:off x="6529325" y="5036725"/>
            <a:ext cx="43980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39" name="Google Shape;639;p39"/>
          <p:cNvSpPr txBox="1"/>
          <p:nvPr>
            <p:ph idx="5" type="subTitle"/>
          </p:nvPr>
        </p:nvSpPr>
        <p:spPr>
          <a:xfrm>
            <a:off x="6529325" y="2848100"/>
            <a:ext cx="4398000" cy="18615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pic>
        <p:nvPicPr>
          <p:cNvPr id="640" name="Google Shape;640;p39"/>
          <p:cNvPicPr preferRelativeResize="0"/>
          <p:nvPr/>
        </p:nvPicPr>
        <p:blipFill rotWithShape="1">
          <a:blip r:embed="rId3">
            <a:alphaModFix/>
          </a:blip>
          <a:srcRect b="0" l="0" r="0" t="0"/>
          <a:stretch/>
        </p:blipFill>
        <p:spPr>
          <a:xfrm>
            <a:off x="1227082" y="2044890"/>
            <a:ext cx="731700" cy="731684"/>
          </a:xfrm>
          <a:prstGeom prst="rect">
            <a:avLst/>
          </a:prstGeom>
          <a:noFill/>
          <a:ln>
            <a:noFill/>
          </a:ln>
        </p:spPr>
      </p:pic>
      <p:pic>
        <p:nvPicPr>
          <p:cNvPr id="641" name="Google Shape;641;p39"/>
          <p:cNvPicPr preferRelativeResize="0"/>
          <p:nvPr/>
        </p:nvPicPr>
        <p:blipFill rotWithShape="1">
          <a:blip r:embed="rId3">
            <a:alphaModFix/>
          </a:blip>
          <a:srcRect b="0" l="0" r="0" t="0"/>
          <a:stretch/>
        </p:blipFill>
        <p:spPr>
          <a:xfrm>
            <a:off x="6413282" y="2044890"/>
            <a:ext cx="731700" cy="731684"/>
          </a:xfrm>
          <a:prstGeom prst="rect">
            <a:avLst/>
          </a:prstGeom>
          <a:noFill/>
          <a:ln>
            <a:noFill/>
          </a:ln>
        </p:spPr>
      </p:pic>
      <p:sp>
        <p:nvSpPr>
          <p:cNvPr id="642" name="Google Shape;642;p39"/>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43" name="Google Shape;643;p3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44" name="Google Shape;644;p39"/>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645" name="Shape 645"/>
        <p:cNvGrpSpPr/>
        <p:nvPr/>
      </p:nvGrpSpPr>
      <p:grpSpPr>
        <a:xfrm>
          <a:off x="0" y="0"/>
          <a:ext cx="0" cy="0"/>
          <a:chOff x="0" y="0"/>
          <a:chExt cx="0" cy="0"/>
        </a:xfrm>
      </p:grpSpPr>
      <p:sp>
        <p:nvSpPr>
          <p:cNvPr id="646" name="Google Shape;646;p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647" name="Google Shape;647;p4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48" name="Google Shape;648;p4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49" name="Google Shape;649;p4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0" name="Google Shape;650;p4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51" name="Google Shape;651;p4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652" name="Google Shape;652;p40"/>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600"/>
            </a:lvl1pPr>
            <a:lvl2pPr lvl="1">
              <a:lnSpc>
                <a:spcPct val="115000"/>
              </a:lnSpc>
              <a:spcBef>
                <a:spcPts val="0"/>
              </a:spcBef>
              <a:spcAft>
                <a:spcPts val="0"/>
              </a:spcAft>
              <a:buNone/>
              <a:defRPr sz="2600"/>
            </a:lvl2pPr>
            <a:lvl3pPr lvl="2">
              <a:lnSpc>
                <a:spcPct val="115000"/>
              </a:lnSpc>
              <a:spcBef>
                <a:spcPts val="0"/>
              </a:spcBef>
              <a:spcAft>
                <a:spcPts val="0"/>
              </a:spcAft>
              <a:buNone/>
              <a:defRPr sz="2600"/>
            </a:lvl3pPr>
            <a:lvl4pPr lvl="3">
              <a:lnSpc>
                <a:spcPct val="115000"/>
              </a:lnSpc>
              <a:spcBef>
                <a:spcPts val="0"/>
              </a:spcBef>
              <a:spcAft>
                <a:spcPts val="0"/>
              </a:spcAft>
              <a:buNone/>
              <a:defRPr sz="2600"/>
            </a:lvl4pPr>
            <a:lvl5pPr lvl="4">
              <a:lnSpc>
                <a:spcPct val="115000"/>
              </a:lnSpc>
              <a:spcBef>
                <a:spcPts val="0"/>
              </a:spcBef>
              <a:spcAft>
                <a:spcPts val="0"/>
              </a:spcAft>
              <a:buNone/>
              <a:defRPr sz="2600"/>
            </a:lvl5pPr>
            <a:lvl6pPr lvl="5">
              <a:lnSpc>
                <a:spcPct val="115000"/>
              </a:lnSpc>
              <a:spcBef>
                <a:spcPts val="0"/>
              </a:spcBef>
              <a:spcAft>
                <a:spcPts val="0"/>
              </a:spcAft>
              <a:buNone/>
              <a:defRPr sz="2600"/>
            </a:lvl6pPr>
            <a:lvl7pPr lvl="6">
              <a:lnSpc>
                <a:spcPct val="115000"/>
              </a:lnSpc>
              <a:spcBef>
                <a:spcPts val="0"/>
              </a:spcBef>
              <a:spcAft>
                <a:spcPts val="0"/>
              </a:spcAft>
              <a:buNone/>
              <a:defRPr sz="2600"/>
            </a:lvl7pPr>
            <a:lvl8pPr lvl="7">
              <a:lnSpc>
                <a:spcPct val="115000"/>
              </a:lnSpc>
              <a:spcBef>
                <a:spcPts val="0"/>
              </a:spcBef>
              <a:spcAft>
                <a:spcPts val="0"/>
              </a:spcAft>
              <a:buNone/>
              <a:defRPr sz="2600"/>
            </a:lvl8pPr>
            <a:lvl9pPr lvl="8">
              <a:lnSpc>
                <a:spcPct val="115000"/>
              </a:lnSpc>
              <a:spcBef>
                <a:spcPts val="0"/>
              </a:spcBef>
              <a:spcAft>
                <a:spcPts val="0"/>
              </a:spcAft>
              <a:buNone/>
              <a:defRPr sz="2600"/>
            </a:lvl9pPr>
          </a:lstStyle>
          <a:p/>
        </p:txBody>
      </p:sp>
      <p:sp>
        <p:nvSpPr>
          <p:cNvPr id="653" name="Google Shape;653;p40"/>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a:lnSpc>
                <a:spcPct val="114000"/>
              </a:lnSpc>
              <a:spcBef>
                <a:spcPts val="0"/>
              </a:spcBef>
              <a:spcAft>
                <a:spcPts val="0"/>
              </a:spcAft>
              <a:buNone/>
              <a:defRPr sz="1400"/>
            </a:lvl1pPr>
            <a:lvl2pPr lvl="1">
              <a:lnSpc>
                <a:spcPct val="114000"/>
              </a:lnSpc>
              <a:spcBef>
                <a:spcPts val="0"/>
              </a:spcBef>
              <a:spcAft>
                <a:spcPts val="0"/>
              </a:spcAft>
              <a:buNone/>
              <a:defRPr sz="1400"/>
            </a:lvl2pPr>
            <a:lvl3pPr lvl="2">
              <a:lnSpc>
                <a:spcPct val="114000"/>
              </a:lnSpc>
              <a:spcBef>
                <a:spcPts val="0"/>
              </a:spcBef>
              <a:spcAft>
                <a:spcPts val="0"/>
              </a:spcAft>
              <a:buNone/>
              <a:defRPr sz="1400"/>
            </a:lvl3pPr>
            <a:lvl4pPr lvl="3">
              <a:lnSpc>
                <a:spcPct val="114000"/>
              </a:lnSpc>
              <a:spcBef>
                <a:spcPts val="0"/>
              </a:spcBef>
              <a:spcAft>
                <a:spcPts val="0"/>
              </a:spcAft>
              <a:buNone/>
              <a:defRPr sz="1400"/>
            </a:lvl4pPr>
            <a:lvl5pPr lvl="4">
              <a:lnSpc>
                <a:spcPct val="114000"/>
              </a:lnSpc>
              <a:spcBef>
                <a:spcPts val="0"/>
              </a:spcBef>
              <a:spcAft>
                <a:spcPts val="0"/>
              </a:spcAft>
              <a:buNone/>
              <a:defRPr sz="1400"/>
            </a:lvl5pPr>
            <a:lvl6pPr lvl="5">
              <a:lnSpc>
                <a:spcPct val="114000"/>
              </a:lnSpc>
              <a:spcBef>
                <a:spcPts val="0"/>
              </a:spcBef>
              <a:spcAft>
                <a:spcPts val="0"/>
              </a:spcAft>
              <a:buNone/>
              <a:defRPr sz="1400"/>
            </a:lvl6pPr>
            <a:lvl7pPr lvl="6">
              <a:lnSpc>
                <a:spcPct val="114000"/>
              </a:lnSpc>
              <a:spcBef>
                <a:spcPts val="0"/>
              </a:spcBef>
              <a:spcAft>
                <a:spcPts val="0"/>
              </a:spcAft>
              <a:buNone/>
              <a:defRPr sz="1400"/>
            </a:lvl7pPr>
            <a:lvl8pPr lvl="7">
              <a:lnSpc>
                <a:spcPct val="114000"/>
              </a:lnSpc>
              <a:spcBef>
                <a:spcPts val="0"/>
              </a:spcBef>
              <a:spcAft>
                <a:spcPts val="0"/>
              </a:spcAft>
              <a:buNone/>
              <a:defRPr sz="1400"/>
            </a:lvl8pPr>
            <a:lvl9pPr lvl="8">
              <a:lnSpc>
                <a:spcPct val="114000"/>
              </a:lnSpc>
              <a:spcBef>
                <a:spcPts val="0"/>
              </a:spcBef>
              <a:spcAft>
                <a:spcPts val="0"/>
              </a:spcAft>
              <a:buNone/>
              <a:defRPr sz="1400"/>
            </a:lvl9pPr>
          </a:lstStyle>
          <a:p/>
        </p:txBody>
      </p:sp>
      <p:pic>
        <p:nvPicPr>
          <p:cNvPr id="654" name="Google Shape;654;p40"/>
          <p:cNvPicPr preferRelativeResize="0"/>
          <p:nvPr/>
        </p:nvPicPr>
        <p:blipFill rotWithShape="1">
          <a:blip r:embed="rId3">
            <a:alphaModFix/>
          </a:blip>
          <a:srcRect b="0" l="0" r="0" t="0"/>
          <a:stretch/>
        </p:blipFill>
        <p:spPr>
          <a:xfrm>
            <a:off x="3419450" y="1298452"/>
            <a:ext cx="731700" cy="731684"/>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655" name="Shape 655"/>
        <p:cNvGrpSpPr/>
        <p:nvPr/>
      </p:nvGrpSpPr>
      <p:grpSpPr>
        <a:xfrm>
          <a:off x="0" y="0"/>
          <a:ext cx="0" cy="0"/>
          <a:chOff x="0" y="0"/>
          <a:chExt cx="0" cy="0"/>
        </a:xfrm>
      </p:grpSpPr>
      <p:cxnSp>
        <p:nvCxnSpPr>
          <p:cNvPr id="656" name="Google Shape;656;p4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57" name="Google Shape;657;p4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58" name="Google Shape;658;p4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9" name="Google Shape;659;p4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60" name="Google Shape;660;p4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661" name="Google Shape;661;p41"/>
          <p:cNvSpPr txBox="1"/>
          <p:nvPr>
            <p:ph idx="2" type="subTitle"/>
          </p:nvPr>
        </p:nvSpPr>
        <p:spPr>
          <a:xfrm>
            <a:off x="6855088" y="2788100"/>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2" name="Google Shape;662;p41"/>
          <p:cNvSpPr txBox="1"/>
          <p:nvPr>
            <p:ph idx="3" type="subTitle"/>
          </p:nvPr>
        </p:nvSpPr>
        <p:spPr>
          <a:xfrm>
            <a:off x="6855081" y="2352950"/>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3" name="Google Shape;663;p41"/>
          <p:cNvSpPr txBox="1"/>
          <p:nvPr>
            <p:ph idx="4" type="subTitle"/>
          </p:nvPr>
        </p:nvSpPr>
        <p:spPr>
          <a:xfrm>
            <a:off x="6855088" y="4434375"/>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4" name="Google Shape;664;p41"/>
          <p:cNvSpPr txBox="1"/>
          <p:nvPr>
            <p:ph idx="5" type="subTitle"/>
          </p:nvPr>
        </p:nvSpPr>
        <p:spPr>
          <a:xfrm>
            <a:off x="6855081" y="3999225"/>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5" name="Google Shape;665;p41"/>
          <p:cNvSpPr txBox="1"/>
          <p:nvPr>
            <p:ph idx="6" type="subTitle"/>
          </p:nvPr>
        </p:nvSpPr>
        <p:spPr>
          <a:xfrm>
            <a:off x="2084625" y="2788100"/>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6" name="Google Shape;666;p41"/>
          <p:cNvSpPr txBox="1"/>
          <p:nvPr>
            <p:ph idx="7" type="subTitle"/>
          </p:nvPr>
        </p:nvSpPr>
        <p:spPr>
          <a:xfrm>
            <a:off x="2084600" y="2352950"/>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7" name="Google Shape;667;p41"/>
          <p:cNvSpPr txBox="1"/>
          <p:nvPr>
            <p:ph idx="8" type="subTitle"/>
          </p:nvPr>
        </p:nvSpPr>
        <p:spPr>
          <a:xfrm>
            <a:off x="2084625" y="4434375"/>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8" name="Google Shape;668;p41"/>
          <p:cNvSpPr txBox="1"/>
          <p:nvPr>
            <p:ph idx="9" type="subTitle"/>
          </p:nvPr>
        </p:nvSpPr>
        <p:spPr>
          <a:xfrm>
            <a:off x="2084600" y="3999225"/>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9" name="Google Shape;669;p41"/>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70" name="Google Shape;670;p4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71" name="Google Shape;671;p41"/>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672" name="Shape 672"/>
        <p:cNvGrpSpPr/>
        <p:nvPr/>
      </p:nvGrpSpPr>
      <p:grpSpPr>
        <a:xfrm>
          <a:off x="0" y="0"/>
          <a:ext cx="0" cy="0"/>
          <a:chOff x="0" y="0"/>
          <a:chExt cx="0" cy="0"/>
        </a:xfrm>
      </p:grpSpPr>
      <p:cxnSp>
        <p:nvCxnSpPr>
          <p:cNvPr id="673" name="Google Shape;673;p4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74" name="Google Shape;674;p4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75" name="Google Shape;675;p4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76" name="Google Shape;676;p4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77" name="Google Shape;677;p4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78" name="Google Shape;678;p42"/>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79" name="Google Shape;679;p42"/>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80" name="Google Shape;680;p42"/>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681" name="Google Shape;681;p42"/>
          <p:cNvSpPr txBox="1"/>
          <p:nvPr>
            <p:ph idx="2" type="subTitle"/>
          </p:nvPr>
        </p:nvSpPr>
        <p:spPr>
          <a:xfrm>
            <a:off x="885075"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2" name="Google Shape;682;p42"/>
          <p:cNvSpPr txBox="1"/>
          <p:nvPr>
            <p:ph idx="3" type="subTitle"/>
          </p:nvPr>
        </p:nvSpPr>
        <p:spPr>
          <a:xfrm>
            <a:off x="885050"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3" name="Google Shape;683;p42"/>
          <p:cNvSpPr txBox="1"/>
          <p:nvPr>
            <p:ph idx="4" type="subTitle"/>
          </p:nvPr>
        </p:nvSpPr>
        <p:spPr>
          <a:xfrm>
            <a:off x="8923625"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4" name="Google Shape;684;p42"/>
          <p:cNvSpPr txBox="1"/>
          <p:nvPr>
            <p:ph idx="5" type="subTitle"/>
          </p:nvPr>
        </p:nvSpPr>
        <p:spPr>
          <a:xfrm>
            <a:off x="8923600"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5" name="Google Shape;685;p42"/>
          <p:cNvSpPr txBox="1"/>
          <p:nvPr>
            <p:ph idx="6" type="subTitle"/>
          </p:nvPr>
        </p:nvSpPr>
        <p:spPr>
          <a:xfrm>
            <a:off x="6244108"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6" name="Google Shape;686;p42"/>
          <p:cNvSpPr txBox="1"/>
          <p:nvPr>
            <p:ph idx="7" type="subTitle"/>
          </p:nvPr>
        </p:nvSpPr>
        <p:spPr>
          <a:xfrm>
            <a:off x="6244083"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7" name="Google Shape;687;p42"/>
          <p:cNvSpPr txBox="1"/>
          <p:nvPr>
            <p:ph idx="8" type="subTitle"/>
          </p:nvPr>
        </p:nvSpPr>
        <p:spPr>
          <a:xfrm>
            <a:off x="3564592"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8" name="Google Shape;688;p42"/>
          <p:cNvSpPr txBox="1"/>
          <p:nvPr>
            <p:ph idx="9" type="subTitle"/>
          </p:nvPr>
        </p:nvSpPr>
        <p:spPr>
          <a:xfrm>
            <a:off x="3564567"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9" name="Google Shape;689;p42"/>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90" name="Google Shape;690;p4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91" name="Google Shape;691;p42"/>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692" name="Shape 692"/>
        <p:cNvGrpSpPr/>
        <p:nvPr/>
      </p:nvGrpSpPr>
      <p:grpSpPr>
        <a:xfrm>
          <a:off x="0" y="0"/>
          <a:ext cx="0" cy="0"/>
          <a:chOff x="0" y="0"/>
          <a:chExt cx="0" cy="0"/>
        </a:xfrm>
      </p:grpSpPr>
      <p:sp>
        <p:nvSpPr>
          <p:cNvPr id="693" name="Google Shape;693;p43"/>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solidFill>
                  <a:schemeClr val="accent1"/>
                </a:solidFill>
              </a:defRPr>
            </a:lvl1pPr>
            <a:lvl2pPr lvl="1">
              <a:lnSpc>
                <a:spcPct val="150000"/>
              </a:lnSpc>
              <a:spcBef>
                <a:spcPts val="500"/>
              </a:spcBef>
              <a:spcAft>
                <a:spcPts val="0"/>
              </a:spcAft>
              <a:buNone/>
              <a:defRPr>
                <a:solidFill>
                  <a:schemeClr val="accent1"/>
                </a:solidFill>
              </a:defRPr>
            </a:lvl2pPr>
            <a:lvl3pPr lvl="2">
              <a:lnSpc>
                <a:spcPct val="150000"/>
              </a:lnSpc>
              <a:spcBef>
                <a:spcPts val="500"/>
              </a:spcBef>
              <a:spcAft>
                <a:spcPts val="0"/>
              </a:spcAft>
              <a:buNone/>
              <a:defRPr>
                <a:solidFill>
                  <a:schemeClr val="accent1"/>
                </a:solidFill>
              </a:defRPr>
            </a:lvl3pPr>
            <a:lvl4pPr lvl="3">
              <a:lnSpc>
                <a:spcPct val="150000"/>
              </a:lnSpc>
              <a:spcBef>
                <a:spcPts val="500"/>
              </a:spcBef>
              <a:spcAft>
                <a:spcPts val="0"/>
              </a:spcAft>
              <a:buNone/>
              <a:defRPr>
                <a:solidFill>
                  <a:schemeClr val="accent1"/>
                </a:solidFill>
              </a:defRPr>
            </a:lvl4pPr>
            <a:lvl5pPr lvl="4">
              <a:lnSpc>
                <a:spcPct val="150000"/>
              </a:lnSpc>
              <a:spcBef>
                <a:spcPts val="500"/>
              </a:spcBef>
              <a:spcAft>
                <a:spcPts val="0"/>
              </a:spcAft>
              <a:buNone/>
              <a:defRPr>
                <a:solidFill>
                  <a:schemeClr val="accent1"/>
                </a:solidFill>
              </a:defRPr>
            </a:lvl5pPr>
            <a:lvl6pPr lvl="5">
              <a:lnSpc>
                <a:spcPct val="150000"/>
              </a:lnSpc>
              <a:spcBef>
                <a:spcPts val="500"/>
              </a:spcBef>
              <a:spcAft>
                <a:spcPts val="0"/>
              </a:spcAft>
              <a:buNone/>
              <a:defRPr>
                <a:solidFill>
                  <a:schemeClr val="accent1"/>
                </a:solidFill>
              </a:defRPr>
            </a:lvl6pPr>
            <a:lvl7pPr lvl="6">
              <a:lnSpc>
                <a:spcPct val="150000"/>
              </a:lnSpc>
              <a:spcBef>
                <a:spcPts val="500"/>
              </a:spcBef>
              <a:spcAft>
                <a:spcPts val="0"/>
              </a:spcAft>
              <a:buNone/>
              <a:defRPr>
                <a:solidFill>
                  <a:schemeClr val="accent1"/>
                </a:solidFill>
              </a:defRPr>
            </a:lvl7pPr>
            <a:lvl8pPr lvl="7">
              <a:lnSpc>
                <a:spcPct val="150000"/>
              </a:lnSpc>
              <a:spcBef>
                <a:spcPts val="500"/>
              </a:spcBef>
              <a:spcAft>
                <a:spcPts val="0"/>
              </a:spcAft>
              <a:buNone/>
              <a:defRPr>
                <a:solidFill>
                  <a:schemeClr val="accent1"/>
                </a:solidFill>
              </a:defRPr>
            </a:lvl8pPr>
            <a:lvl9pPr lvl="8">
              <a:lnSpc>
                <a:spcPct val="150000"/>
              </a:lnSpc>
              <a:spcBef>
                <a:spcPts val="500"/>
              </a:spcBef>
              <a:spcAft>
                <a:spcPts val="500"/>
              </a:spcAft>
              <a:buNone/>
              <a:defRPr>
                <a:solidFill>
                  <a:schemeClr val="accent1"/>
                </a:solidFill>
              </a:defRPr>
            </a:lvl9pPr>
          </a:lstStyle>
          <a:p/>
        </p:txBody>
      </p:sp>
      <p:sp>
        <p:nvSpPr>
          <p:cNvPr id="694" name="Google Shape;694;p43"/>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2400"/>
            </a:lvl1pPr>
            <a:lvl2pPr lvl="1">
              <a:lnSpc>
                <a:spcPct val="140000"/>
              </a:lnSpc>
              <a:spcBef>
                <a:spcPts val="0"/>
              </a:spcBef>
              <a:spcAft>
                <a:spcPts val="0"/>
              </a:spcAft>
              <a:buNone/>
              <a:defRPr sz="2400"/>
            </a:lvl2pPr>
            <a:lvl3pPr lvl="2">
              <a:lnSpc>
                <a:spcPct val="140000"/>
              </a:lnSpc>
              <a:spcBef>
                <a:spcPts val="0"/>
              </a:spcBef>
              <a:spcAft>
                <a:spcPts val="0"/>
              </a:spcAft>
              <a:buNone/>
              <a:defRPr sz="2400"/>
            </a:lvl3pPr>
            <a:lvl4pPr lvl="3">
              <a:lnSpc>
                <a:spcPct val="140000"/>
              </a:lnSpc>
              <a:spcBef>
                <a:spcPts val="0"/>
              </a:spcBef>
              <a:spcAft>
                <a:spcPts val="0"/>
              </a:spcAft>
              <a:buNone/>
              <a:defRPr sz="2400"/>
            </a:lvl4pPr>
            <a:lvl5pPr lvl="4">
              <a:lnSpc>
                <a:spcPct val="140000"/>
              </a:lnSpc>
              <a:spcBef>
                <a:spcPts val="0"/>
              </a:spcBef>
              <a:spcAft>
                <a:spcPts val="0"/>
              </a:spcAft>
              <a:buNone/>
              <a:defRPr sz="2400"/>
            </a:lvl5pPr>
            <a:lvl6pPr lvl="5">
              <a:lnSpc>
                <a:spcPct val="140000"/>
              </a:lnSpc>
              <a:spcBef>
                <a:spcPts val="0"/>
              </a:spcBef>
              <a:spcAft>
                <a:spcPts val="0"/>
              </a:spcAft>
              <a:buNone/>
              <a:defRPr sz="2400"/>
            </a:lvl6pPr>
            <a:lvl7pPr lvl="6">
              <a:lnSpc>
                <a:spcPct val="140000"/>
              </a:lnSpc>
              <a:spcBef>
                <a:spcPts val="0"/>
              </a:spcBef>
              <a:spcAft>
                <a:spcPts val="0"/>
              </a:spcAft>
              <a:buNone/>
              <a:defRPr sz="2400"/>
            </a:lvl7pPr>
            <a:lvl8pPr lvl="7">
              <a:lnSpc>
                <a:spcPct val="140000"/>
              </a:lnSpc>
              <a:spcBef>
                <a:spcPts val="0"/>
              </a:spcBef>
              <a:spcAft>
                <a:spcPts val="0"/>
              </a:spcAft>
              <a:buNone/>
              <a:defRPr sz="2400"/>
            </a:lvl8pPr>
            <a:lvl9pPr lvl="8">
              <a:lnSpc>
                <a:spcPct val="140000"/>
              </a:lnSpc>
              <a:spcBef>
                <a:spcPts val="0"/>
              </a:spcBef>
              <a:spcAft>
                <a:spcPts val="0"/>
              </a:spcAft>
              <a:buNone/>
              <a:defRPr sz="2400"/>
            </a:lvl9pPr>
          </a:lstStyle>
          <a:p/>
        </p:txBody>
      </p:sp>
      <p:sp>
        <p:nvSpPr>
          <p:cNvPr id="695" name="Google Shape;695;p43"/>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696" name="Google Shape;696;p4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97" name="Google Shape;697;p4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98" name="Google Shape;698;p4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99" name="Google Shape;699;p4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00" name="Google Shape;700;p4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01" name="Google Shape;701;p43"/>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2" name="Google Shape;702;p43"/>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03" name="Google Shape;703;p43"/>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4" name="Google Shape;704;p43"/>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05" name="Google Shape;705;p43"/>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6" name="Google Shape;706;p43"/>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707" name="Shape 707"/>
        <p:cNvGrpSpPr/>
        <p:nvPr/>
      </p:nvGrpSpPr>
      <p:grpSpPr>
        <a:xfrm>
          <a:off x="0" y="0"/>
          <a:ext cx="0" cy="0"/>
          <a:chOff x="0" y="0"/>
          <a:chExt cx="0" cy="0"/>
        </a:xfrm>
      </p:grpSpPr>
      <p:cxnSp>
        <p:nvCxnSpPr>
          <p:cNvPr id="708" name="Google Shape;708;p4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09" name="Google Shape;709;p4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10" name="Google Shape;710;p4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11" name="Google Shape;711;p4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12" name="Google Shape;712;p4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713" name="Google Shape;713;p44"/>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714" name="Google Shape;714;p44"/>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715" name="Google Shape;715;p44"/>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16" name="Google Shape;716;p44"/>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17" name="Google Shape;717;p44"/>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18" name="Google Shape;718;p44"/>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19" name="Google Shape;719;p44"/>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20" name="Google Shape;720;p44"/>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21" name="Google Shape;721;p44"/>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22" name="Google Shape;722;p4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23" name="Google Shape;723;p44"/>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724" name="Shape 724"/>
        <p:cNvGrpSpPr/>
        <p:nvPr/>
      </p:nvGrpSpPr>
      <p:grpSpPr>
        <a:xfrm>
          <a:off x="0" y="0"/>
          <a:ext cx="0" cy="0"/>
          <a:chOff x="0" y="0"/>
          <a:chExt cx="0" cy="0"/>
        </a:xfrm>
      </p:grpSpPr>
      <p:cxnSp>
        <p:nvCxnSpPr>
          <p:cNvPr id="725" name="Google Shape;725;p4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26" name="Google Shape;726;p4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27" name="Google Shape;727;p4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28" name="Google Shape;728;p4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29" name="Google Shape;729;p4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30" name="Google Shape;730;p45"/>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a:lnSpc>
                <a:spcPct val="113000"/>
              </a:lnSpc>
              <a:spcBef>
                <a:spcPts val="0"/>
              </a:spcBef>
              <a:spcAft>
                <a:spcPts val="0"/>
              </a:spcAft>
              <a:buNone/>
              <a:defRPr/>
            </a:lvl1pPr>
            <a:lvl2pPr lvl="1">
              <a:lnSpc>
                <a:spcPct val="113000"/>
              </a:lnSpc>
              <a:spcBef>
                <a:spcPts val="2000"/>
              </a:spcBef>
              <a:spcAft>
                <a:spcPts val="0"/>
              </a:spcAft>
              <a:buNone/>
              <a:defRPr/>
            </a:lvl2pPr>
            <a:lvl3pPr lvl="2">
              <a:lnSpc>
                <a:spcPct val="113000"/>
              </a:lnSpc>
              <a:spcBef>
                <a:spcPts val="2000"/>
              </a:spcBef>
              <a:spcAft>
                <a:spcPts val="0"/>
              </a:spcAft>
              <a:buNone/>
              <a:defRPr/>
            </a:lvl3pPr>
            <a:lvl4pPr lvl="3">
              <a:lnSpc>
                <a:spcPct val="113000"/>
              </a:lnSpc>
              <a:spcBef>
                <a:spcPts val="2000"/>
              </a:spcBef>
              <a:spcAft>
                <a:spcPts val="0"/>
              </a:spcAft>
              <a:buNone/>
              <a:defRPr/>
            </a:lvl4pPr>
            <a:lvl5pPr lvl="4">
              <a:lnSpc>
                <a:spcPct val="113000"/>
              </a:lnSpc>
              <a:spcBef>
                <a:spcPts val="2000"/>
              </a:spcBef>
              <a:spcAft>
                <a:spcPts val="0"/>
              </a:spcAft>
              <a:buNone/>
              <a:defRPr/>
            </a:lvl5pPr>
            <a:lvl6pPr lvl="5">
              <a:lnSpc>
                <a:spcPct val="113000"/>
              </a:lnSpc>
              <a:spcBef>
                <a:spcPts val="2000"/>
              </a:spcBef>
              <a:spcAft>
                <a:spcPts val="0"/>
              </a:spcAft>
              <a:buNone/>
              <a:defRPr/>
            </a:lvl6pPr>
            <a:lvl7pPr lvl="6">
              <a:lnSpc>
                <a:spcPct val="113000"/>
              </a:lnSpc>
              <a:spcBef>
                <a:spcPts val="2000"/>
              </a:spcBef>
              <a:spcAft>
                <a:spcPts val="0"/>
              </a:spcAft>
              <a:buNone/>
              <a:defRPr/>
            </a:lvl7pPr>
            <a:lvl8pPr lvl="7">
              <a:lnSpc>
                <a:spcPct val="113000"/>
              </a:lnSpc>
              <a:spcBef>
                <a:spcPts val="2000"/>
              </a:spcBef>
              <a:spcAft>
                <a:spcPts val="0"/>
              </a:spcAft>
              <a:buNone/>
              <a:defRPr/>
            </a:lvl8pPr>
            <a:lvl9pPr lvl="8">
              <a:lnSpc>
                <a:spcPct val="113000"/>
              </a:lnSpc>
              <a:spcBef>
                <a:spcPts val="2000"/>
              </a:spcBef>
              <a:spcAft>
                <a:spcPts val="2000"/>
              </a:spcAft>
              <a:buNone/>
              <a:defRPr/>
            </a:lvl9pPr>
          </a:lstStyle>
          <a:p/>
        </p:txBody>
      </p:sp>
      <p:sp>
        <p:nvSpPr>
          <p:cNvPr id="731" name="Google Shape;731;p4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32" name="Google Shape;732;p4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33" name="Google Shape;733;p45"/>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734" name="Shape 734"/>
        <p:cNvGrpSpPr/>
        <p:nvPr/>
      </p:nvGrpSpPr>
      <p:grpSpPr>
        <a:xfrm>
          <a:off x="0" y="0"/>
          <a:ext cx="0" cy="0"/>
          <a:chOff x="0" y="0"/>
          <a:chExt cx="0" cy="0"/>
        </a:xfrm>
      </p:grpSpPr>
      <p:cxnSp>
        <p:nvCxnSpPr>
          <p:cNvPr id="735" name="Google Shape;735;p4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36" name="Google Shape;736;p4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37" name="Google Shape;737;p4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38" name="Google Shape;738;p4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39" name="Google Shape;739;p4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40" name="Google Shape;740;p46"/>
          <p:cNvSpPr txBox="1"/>
          <p:nvPr>
            <p:ph idx="2" type="subTitle"/>
          </p:nvPr>
        </p:nvSpPr>
        <p:spPr>
          <a:xfrm>
            <a:off x="2087850" y="2416425"/>
            <a:ext cx="8044800" cy="13041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a:solidFill>
                  <a:schemeClr val="accent1"/>
                </a:solidFill>
              </a:defRPr>
            </a:lvl1pPr>
            <a:lvl2pPr lvl="1">
              <a:spcBef>
                <a:spcPts val="500"/>
              </a:spcBef>
              <a:spcAft>
                <a:spcPts val="0"/>
              </a:spcAft>
              <a:buNone/>
              <a:defRPr>
                <a:solidFill>
                  <a:schemeClr val="accent1"/>
                </a:solidFill>
              </a:defRPr>
            </a:lvl2pPr>
            <a:lvl3pPr lvl="2">
              <a:spcBef>
                <a:spcPts val="500"/>
              </a:spcBef>
              <a:spcAft>
                <a:spcPts val="0"/>
              </a:spcAft>
              <a:buNone/>
              <a:defRPr>
                <a:solidFill>
                  <a:schemeClr val="accent1"/>
                </a:solidFill>
              </a:defRPr>
            </a:lvl3pPr>
            <a:lvl4pPr lvl="3">
              <a:spcBef>
                <a:spcPts val="500"/>
              </a:spcBef>
              <a:spcAft>
                <a:spcPts val="0"/>
              </a:spcAft>
              <a:buNone/>
              <a:defRPr>
                <a:solidFill>
                  <a:schemeClr val="accent1"/>
                </a:solidFill>
              </a:defRPr>
            </a:lvl4pPr>
            <a:lvl5pPr lvl="4">
              <a:spcBef>
                <a:spcPts val="500"/>
              </a:spcBef>
              <a:spcAft>
                <a:spcPts val="0"/>
              </a:spcAft>
              <a:buNone/>
              <a:defRPr>
                <a:solidFill>
                  <a:schemeClr val="accent1"/>
                </a:solidFill>
              </a:defRPr>
            </a:lvl5pPr>
            <a:lvl6pPr lvl="5">
              <a:spcBef>
                <a:spcPts val="500"/>
              </a:spcBef>
              <a:spcAft>
                <a:spcPts val="0"/>
              </a:spcAft>
              <a:buNone/>
              <a:defRPr>
                <a:solidFill>
                  <a:schemeClr val="accent1"/>
                </a:solidFill>
              </a:defRPr>
            </a:lvl6pPr>
            <a:lvl7pPr lvl="6">
              <a:spcBef>
                <a:spcPts val="500"/>
              </a:spcBef>
              <a:spcAft>
                <a:spcPts val="0"/>
              </a:spcAft>
              <a:buNone/>
              <a:defRPr>
                <a:solidFill>
                  <a:schemeClr val="accent1"/>
                </a:solidFill>
              </a:defRPr>
            </a:lvl7pPr>
            <a:lvl8pPr lvl="7">
              <a:spcBef>
                <a:spcPts val="500"/>
              </a:spcBef>
              <a:spcAft>
                <a:spcPts val="0"/>
              </a:spcAft>
              <a:buNone/>
              <a:defRPr>
                <a:solidFill>
                  <a:schemeClr val="accent1"/>
                </a:solidFill>
              </a:defRPr>
            </a:lvl8pPr>
            <a:lvl9pPr lvl="8">
              <a:spcBef>
                <a:spcPts val="500"/>
              </a:spcBef>
              <a:spcAft>
                <a:spcPts val="500"/>
              </a:spcAft>
              <a:buNone/>
              <a:defRPr>
                <a:solidFill>
                  <a:schemeClr val="accent1"/>
                </a:solidFill>
              </a:defRPr>
            </a:lvl9pPr>
          </a:lstStyle>
          <a:p/>
        </p:txBody>
      </p:sp>
      <p:sp>
        <p:nvSpPr>
          <p:cNvPr id="741" name="Google Shape;741;p46"/>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42" name="Google Shape;742;p4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43" name="Google Shape;743;p46"/>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744" name="Shape 744"/>
        <p:cNvGrpSpPr/>
        <p:nvPr/>
      </p:nvGrpSpPr>
      <p:grpSpPr>
        <a:xfrm>
          <a:off x="0" y="0"/>
          <a:ext cx="0" cy="0"/>
          <a:chOff x="0" y="0"/>
          <a:chExt cx="0" cy="0"/>
        </a:xfrm>
      </p:grpSpPr>
      <p:sp>
        <p:nvSpPr>
          <p:cNvPr id="745" name="Google Shape;745;p47"/>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sz="2800">
                <a:solidFill>
                  <a:schemeClr val="accent1"/>
                </a:solidFill>
              </a:defRPr>
            </a:lvl1pPr>
            <a:lvl2pPr lvl="1">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746" name="Google Shape;746;p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747" name="Google Shape;747;p4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48" name="Google Shape;748;p4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49" name="Google Shape;749;p4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50" name="Google Shape;750;p4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51" name="Google Shape;751;p4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752" name="Shape 752"/>
        <p:cNvGrpSpPr/>
        <p:nvPr/>
      </p:nvGrpSpPr>
      <p:grpSpPr>
        <a:xfrm>
          <a:off x="0" y="0"/>
          <a:ext cx="0" cy="0"/>
          <a:chOff x="0" y="0"/>
          <a:chExt cx="0" cy="0"/>
        </a:xfrm>
      </p:grpSpPr>
      <p:sp>
        <p:nvSpPr>
          <p:cNvPr id="753" name="Google Shape;753;p48"/>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754" name="Google Shape;754;p48"/>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755" name="Google Shape;755;p48"/>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rgbClr val="FFFFFF"/>
              </a:buClr>
              <a:buSzPts val="4800"/>
              <a:buNone/>
              <a:defRPr sz="4800">
                <a:solidFill>
                  <a:srgbClr val="FFFFFF"/>
                </a:solidFill>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cxnSp>
        <p:nvCxnSpPr>
          <p:cNvPr id="756" name="Google Shape;756;p4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57" name="Google Shape;757;p4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758" name="Google Shape;758;p4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759" name="Google Shape;759;p48"/>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760" name="Google Shape;760;p4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lt1"/>
                </a:solidFill>
                <a:latin typeface="Red Hat Text Medium"/>
                <a:ea typeface="Red Hat Text Medium"/>
                <a:cs typeface="Red Hat Text Medium"/>
                <a:sym typeface="Red Hat Text Medium"/>
              </a:defRPr>
            </a:lvl1pPr>
            <a:lvl2pPr lvl="1" algn="ctr">
              <a:buNone/>
              <a:defRPr sz="800">
                <a:solidFill>
                  <a:schemeClr val="lt1"/>
                </a:solidFill>
                <a:latin typeface="Red Hat Text Medium"/>
                <a:ea typeface="Red Hat Text Medium"/>
                <a:cs typeface="Red Hat Text Medium"/>
                <a:sym typeface="Red Hat Text Medium"/>
              </a:defRPr>
            </a:lvl2pPr>
            <a:lvl3pPr lvl="2" algn="ctr">
              <a:buNone/>
              <a:defRPr sz="800">
                <a:solidFill>
                  <a:schemeClr val="lt1"/>
                </a:solidFill>
                <a:latin typeface="Red Hat Text Medium"/>
                <a:ea typeface="Red Hat Text Medium"/>
                <a:cs typeface="Red Hat Text Medium"/>
                <a:sym typeface="Red Hat Text Medium"/>
              </a:defRPr>
            </a:lvl3pPr>
            <a:lvl4pPr lvl="3" algn="ctr">
              <a:buNone/>
              <a:defRPr sz="800">
                <a:solidFill>
                  <a:schemeClr val="lt1"/>
                </a:solidFill>
                <a:latin typeface="Red Hat Text Medium"/>
                <a:ea typeface="Red Hat Text Medium"/>
                <a:cs typeface="Red Hat Text Medium"/>
                <a:sym typeface="Red Hat Text Medium"/>
              </a:defRPr>
            </a:lvl4pPr>
            <a:lvl5pPr lvl="4" algn="ctr">
              <a:buNone/>
              <a:defRPr sz="800">
                <a:solidFill>
                  <a:schemeClr val="lt1"/>
                </a:solidFill>
                <a:latin typeface="Red Hat Text Medium"/>
                <a:ea typeface="Red Hat Text Medium"/>
                <a:cs typeface="Red Hat Text Medium"/>
                <a:sym typeface="Red Hat Text Medium"/>
              </a:defRPr>
            </a:lvl5pPr>
            <a:lvl6pPr lvl="5" algn="ctr">
              <a:buNone/>
              <a:defRPr sz="800">
                <a:solidFill>
                  <a:schemeClr val="lt1"/>
                </a:solidFill>
                <a:latin typeface="Red Hat Text Medium"/>
                <a:ea typeface="Red Hat Text Medium"/>
                <a:cs typeface="Red Hat Text Medium"/>
                <a:sym typeface="Red Hat Text Medium"/>
              </a:defRPr>
            </a:lvl6pPr>
            <a:lvl7pPr lvl="6" algn="ctr">
              <a:buNone/>
              <a:defRPr sz="800">
                <a:solidFill>
                  <a:schemeClr val="lt1"/>
                </a:solidFill>
                <a:latin typeface="Red Hat Text Medium"/>
                <a:ea typeface="Red Hat Text Medium"/>
                <a:cs typeface="Red Hat Text Medium"/>
                <a:sym typeface="Red Hat Text Medium"/>
              </a:defRPr>
            </a:lvl7pPr>
            <a:lvl8pPr lvl="7" algn="ctr">
              <a:buNone/>
              <a:defRPr sz="800">
                <a:solidFill>
                  <a:schemeClr val="lt1"/>
                </a:solidFill>
                <a:latin typeface="Red Hat Text Medium"/>
                <a:ea typeface="Red Hat Text Medium"/>
                <a:cs typeface="Red Hat Text Medium"/>
                <a:sym typeface="Red Hat Text Medium"/>
              </a:defRPr>
            </a:lvl8pPr>
            <a:lvl9pPr lvl="8"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761" name="Google Shape;761;p48"/>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lt1"/>
                </a:solidFill>
              </a:defRPr>
            </a:lvl1pPr>
            <a:lvl2pPr lvl="1">
              <a:lnSpc>
                <a:spcPct val="115000"/>
              </a:lnSpc>
              <a:spcBef>
                <a:spcPts val="0"/>
              </a:spcBef>
              <a:spcAft>
                <a:spcPts val="0"/>
              </a:spcAft>
              <a:buNone/>
              <a:defRPr sz="800">
                <a:solidFill>
                  <a:schemeClr val="lt1"/>
                </a:solidFill>
              </a:defRPr>
            </a:lvl2pPr>
            <a:lvl3pPr lvl="2">
              <a:lnSpc>
                <a:spcPct val="115000"/>
              </a:lnSpc>
              <a:spcBef>
                <a:spcPts val="0"/>
              </a:spcBef>
              <a:spcAft>
                <a:spcPts val="0"/>
              </a:spcAft>
              <a:buNone/>
              <a:defRPr sz="800">
                <a:solidFill>
                  <a:schemeClr val="lt1"/>
                </a:solidFill>
              </a:defRPr>
            </a:lvl3pPr>
            <a:lvl4pPr lvl="3">
              <a:lnSpc>
                <a:spcPct val="115000"/>
              </a:lnSpc>
              <a:spcBef>
                <a:spcPts val="0"/>
              </a:spcBef>
              <a:spcAft>
                <a:spcPts val="0"/>
              </a:spcAft>
              <a:buNone/>
              <a:defRPr sz="800">
                <a:solidFill>
                  <a:schemeClr val="lt1"/>
                </a:solidFill>
              </a:defRPr>
            </a:lvl4pPr>
            <a:lvl5pPr lvl="4">
              <a:lnSpc>
                <a:spcPct val="115000"/>
              </a:lnSpc>
              <a:spcBef>
                <a:spcPts val="0"/>
              </a:spcBef>
              <a:spcAft>
                <a:spcPts val="0"/>
              </a:spcAft>
              <a:buNone/>
              <a:defRPr sz="800">
                <a:solidFill>
                  <a:schemeClr val="lt1"/>
                </a:solidFill>
              </a:defRPr>
            </a:lvl5pPr>
            <a:lvl6pPr lvl="5">
              <a:lnSpc>
                <a:spcPct val="115000"/>
              </a:lnSpc>
              <a:spcBef>
                <a:spcPts val="0"/>
              </a:spcBef>
              <a:spcAft>
                <a:spcPts val="0"/>
              </a:spcAft>
              <a:buNone/>
              <a:defRPr sz="800">
                <a:solidFill>
                  <a:schemeClr val="lt1"/>
                </a:solidFill>
              </a:defRPr>
            </a:lvl6pPr>
            <a:lvl7pPr lvl="6">
              <a:lnSpc>
                <a:spcPct val="115000"/>
              </a:lnSpc>
              <a:spcBef>
                <a:spcPts val="0"/>
              </a:spcBef>
              <a:spcAft>
                <a:spcPts val="0"/>
              </a:spcAft>
              <a:buNone/>
              <a:defRPr sz="800">
                <a:solidFill>
                  <a:schemeClr val="lt1"/>
                </a:solidFill>
              </a:defRPr>
            </a:lvl7pPr>
            <a:lvl8pPr lvl="7">
              <a:lnSpc>
                <a:spcPct val="115000"/>
              </a:lnSpc>
              <a:spcBef>
                <a:spcPts val="0"/>
              </a:spcBef>
              <a:spcAft>
                <a:spcPts val="0"/>
              </a:spcAft>
              <a:buNone/>
              <a:defRPr sz="800">
                <a:solidFill>
                  <a:schemeClr val="lt1"/>
                </a:solidFill>
              </a:defRPr>
            </a:lvl8pPr>
            <a:lvl9pPr lvl="8">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762" name="Shape 762"/>
        <p:cNvGrpSpPr/>
        <p:nvPr/>
      </p:nvGrpSpPr>
      <p:grpSpPr>
        <a:xfrm>
          <a:off x="0" y="0"/>
          <a:ext cx="0" cy="0"/>
          <a:chOff x="0" y="0"/>
          <a:chExt cx="0" cy="0"/>
        </a:xfrm>
      </p:grpSpPr>
      <p:cxnSp>
        <p:nvCxnSpPr>
          <p:cNvPr id="763" name="Google Shape;763;p4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64" name="Google Shape;764;p4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765" name="Google Shape;765;p4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66" name="Google Shape;766;p4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dk1"/>
                </a:solidFill>
                <a:latin typeface="Red Hat Text Medium"/>
                <a:ea typeface="Red Hat Text Medium"/>
                <a:cs typeface="Red Hat Text Medium"/>
                <a:sym typeface="Red Hat Text Medium"/>
              </a:defRPr>
            </a:lvl1pPr>
            <a:lvl2pPr lvl="1" algn="ctr">
              <a:buNone/>
              <a:defRPr sz="800">
                <a:solidFill>
                  <a:schemeClr val="dk1"/>
                </a:solidFill>
                <a:latin typeface="Red Hat Text Medium"/>
                <a:ea typeface="Red Hat Text Medium"/>
                <a:cs typeface="Red Hat Text Medium"/>
                <a:sym typeface="Red Hat Text Medium"/>
              </a:defRPr>
            </a:lvl2pPr>
            <a:lvl3pPr lvl="2" algn="ctr">
              <a:buNone/>
              <a:defRPr sz="800">
                <a:solidFill>
                  <a:schemeClr val="dk1"/>
                </a:solidFill>
                <a:latin typeface="Red Hat Text Medium"/>
                <a:ea typeface="Red Hat Text Medium"/>
                <a:cs typeface="Red Hat Text Medium"/>
                <a:sym typeface="Red Hat Text Medium"/>
              </a:defRPr>
            </a:lvl3pPr>
            <a:lvl4pPr lvl="3" algn="ctr">
              <a:buNone/>
              <a:defRPr sz="800">
                <a:solidFill>
                  <a:schemeClr val="dk1"/>
                </a:solidFill>
                <a:latin typeface="Red Hat Text Medium"/>
                <a:ea typeface="Red Hat Text Medium"/>
                <a:cs typeface="Red Hat Text Medium"/>
                <a:sym typeface="Red Hat Text Medium"/>
              </a:defRPr>
            </a:lvl4pPr>
            <a:lvl5pPr lvl="4" algn="ctr">
              <a:buNone/>
              <a:defRPr sz="800">
                <a:solidFill>
                  <a:schemeClr val="dk1"/>
                </a:solidFill>
                <a:latin typeface="Red Hat Text Medium"/>
                <a:ea typeface="Red Hat Text Medium"/>
                <a:cs typeface="Red Hat Text Medium"/>
                <a:sym typeface="Red Hat Text Medium"/>
              </a:defRPr>
            </a:lvl5pPr>
            <a:lvl6pPr lvl="5" algn="ctr">
              <a:buNone/>
              <a:defRPr sz="800">
                <a:solidFill>
                  <a:schemeClr val="dk1"/>
                </a:solidFill>
                <a:latin typeface="Red Hat Text Medium"/>
                <a:ea typeface="Red Hat Text Medium"/>
                <a:cs typeface="Red Hat Text Medium"/>
                <a:sym typeface="Red Hat Text Medium"/>
              </a:defRPr>
            </a:lvl6pPr>
            <a:lvl7pPr lvl="6" algn="ctr">
              <a:buNone/>
              <a:defRPr sz="800">
                <a:solidFill>
                  <a:schemeClr val="dk1"/>
                </a:solidFill>
                <a:latin typeface="Red Hat Text Medium"/>
                <a:ea typeface="Red Hat Text Medium"/>
                <a:cs typeface="Red Hat Text Medium"/>
                <a:sym typeface="Red Hat Text Medium"/>
              </a:defRPr>
            </a:lvl7pPr>
            <a:lvl8pPr lvl="7" algn="ctr">
              <a:buNone/>
              <a:defRPr sz="800">
                <a:solidFill>
                  <a:schemeClr val="dk1"/>
                </a:solidFill>
                <a:latin typeface="Red Hat Text Medium"/>
                <a:ea typeface="Red Hat Text Medium"/>
                <a:cs typeface="Red Hat Text Medium"/>
                <a:sym typeface="Red Hat Text Medium"/>
              </a:defRPr>
            </a:lvl8pPr>
            <a:lvl9pPr lvl="8"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67" name="Google Shape;767;p4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68" name="Google Shape;768;p4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69" name="Google Shape;769;p49"/>
          <p:cNvSpPr txBox="1"/>
          <p:nvPr>
            <p:ph idx="3"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70" name="Google Shape;770;p49"/>
          <p:cNvSpPr txBox="1"/>
          <p:nvPr>
            <p:ph idx="4"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71" name="Google Shape;771;p49"/>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772" name="Shape 772"/>
        <p:cNvGrpSpPr/>
        <p:nvPr/>
      </p:nvGrpSpPr>
      <p:grpSpPr>
        <a:xfrm>
          <a:off x="0" y="0"/>
          <a:ext cx="0" cy="0"/>
          <a:chOff x="0" y="0"/>
          <a:chExt cx="0" cy="0"/>
        </a:xfrm>
      </p:grpSpPr>
      <p:cxnSp>
        <p:nvCxnSpPr>
          <p:cNvPr id="773" name="Google Shape;773;p5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74" name="Google Shape;774;p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775" name="Google Shape;775;p5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76" name="Google Shape;776;p5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dk1"/>
                </a:solidFill>
                <a:latin typeface="Red Hat Text Medium"/>
                <a:ea typeface="Red Hat Text Medium"/>
                <a:cs typeface="Red Hat Text Medium"/>
                <a:sym typeface="Red Hat Text Medium"/>
              </a:defRPr>
            </a:lvl1pPr>
            <a:lvl2pPr lvl="1" algn="ctr">
              <a:buNone/>
              <a:defRPr sz="800">
                <a:solidFill>
                  <a:schemeClr val="dk1"/>
                </a:solidFill>
                <a:latin typeface="Red Hat Text Medium"/>
                <a:ea typeface="Red Hat Text Medium"/>
                <a:cs typeface="Red Hat Text Medium"/>
                <a:sym typeface="Red Hat Text Medium"/>
              </a:defRPr>
            </a:lvl2pPr>
            <a:lvl3pPr lvl="2" algn="ctr">
              <a:buNone/>
              <a:defRPr sz="800">
                <a:solidFill>
                  <a:schemeClr val="dk1"/>
                </a:solidFill>
                <a:latin typeface="Red Hat Text Medium"/>
                <a:ea typeface="Red Hat Text Medium"/>
                <a:cs typeface="Red Hat Text Medium"/>
                <a:sym typeface="Red Hat Text Medium"/>
              </a:defRPr>
            </a:lvl3pPr>
            <a:lvl4pPr lvl="3" algn="ctr">
              <a:buNone/>
              <a:defRPr sz="800">
                <a:solidFill>
                  <a:schemeClr val="dk1"/>
                </a:solidFill>
                <a:latin typeface="Red Hat Text Medium"/>
                <a:ea typeface="Red Hat Text Medium"/>
                <a:cs typeface="Red Hat Text Medium"/>
                <a:sym typeface="Red Hat Text Medium"/>
              </a:defRPr>
            </a:lvl4pPr>
            <a:lvl5pPr lvl="4" algn="ctr">
              <a:buNone/>
              <a:defRPr sz="800">
                <a:solidFill>
                  <a:schemeClr val="dk1"/>
                </a:solidFill>
                <a:latin typeface="Red Hat Text Medium"/>
                <a:ea typeface="Red Hat Text Medium"/>
                <a:cs typeface="Red Hat Text Medium"/>
                <a:sym typeface="Red Hat Text Medium"/>
              </a:defRPr>
            </a:lvl5pPr>
            <a:lvl6pPr lvl="5" algn="ctr">
              <a:buNone/>
              <a:defRPr sz="800">
                <a:solidFill>
                  <a:schemeClr val="dk1"/>
                </a:solidFill>
                <a:latin typeface="Red Hat Text Medium"/>
                <a:ea typeface="Red Hat Text Medium"/>
                <a:cs typeface="Red Hat Text Medium"/>
                <a:sym typeface="Red Hat Text Medium"/>
              </a:defRPr>
            </a:lvl6pPr>
            <a:lvl7pPr lvl="6" algn="ctr">
              <a:buNone/>
              <a:defRPr sz="800">
                <a:solidFill>
                  <a:schemeClr val="dk1"/>
                </a:solidFill>
                <a:latin typeface="Red Hat Text Medium"/>
                <a:ea typeface="Red Hat Text Medium"/>
                <a:cs typeface="Red Hat Text Medium"/>
                <a:sym typeface="Red Hat Text Medium"/>
              </a:defRPr>
            </a:lvl7pPr>
            <a:lvl8pPr lvl="7" algn="ctr">
              <a:buNone/>
              <a:defRPr sz="800">
                <a:solidFill>
                  <a:schemeClr val="dk1"/>
                </a:solidFill>
                <a:latin typeface="Red Hat Text Medium"/>
                <a:ea typeface="Red Hat Text Medium"/>
                <a:cs typeface="Red Hat Text Medium"/>
                <a:sym typeface="Red Hat Text Medium"/>
              </a:defRPr>
            </a:lvl8pPr>
            <a:lvl9pPr lvl="8"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77" name="Google Shape;777;p5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78" name="Google Shape;778;p5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79" name="Google Shape;779;p50"/>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80" name="Google Shape;780;p50"/>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p:cSld name="CUSTOM_4_21_3">
    <p:spTree>
      <p:nvGrpSpPr>
        <p:cNvPr id="781" name="Shape 781"/>
        <p:cNvGrpSpPr/>
        <p:nvPr/>
      </p:nvGrpSpPr>
      <p:grpSpPr>
        <a:xfrm>
          <a:off x="0" y="0"/>
          <a:ext cx="0" cy="0"/>
          <a:chOff x="0" y="0"/>
          <a:chExt cx="0" cy="0"/>
        </a:xfrm>
      </p:grpSpPr>
      <p:sp>
        <p:nvSpPr>
          <p:cNvPr id="782" name="Google Shape;782;p51"/>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700">
                <a:solidFill>
                  <a:srgbClr val="000000"/>
                </a:solidFill>
              </a:defRPr>
            </a:lvl1pPr>
            <a:lvl2pPr lvl="1" algn="ctr">
              <a:lnSpc>
                <a:spcPct val="130000"/>
              </a:lnSpc>
              <a:spcBef>
                <a:spcPts val="0"/>
              </a:spcBef>
              <a:spcAft>
                <a:spcPts val="0"/>
              </a:spcAft>
              <a:buNone/>
              <a:defRPr sz="2700">
                <a:solidFill>
                  <a:srgbClr val="000000"/>
                </a:solidFill>
              </a:defRPr>
            </a:lvl2pPr>
            <a:lvl3pPr lvl="2" algn="ctr">
              <a:lnSpc>
                <a:spcPct val="130000"/>
              </a:lnSpc>
              <a:spcBef>
                <a:spcPts val="0"/>
              </a:spcBef>
              <a:spcAft>
                <a:spcPts val="0"/>
              </a:spcAft>
              <a:buNone/>
              <a:defRPr sz="2700">
                <a:solidFill>
                  <a:srgbClr val="000000"/>
                </a:solidFill>
              </a:defRPr>
            </a:lvl3pPr>
            <a:lvl4pPr lvl="3" algn="ctr">
              <a:lnSpc>
                <a:spcPct val="130000"/>
              </a:lnSpc>
              <a:spcBef>
                <a:spcPts val="0"/>
              </a:spcBef>
              <a:spcAft>
                <a:spcPts val="0"/>
              </a:spcAft>
              <a:buNone/>
              <a:defRPr sz="2700">
                <a:solidFill>
                  <a:srgbClr val="000000"/>
                </a:solidFill>
              </a:defRPr>
            </a:lvl4pPr>
            <a:lvl5pPr lvl="4" algn="ctr">
              <a:lnSpc>
                <a:spcPct val="130000"/>
              </a:lnSpc>
              <a:spcBef>
                <a:spcPts val="0"/>
              </a:spcBef>
              <a:spcAft>
                <a:spcPts val="0"/>
              </a:spcAft>
              <a:buNone/>
              <a:defRPr sz="2700">
                <a:solidFill>
                  <a:srgbClr val="000000"/>
                </a:solidFill>
              </a:defRPr>
            </a:lvl5pPr>
            <a:lvl6pPr lvl="5" algn="ctr">
              <a:lnSpc>
                <a:spcPct val="130000"/>
              </a:lnSpc>
              <a:spcBef>
                <a:spcPts val="0"/>
              </a:spcBef>
              <a:spcAft>
                <a:spcPts val="0"/>
              </a:spcAft>
              <a:buNone/>
              <a:defRPr sz="2700">
                <a:solidFill>
                  <a:srgbClr val="000000"/>
                </a:solidFill>
              </a:defRPr>
            </a:lvl6pPr>
            <a:lvl7pPr lvl="6" algn="ctr">
              <a:lnSpc>
                <a:spcPct val="130000"/>
              </a:lnSpc>
              <a:spcBef>
                <a:spcPts val="0"/>
              </a:spcBef>
              <a:spcAft>
                <a:spcPts val="0"/>
              </a:spcAft>
              <a:buNone/>
              <a:defRPr sz="2700">
                <a:solidFill>
                  <a:srgbClr val="000000"/>
                </a:solidFill>
              </a:defRPr>
            </a:lvl7pPr>
            <a:lvl8pPr lvl="7" algn="ctr">
              <a:lnSpc>
                <a:spcPct val="130000"/>
              </a:lnSpc>
              <a:spcBef>
                <a:spcPts val="0"/>
              </a:spcBef>
              <a:spcAft>
                <a:spcPts val="0"/>
              </a:spcAft>
              <a:buNone/>
              <a:defRPr sz="2700">
                <a:solidFill>
                  <a:srgbClr val="000000"/>
                </a:solidFill>
              </a:defRPr>
            </a:lvl8pPr>
            <a:lvl9pPr lvl="8" algn="ctr">
              <a:lnSpc>
                <a:spcPct val="130000"/>
              </a:lnSpc>
              <a:spcBef>
                <a:spcPts val="0"/>
              </a:spcBef>
              <a:spcAft>
                <a:spcPts val="0"/>
              </a:spcAft>
              <a:buNone/>
              <a:defRPr sz="2700">
                <a:solidFill>
                  <a:srgbClr val="000000"/>
                </a:solidFill>
              </a:defRPr>
            </a:lvl9pPr>
          </a:lstStyle>
          <a:p/>
        </p:txBody>
      </p:sp>
      <p:cxnSp>
        <p:nvCxnSpPr>
          <p:cNvPr id="783" name="Google Shape;783;p5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84" name="Google Shape;784;p5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85" name="Google Shape;785;p51"/>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786" name="Google Shape;786;p5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87" name="Google Shape;787;p5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88" name="Google Shape;788;p51"/>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700">
                <a:solidFill>
                  <a:srgbClr val="4D4D4F"/>
                </a:solidFill>
              </a:defRPr>
            </a:lvl1pPr>
            <a:lvl2pPr lvl="1">
              <a:lnSpc>
                <a:spcPct val="142000"/>
              </a:lnSpc>
              <a:spcBef>
                <a:spcPts val="0"/>
              </a:spcBef>
              <a:spcAft>
                <a:spcPts val="0"/>
              </a:spcAft>
              <a:buNone/>
              <a:defRPr sz="700">
                <a:solidFill>
                  <a:srgbClr val="4D4D4F"/>
                </a:solidFill>
              </a:defRPr>
            </a:lvl2pPr>
            <a:lvl3pPr lvl="2">
              <a:lnSpc>
                <a:spcPct val="142000"/>
              </a:lnSpc>
              <a:spcBef>
                <a:spcPts val="0"/>
              </a:spcBef>
              <a:spcAft>
                <a:spcPts val="0"/>
              </a:spcAft>
              <a:buNone/>
              <a:defRPr sz="700">
                <a:solidFill>
                  <a:srgbClr val="4D4D4F"/>
                </a:solidFill>
              </a:defRPr>
            </a:lvl3pPr>
            <a:lvl4pPr lvl="3">
              <a:lnSpc>
                <a:spcPct val="142000"/>
              </a:lnSpc>
              <a:spcBef>
                <a:spcPts val="0"/>
              </a:spcBef>
              <a:spcAft>
                <a:spcPts val="0"/>
              </a:spcAft>
              <a:buNone/>
              <a:defRPr sz="700">
                <a:solidFill>
                  <a:srgbClr val="4D4D4F"/>
                </a:solidFill>
              </a:defRPr>
            </a:lvl4pPr>
            <a:lvl5pPr lvl="4">
              <a:lnSpc>
                <a:spcPct val="142000"/>
              </a:lnSpc>
              <a:spcBef>
                <a:spcPts val="0"/>
              </a:spcBef>
              <a:spcAft>
                <a:spcPts val="0"/>
              </a:spcAft>
              <a:buNone/>
              <a:defRPr sz="700">
                <a:solidFill>
                  <a:srgbClr val="4D4D4F"/>
                </a:solidFill>
              </a:defRPr>
            </a:lvl5pPr>
            <a:lvl6pPr lvl="5">
              <a:lnSpc>
                <a:spcPct val="142000"/>
              </a:lnSpc>
              <a:spcBef>
                <a:spcPts val="0"/>
              </a:spcBef>
              <a:spcAft>
                <a:spcPts val="0"/>
              </a:spcAft>
              <a:buNone/>
              <a:defRPr sz="700">
                <a:solidFill>
                  <a:srgbClr val="4D4D4F"/>
                </a:solidFill>
              </a:defRPr>
            </a:lvl6pPr>
            <a:lvl7pPr lvl="6">
              <a:lnSpc>
                <a:spcPct val="142000"/>
              </a:lnSpc>
              <a:spcBef>
                <a:spcPts val="0"/>
              </a:spcBef>
              <a:spcAft>
                <a:spcPts val="0"/>
              </a:spcAft>
              <a:buNone/>
              <a:defRPr sz="700">
                <a:solidFill>
                  <a:srgbClr val="4D4D4F"/>
                </a:solidFill>
              </a:defRPr>
            </a:lvl7pPr>
            <a:lvl8pPr lvl="7">
              <a:lnSpc>
                <a:spcPct val="142000"/>
              </a:lnSpc>
              <a:spcBef>
                <a:spcPts val="0"/>
              </a:spcBef>
              <a:spcAft>
                <a:spcPts val="0"/>
              </a:spcAft>
              <a:buNone/>
              <a:defRPr sz="700">
                <a:solidFill>
                  <a:srgbClr val="4D4D4F"/>
                </a:solidFill>
              </a:defRPr>
            </a:lvl8pPr>
            <a:lvl9pPr lvl="8">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subtitle">
  <p:cSld name="CUSTOM_4_2_3">
    <p:spTree>
      <p:nvGrpSpPr>
        <p:cNvPr id="789" name="Shape 789"/>
        <p:cNvGrpSpPr/>
        <p:nvPr/>
      </p:nvGrpSpPr>
      <p:grpSpPr>
        <a:xfrm>
          <a:off x="0" y="0"/>
          <a:ext cx="0" cy="0"/>
          <a:chOff x="0" y="0"/>
          <a:chExt cx="0" cy="0"/>
        </a:xfrm>
      </p:grpSpPr>
      <p:sp>
        <p:nvSpPr>
          <p:cNvPr id="790" name="Google Shape;790;p52"/>
          <p:cNvSpPr txBox="1"/>
          <p:nvPr>
            <p:ph type="title"/>
          </p:nvPr>
        </p:nvSpPr>
        <p:spPr>
          <a:xfrm>
            <a:off x="1752600" y="946000"/>
            <a:ext cx="8686800" cy="4566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6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91" name="Google Shape;791;p52"/>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None/>
              <a:defRPr sz="2000">
                <a:solidFill>
                  <a:schemeClr val="dk2"/>
                </a:solidFill>
              </a:defRPr>
            </a:lvl1pPr>
            <a:lvl2pPr lvl="1" algn="ctr">
              <a:lnSpc>
                <a:spcPct val="100000"/>
              </a:lnSpc>
              <a:spcBef>
                <a:spcPts val="0"/>
              </a:spcBef>
              <a:spcAft>
                <a:spcPts val="0"/>
              </a:spcAft>
              <a:buNone/>
              <a:defRPr/>
            </a:lvl2pPr>
            <a:lvl3pPr lvl="2" algn="ctr">
              <a:lnSpc>
                <a:spcPct val="100000"/>
              </a:lnSpc>
              <a:spcBef>
                <a:spcPts val="0"/>
              </a:spcBef>
              <a:spcAft>
                <a:spcPts val="0"/>
              </a:spcAft>
              <a:buNone/>
              <a:defRPr/>
            </a:lvl3pPr>
            <a:lvl4pPr lvl="3" algn="ctr">
              <a:lnSpc>
                <a:spcPct val="100000"/>
              </a:lnSpc>
              <a:spcBef>
                <a:spcPts val="0"/>
              </a:spcBef>
              <a:spcAft>
                <a:spcPts val="0"/>
              </a:spcAft>
              <a:buNone/>
              <a:defRPr/>
            </a:lvl4pPr>
            <a:lvl5pPr lvl="4" algn="ctr">
              <a:lnSpc>
                <a:spcPct val="100000"/>
              </a:lnSpc>
              <a:spcBef>
                <a:spcPts val="0"/>
              </a:spcBef>
              <a:spcAft>
                <a:spcPts val="0"/>
              </a:spcAft>
              <a:buNone/>
              <a:defRPr/>
            </a:lvl5pPr>
            <a:lvl6pPr lvl="5" algn="ctr">
              <a:lnSpc>
                <a:spcPct val="100000"/>
              </a:lnSpc>
              <a:spcBef>
                <a:spcPts val="0"/>
              </a:spcBef>
              <a:spcAft>
                <a:spcPts val="0"/>
              </a:spcAft>
              <a:buNone/>
              <a:defRPr/>
            </a:lvl6pPr>
            <a:lvl7pPr lvl="6" algn="ctr">
              <a:lnSpc>
                <a:spcPct val="100000"/>
              </a:lnSpc>
              <a:spcBef>
                <a:spcPts val="0"/>
              </a:spcBef>
              <a:spcAft>
                <a:spcPts val="0"/>
              </a:spcAft>
              <a:buNone/>
              <a:defRPr/>
            </a:lvl7pPr>
            <a:lvl8pPr lvl="7" algn="ctr">
              <a:lnSpc>
                <a:spcPct val="100000"/>
              </a:lnSpc>
              <a:spcBef>
                <a:spcPts val="0"/>
              </a:spcBef>
              <a:spcAft>
                <a:spcPts val="0"/>
              </a:spcAft>
              <a:buNone/>
              <a:defRPr/>
            </a:lvl8pPr>
            <a:lvl9pPr lvl="8" algn="ctr">
              <a:lnSpc>
                <a:spcPct val="100000"/>
              </a:lnSpc>
              <a:spcBef>
                <a:spcPts val="0"/>
              </a:spcBef>
              <a:spcAft>
                <a:spcPts val="0"/>
              </a:spcAft>
              <a:buNone/>
              <a:defRPr/>
            </a:lvl9pPr>
          </a:lstStyle>
          <a:p/>
        </p:txBody>
      </p:sp>
      <p:cxnSp>
        <p:nvCxnSpPr>
          <p:cNvPr id="792" name="Google Shape;792;p5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793" name="Google Shape;793;p5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794" name="Google Shape;794;p5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95" name="Google Shape;795;p5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96" name="Google Shape;796;p5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97" name="Google Shape;797;p52"/>
          <p:cNvSpPr txBox="1"/>
          <p:nvPr>
            <p:ph idx="3" type="subTitle"/>
          </p:nvPr>
        </p:nvSpPr>
        <p:spPr>
          <a:xfrm>
            <a:off x="885050" y="6169550"/>
            <a:ext cx="9183000" cy="559800"/>
          </a:xfrm>
          <a:prstGeom prst="rect">
            <a:avLst/>
          </a:prstGeom>
          <a:noFill/>
        </p:spPr>
        <p:txBody>
          <a:bodyPr anchorCtr="0" anchor="b" bIns="0" lIns="0" spcFirstLastPara="1" rIns="0" wrap="square" tIns="0">
            <a:noAutofit/>
          </a:bodyPr>
          <a:lstStyle>
            <a:lvl1pPr lvl="0">
              <a:lnSpc>
                <a:spcPct val="142000"/>
              </a:lnSpc>
              <a:spcBef>
                <a:spcPts val="0"/>
              </a:spcBef>
              <a:spcAft>
                <a:spcPts val="0"/>
              </a:spcAft>
              <a:buNone/>
              <a:defRPr sz="600">
                <a:solidFill>
                  <a:schemeClr val="dk2"/>
                </a:solidFill>
              </a:defRPr>
            </a:lvl1pPr>
            <a:lvl2pPr lvl="1">
              <a:lnSpc>
                <a:spcPct val="142000"/>
              </a:lnSpc>
              <a:spcBef>
                <a:spcPts val="0"/>
              </a:spcBef>
              <a:spcAft>
                <a:spcPts val="0"/>
              </a:spcAft>
              <a:buNone/>
              <a:defRPr sz="600">
                <a:solidFill>
                  <a:schemeClr val="dk2"/>
                </a:solidFill>
              </a:defRPr>
            </a:lvl2pPr>
            <a:lvl3pPr lvl="2">
              <a:lnSpc>
                <a:spcPct val="142000"/>
              </a:lnSpc>
              <a:spcBef>
                <a:spcPts val="0"/>
              </a:spcBef>
              <a:spcAft>
                <a:spcPts val="0"/>
              </a:spcAft>
              <a:buNone/>
              <a:defRPr sz="600">
                <a:solidFill>
                  <a:schemeClr val="dk2"/>
                </a:solidFill>
              </a:defRPr>
            </a:lvl3pPr>
            <a:lvl4pPr lvl="3">
              <a:lnSpc>
                <a:spcPct val="142000"/>
              </a:lnSpc>
              <a:spcBef>
                <a:spcPts val="0"/>
              </a:spcBef>
              <a:spcAft>
                <a:spcPts val="0"/>
              </a:spcAft>
              <a:buNone/>
              <a:defRPr sz="600">
                <a:solidFill>
                  <a:schemeClr val="dk2"/>
                </a:solidFill>
              </a:defRPr>
            </a:lvl4pPr>
            <a:lvl5pPr lvl="4">
              <a:lnSpc>
                <a:spcPct val="142000"/>
              </a:lnSpc>
              <a:spcBef>
                <a:spcPts val="0"/>
              </a:spcBef>
              <a:spcAft>
                <a:spcPts val="0"/>
              </a:spcAft>
              <a:buNone/>
              <a:defRPr sz="600">
                <a:solidFill>
                  <a:schemeClr val="dk2"/>
                </a:solidFill>
              </a:defRPr>
            </a:lvl5pPr>
            <a:lvl6pPr lvl="5">
              <a:lnSpc>
                <a:spcPct val="142000"/>
              </a:lnSpc>
              <a:spcBef>
                <a:spcPts val="0"/>
              </a:spcBef>
              <a:spcAft>
                <a:spcPts val="0"/>
              </a:spcAft>
              <a:buNone/>
              <a:defRPr sz="600">
                <a:solidFill>
                  <a:schemeClr val="dk2"/>
                </a:solidFill>
              </a:defRPr>
            </a:lvl6pPr>
            <a:lvl7pPr lvl="6">
              <a:lnSpc>
                <a:spcPct val="142000"/>
              </a:lnSpc>
              <a:spcBef>
                <a:spcPts val="0"/>
              </a:spcBef>
              <a:spcAft>
                <a:spcPts val="0"/>
              </a:spcAft>
              <a:buNone/>
              <a:defRPr sz="600">
                <a:solidFill>
                  <a:schemeClr val="dk2"/>
                </a:solidFill>
              </a:defRPr>
            </a:lvl7pPr>
            <a:lvl8pPr lvl="7">
              <a:lnSpc>
                <a:spcPct val="142000"/>
              </a:lnSpc>
              <a:spcBef>
                <a:spcPts val="0"/>
              </a:spcBef>
              <a:spcAft>
                <a:spcPts val="0"/>
              </a:spcAft>
              <a:buNone/>
              <a:defRPr sz="600">
                <a:solidFill>
                  <a:schemeClr val="dk2"/>
                </a:solidFill>
              </a:defRPr>
            </a:lvl8pPr>
            <a:lvl9pPr lvl="8">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only">
  <p:cSld name="CUSTOM_4_34">
    <p:spTree>
      <p:nvGrpSpPr>
        <p:cNvPr id="798" name="Shape 798"/>
        <p:cNvGrpSpPr/>
        <p:nvPr/>
      </p:nvGrpSpPr>
      <p:grpSpPr>
        <a:xfrm>
          <a:off x="0" y="0"/>
          <a:ext cx="0" cy="0"/>
          <a:chOff x="0" y="0"/>
          <a:chExt cx="0" cy="0"/>
        </a:xfrm>
      </p:grpSpPr>
      <p:sp>
        <p:nvSpPr>
          <p:cNvPr id="799" name="Google Shape;799;p53"/>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6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800" name="Google Shape;800;p5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801" name="Google Shape;801;p5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802" name="Google Shape;802;p5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03" name="Google Shape;803;p5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04" name="Google Shape;804;p5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805" name="Google Shape;805;p53"/>
          <p:cNvSpPr txBox="1"/>
          <p:nvPr>
            <p:ph idx="2" type="subTitle"/>
          </p:nvPr>
        </p:nvSpPr>
        <p:spPr>
          <a:xfrm>
            <a:off x="885050" y="6169550"/>
            <a:ext cx="9183000" cy="559800"/>
          </a:xfrm>
          <a:prstGeom prst="rect">
            <a:avLst/>
          </a:prstGeom>
          <a:noFill/>
        </p:spPr>
        <p:txBody>
          <a:bodyPr anchorCtr="0" anchor="b" bIns="0" lIns="0" spcFirstLastPara="1" rIns="0" wrap="square" tIns="0">
            <a:noAutofit/>
          </a:bodyPr>
          <a:lstStyle>
            <a:lvl1pPr lvl="0">
              <a:lnSpc>
                <a:spcPct val="142000"/>
              </a:lnSpc>
              <a:spcBef>
                <a:spcPts val="0"/>
              </a:spcBef>
              <a:spcAft>
                <a:spcPts val="0"/>
              </a:spcAft>
              <a:buNone/>
              <a:defRPr sz="600">
                <a:solidFill>
                  <a:schemeClr val="dk2"/>
                </a:solidFill>
              </a:defRPr>
            </a:lvl1pPr>
            <a:lvl2pPr lvl="1">
              <a:lnSpc>
                <a:spcPct val="142000"/>
              </a:lnSpc>
              <a:spcBef>
                <a:spcPts val="0"/>
              </a:spcBef>
              <a:spcAft>
                <a:spcPts val="0"/>
              </a:spcAft>
              <a:buNone/>
              <a:defRPr sz="600">
                <a:solidFill>
                  <a:schemeClr val="dk2"/>
                </a:solidFill>
              </a:defRPr>
            </a:lvl2pPr>
            <a:lvl3pPr lvl="2">
              <a:lnSpc>
                <a:spcPct val="142000"/>
              </a:lnSpc>
              <a:spcBef>
                <a:spcPts val="0"/>
              </a:spcBef>
              <a:spcAft>
                <a:spcPts val="0"/>
              </a:spcAft>
              <a:buNone/>
              <a:defRPr sz="600">
                <a:solidFill>
                  <a:schemeClr val="dk2"/>
                </a:solidFill>
              </a:defRPr>
            </a:lvl3pPr>
            <a:lvl4pPr lvl="3">
              <a:lnSpc>
                <a:spcPct val="142000"/>
              </a:lnSpc>
              <a:spcBef>
                <a:spcPts val="0"/>
              </a:spcBef>
              <a:spcAft>
                <a:spcPts val="0"/>
              </a:spcAft>
              <a:buNone/>
              <a:defRPr sz="600">
                <a:solidFill>
                  <a:schemeClr val="dk2"/>
                </a:solidFill>
              </a:defRPr>
            </a:lvl4pPr>
            <a:lvl5pPr lvl="4">
              <a:lnSpc>
                <a:spcPct val="142000"/>
              </a:lnSpc>
              <a:spcBef>
                <a:spcPts val="0"/>
              </a:spcBef>
              <a:spcAft>
                <a:spcPts val="0"/>
              </a:spcAft>
              <a:buNone/>
              <a:defRPr sz="600">
                <a:solidFill>
                  <a:schemeClr val="dk2"/>
                </a:solidFill>
              </a:defRPr>
            </a:lvl5pPr>
            <a:lvl6pPr lvl="5">
              <a:lnSpc>
                <a:spcPct val="142000"/>
              </a:lnSpc>
              <a:spcBef>
                <a:spcPts val="0"/>
              </a:spcBef>
              <a:spcAft>
                <a:spcPts val="0"/>
              </a:spcAft>
              <a:buNone/>
              <a:defRPr sz="600">
                <a:solidFill>
                  <a:schemeClr val="dk2"/>
                </a:solidFill>
              </a:defRPr>
            </a:lvl6pPr>
            <a:lvl7pPr lvl="6">
              <a:lnSpc>
                <a:spcPct val="142000"/>
              </a:lnSpc>
              <a:spcBef>
                <a:spcPts val="0"/>
              </a:spcBef>
              <a:spcAft>
                <a:spcPts val="0"/>
              </a:spcAft>
              <a:buNone/>
              <a:defRPr sz="600">
                <a:solidFill>
                  <a:schemeClr val="dk2"/>
                </a:solidFill>
              </a:defRPr>
            </a:lvl7pPr>
            <a:lvl8pPr lvl="7">
              <a:lnSpc>
                <a:spcPct val="142000"/>
              </a:lnSpc>
              <a:spcBef>
                <a:spcPts val="0"/>
              </a:spcBef>
              <a:spcAft>
                <a:spcPts val="0"/>
              </a:spcAft>
              <a:buNone/>
              <a:defRPr sz="600">
                <a:solidFill>
                  <a:schemeClr val="dk2"/>
                </a:solidFill>
              </a:defRPr>
            </a:lvl8pPr>
            <a:lvl9pPr lvl="8">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24">
    <p:spTree>
      <p:nvGrpSpPr>
        <p:cNvPr id="806" name="Shape 806"/>
        <p:cNvGrpSpPr/>
        <p:nvPr/>
      </p:nvGrpSpPr>
      <p:grpSpPr>
        <a:xfrm>
          <a:off x="0" y="0"/>
          <a:ext cx="0" cy="0"/>
          <a:chOff x="0" y="0"/>
          <a:chExt cx="0" cy="0"/>
        </a:xfrm>
      </p:grpSpPr>
      <p:sp>
        <p:nvSpPr>
          <p:cNvPr id="807" name="Google Shape;807;p54"/>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700">
                <a:solidFill>
                  <a:srgbClr val="000000"/>
                </a:solidFill>
              </a:defRPr>
            </a:lvl1pPr>
            <a:lvl2pPr lvl="1" algn="ctr">
              <a:lnSpc>
                <a:spcPct val="130000"/>
              </a:lnSpc>
              <a:spcBef>
                <a:spcPts val="0"/>
              </a:spcBef>
              <a:spcAft>
                <a:spcPts val="0"/>
              </a:spcAft>
              <a:buNone/>
              <a:defRPr sz="2700">
                <a:solidFill>
                  <a:srgbClr val="000000"/>
                </a:solidFill>
              </a:defRPr>
            </a:lvl2pPr>
            <a:lvl3pPr lvl="2" algn="ctr">
              <a:lnSpc>
                <a:spcPct val="130000"/>
              </a:lnSpc>
              <a:spcBef>
                <a:spcPts val="0"/>
              </a:spcBef>
              <a:spcAft>
                <a:spcPts val="0"/>
              </a:spcAft>
              <a:buNone/>
              <a:defRPr sz="2700">
                <a:solidFill>
                  <a:srgbClr val="000000"/>
                </a:solidFill>
              </a:defRPr>
            </a:lvl3pPr>
            <a:lvl4pPr lvl="3" algn="ctr">
              <a:lnSpc>
                <a:spcPct val="130000"/>
              </a:lnSpc>
              <a:spcBef>
                <a:spcPts val="0"/>
              </a:spcBef>
              <a:spcAft>
                <a:spcPts val="0"/>
              </a:spcAft>
              <a:buNone/>
              <a:defRPr sz="2700">
                <a:solidFill>
                  <a:srgbClr val="000000"/>
                </a:solidFill>
              </a:defRPr>
            </a:lvl4pPr>
            <a:lvl5pPr lvl="4" algn="ctr">
              <a:lnSpc>
                <a:spcPct val="130000"/>
              </a:lnSpc>
              <a:spcBef>
                <a:spcPts val="0"/>
              </a:spcBef>
              <a:spcAft>
                <a:spcPts val="0"/>
              </a:spcAft>
              <a:buNone/>
              <a:defRPr sz="2700">
                <a:solidFill>
                  <a:srgbClr val="000000"/>
                </a:solidFill>
              </a:defRPr>
            </a:lvl5pPr>
            <a:lvl6pPr lvl="5" algn="ctr">
              <a:lnSpc>
                <a:spcPct val="130000"/>
              </a:lnSpc>
              <a:spcBef>
                <a:spcPts val="0"/>
              </a:spcBef>
              <a:spcAft>
                <a:spcPts val="0"/>
              </a:spcAft>
              <a:buNone/>
              <a:defRPr sz="2700">
                <a:solidFill>
                  <a:srgbClr val="000000"/>
                </a:solidFill>
              </a:defRPr>
            </a:lvl6pPr>
            <a:lvl7pPr lvl="6" algn="ctr">
              <a:lnSpc>
                <a:spcPct val="130000"/>
              </a:lnSpc>
              <a:spcBef>
                <a:spcPts val="0"/>
              </a:spcBef>
              <a:spcAft>
                <a:spcPts val="0"/>
              </a:spcAft>
              <a:buNone/>
              <a:defRPr sz="2700">
                <a:solidFill>
                  <a:srgbClr val="000000"/>
                </a:solidFill>
              </a:defRPr>
            </a:lvl7pPr>
            <a:lvl8pPr lvl="7" algn="ctr">
              <a:lnSpc>
                <a:spcPct val="130000"/>
              </a:lnSpc>
              <a:spcBef>
                <a:spcPts val="0"/>
              </a:spcBef>
              <a:spcAft>
                <a:spcPts val="0"/>
              </a:spcAft>
              <a:buNone/>
              <a:defRPr sz="2700">
                <a:solidFill>
                  <a:srgbClr val="000000"/>
                </a:solidFill>
              </a:defRPr>
            </a:lvl8pPr>
            <a:lvl9pPr lvl="8" algn="ctr">
              <a:lnSpc>
                <a:spcPct val="130000"/>
              </a:lnSpc>
              <a:spcBef>
                <a:spcPts val="0"/>
              </a:spcBef>
              <a:spcAft>
                <a:spcPts val="0"/>
              </a:spcAft>
              <a:buNone/>
              <a:defRPr sz="2700">
                <a:solidFill>
                  <a:srgbClr val="000000"/>
                </a:solidFill>
              </a:defRPr>
            </a:lvl9pPr>
          </a:lstStyle>
          <a:p/>
        </p:txBody>
      </p:sp>
      <p:cxnSp>
        <p:nvCxnSpPr>
          <p:cNvPr id="808" name="Google Shape;808;p5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09" name="Google Shape;809;p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10" name="Google Shape;810;p54"/>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811" name="Google Shape;811;p5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12" name="Google Shape;812;p54"/>
          <p:cNvPicPr preferRelativeResize="0"/>
          <p:nvPr/>
        </p:nvPicPr>
        <p:blipFill rotWithShape="1">
          <a:blip r:embed="rId2">
            <a:alphaModFix/>
          </a:blip>
          <a:srcRect b="317" l="0" r="0" t="327"/>
          <a:stretch/>
        </p:blipFill>
        <p:spPr>
          <a:xfrm>
            <a:off x="10711279" y="6313250"/>
            <a:ext cx="975362" cy="228007"/>
          </a:xfrm>
          <a:prstGeom prst="rect">
            <a:avLst/>
          </a:prstGeom>
          <a:noFill/>
          <a:ln>
            <a:noFill/>
          </a:ln>
        </p:spPr>
      </p:pic>
      <p:sp>
        <p:nvSpPr>
          <p:cNvPr id="813" name="Google Shape;813;p5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700">
                <a:solidFill>
                  <a:srgbClr val="4D4D4F"/>
                </a:solidFill>
              </a:defRPr>
            </a:lvl1pPr>
            <a:lvl2pPr lvl="1">
              <a:lnSpc>
                <a:spcPct val="142000"/>
              </a:lnSpc>
              <a:spcBef>
                <a:spcPts val="0"/>
              </a:spcBef>
              <a:spcAft>
                <a:spcPts val="0"/>
              </a:spcAft>
              <a:buNone/>
              <a:defRPr sz="700">
                <a:solidFill>
                  <a:srgbClr val="4D4D4F"/>
                </a:solidFill>
              </a:defRPr>
            </a:lvl2pPr>
            <a:lvl3pPr lvl="2">
              <a:lnSpc>
                <a:spcPct val="142000"/>
              </a:lnSpc>
              <a:spcBef>
                <a:spcPts val="0"/>
              </a:spcBef>
              <a:spcAft>
                <a:spcPts val="0"/>
              </a:spcAft>
              <a:buNone/>
              <a:defRPr sz="700">
                <a:solidFill>
                  <a:srgbClr val="4D4D4F"/>
                </a:solidFill>
              </a:defRPr>
            </a:lvl3pPr>
            <a:lvl4pPr lvl="3">
              <a:lnSpc>
                <a:spcPct val="142000"/>
              </a:lnSpc>
              <a:spcBef>
                <a:spcPts val="0"/>
              </a:spcBef>
              <a:spcAft>
                <a:spcPts val="0"/>
              </a:spcAft>
              <a:buNone/>
              <a:defRPr sz="700">
                <a:solidFill>
                  <a:srgbClr val="4D4D4F"/>
                </a:solidFill>
              </a:defRPr>
            </a:lvl4pPr>
            <a:lvl5pPr lvl="4">
              <a:lnSpc>
                <a:spcPct val="142000"/>
              </a:lnSpc>
              <a:spcBef>
                <a:spcPts val="0"/>
              </a:spcBef>
              <a:spcAft>
                <a:spcPts val="0"/>
              </a:spcAft>
              <a:buNone/>
              <a:defRPr sz="700">
                <a:solidFill>
                  <a:srgbClr val="4D4D4F"/>
                </a:solidFill>
              </a:defRPr>
            </a:lvl5pPr>
            <a:lvl6pPr lvl="5">
              <a:lnSpc>
                <a:spcPct val="142000"/>
              </a:lnSpc>
              <a:spcBef>
                <a:spcPts val="0"/>
              </a:spcBef>
              <a:spcAft>
                <a:spcPts val="0"/>
              </a:spcAft>
              <a:buNone/>
              <a:defRPr sz="700">
                <a:solidFill>
                  <a:srgbClr val="4D4D4F"/>
                </a:solidFill>
              </a:defRPr>
            </a:lvl6pPr>
            <a:lvl7pPr lvl="6">
              <a:lnSpc>
                <a:spcPct val="142000"/>
              </a:lnSpc>
              <a:spcBef>
                <a:spcPts val="0"/>
              </a:spcBef>
              <a:spcAft>
                <a:spcPts val="0"/>
              </a:spcAft>
              <a:buNone/>
              <a:defRPr sz="700">
                <a:solidFill>
                  <a:srgbClr val="4D4D4F"/>
                </a:solidFill>
              </a:defRPr>
            </a:lvl7pPr>
            <a:lvl8pPr lvl="7">
              <a:lnSpc>
                <a:spcPct val="142000"/>
              </a:lnSpc>
              <a:spcBef>
                <a:spcPts val="0"/>
              </a:spcBef>
              <a:spcAft>
                <a:spcPts val="0"/>
              </a:spcAft>
              <a:buNone/>
              <a:defRPr sz="700">
                <a:solidFill>
                  <a:srgbClr val="4D4D4F"/>
                </a:solidFill>
              </a:defRPr>
            </a:lvl8pPr>
            <a:lvl9pPr lvl="8">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1">
  <p:cSld name="CUSTOM_4_26">
    <p:spTree>
      <p:nvGrpSpPr>
        <p:cNvPr id="814" name="Shape 814"/>
        <p:cNvGrpSpPr/>
        <p:nvPr/>
      </p:nvGrpSpPr>
      <p:grpSpPr>
        <a:xfrm>
          <a:off x="0" y="0"/>
          <a:ext cx="0" cy="0"/>
          <a:chOff x="0" y="0"/>
          <a:chExt cx="0" cy="0"/>
        </a:xfrm>
      </p:grpSpPr>
      <p:sp>
        <p:nvSpPr>
          <p:cNvPr id="815" name="Google Shape;815;p5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816" name="Google Shape;816;p55"/>
          <p:cNvSpPr txBox="1"/>
          <p:nvPr>
            <p:ph type="title"/>
          </p:nvPr>
        </p:nvSpPr>
        <p:spPr>
          <a:xfrm>
            <a:off x="885050" y="566950"/>
            <a:ext cx="10422000" cy="4008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6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817" name="Google Shape;817;p5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818" name="Google Shape;818;p5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19" name="Google Shape;819;p5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20" name="Google Shape;820;p55"/>
          <p:cNvPicPr preferRelativeResize="0"/>
          <p:nvPr/>
        </p:nvPicPr>
        <p:blipFill rotWithShape="1">
          <a:blip r:embed="rId2">
            <a:alphaModFix/>
          </a:blip>
          <a:srcRect b="317" l="0" r="0" t="327"/>
          <a:stretch/>
        </p:blipFill>
        <p:spPr>
          <a:xfrm>
            <a:off x="10711279" y="6313250"/>
            <a:ext cx="975606" cy="228064"/>
          </a:xfrm>
          <a:prstGeom prst="rect">
            <a:avLst/>
          </a:prstGeom>
          <a:noFill/>
          <a:ln>
            <a:noFill/>
          </a:ln>
        </p:spPr>
      </p:pic>
      <p:sp>
        <p:nvSpPr>
          <p:cNvPr id="821" name="Google Shape;821;p55"/>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822" name="Google Shape;822;p5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9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4">
  <p:cSld name="CUSTOM_4_21_1">
    <p:spTree>
      <p:nvGrpSpPr>
        <p:cNvPr id="823" name="Shape 823"/>
        <p:cNvGrpSpPr/>
        <p:nvPr/>
      </p:nvGrpSpPr>
      <p:grpSpPr>
        <a:xfrm>
          <a:off x="0" y="0"/>
          <a:ext cx="0" cy="0"/>
          <a:chOff x="0" y="0"/>
          <a:chExt cx="0" cy="0"/>
        </a:xfrm>
      </p:grpSpPr>
      <p:sp>
        <p:nvSpPr>
          <p:cNvPr id="824" name="Google Shape;824;p56"/>
          <p:cNvSpPr txBox="1"/>
          <p:nvPr>
            <p:ph type="title"/>
          </p:nvPr>
        </p:nvSpPr>
        <p:spPr>
          <a:xfrm>
            <a:off x="1752600" y="946000"/>
            <a:ext cx="8686800" cy="967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700">
                <a:solidFill>
                  <a:srgbClr val="000000"/>
                </a:solidFill>
              </a:defRPr>
            </a:lvl1pPr>
            <a:lvl2pPr lvl="1" algn="ctr">
              <a:lnSpc>
                <a:spcPct val="130000"/>
              </a:lnSpc>
              <a:spcBef>
                <a:spcPts val="0"/>
              </a:spcBef>
              <a:spcAft>
                <a:spcPts val="0"/>
              </a:spcAft>
              <a:buNone/>
              <a:defRPr sz="2700">
                <a:solidFill>
                  <a:srgbClr val="000000"/>
                </a:solidFill>
              </a:defRPr>
            </a:lvl2pPr>
            <a:lvl3pPr lvl="2" algn="ctr">
              <a:lnSpc>
                <a:spcPct val="130000"/>
              </a:lnSpc>
              <a:spcBef>
                <a:spcPts val="0"/>
              </a:spcBef>
              <a:spcAft>
                <a:spcPts val="0"/>
              </a:spcAft>
              <a:buNone/>
              <a:defRPr sz="2700">
                <a:solidFill>
                  <a:srgbClr val="000000"/>
                </a:solidFill>
              </a:defRPr>
            </a:lvl3pPr>
            <a:lvl4pPr lvl="3" algn="ctr">
              <a:lnSpc>
                <a:spcPct val="130000"/>
              </a:lnSpc>
              <a:spcBef>
                <a:spcPts val="0"/>
              </a:spcBef>
              <a:spcAft>
                <a:spcPts val="0"/>
              </a:spcAft>
              <a:buNone/>
              <a:defRPr sz="2700">
                <a:solidFill>
                  <a:srgbClr val="000000"/>
                </a:solidFill>
              </a:defRPr>
            </a:lvl4pPr>
            <a:lvl5pPr lvl="4" algn="ctr">
              <a:lnSpc>
                <a:spcPct val="130000"/>
              </a:lnSpc>
              <a:spcBef>
                <a:spcPts val="0"/>
              </a:spcBef>
              <a:spcAft>
                <a:spcPts val="0"/>
              </a:spcAft>
              <a:buNone/>
              <a:defRPr sz="2700">
                <a:solidFill>
                  <a:srgbClr val="000000"/>
                </a:solidFill>
              </a:defRPr>
            </a:lvl5pPr>
            <a:lvl6pPr lvl="5" algn="ctr">
              <a:lnSpc>
                <a:spcPct val="130000"/>
              </a:lnSpc>
              <a:spcBef>
                <a:spcPts val="0"/>
              </a:spcBef>
              <a:spcAft>
                <a:spcPts val="0"/>
              </a:spcAft>
              <a:buNone/>
              <a:defRPr sz="2700">
                <a:solidFill>
                  <a:srgbClr val="000000"/>
                </a:solidFill>
              </a:defRPr>
            </a:lvl6pPr>
            <a:lvl7pPr lvl="6" algn="ctr">
              <a:lnSpc>
                <a:spcPct val="130000"/>
              </a:lnSpc>
              <a:spcBef>
                <a:spcPts val="0"/>
              </a:spcBef>
              <a:spcAft>
                <a:spcPts val="0"/>
              </a:spcAft>
              <a:buNone/>
              <a:defRPr sz="2700">
                <a:solidFill>
                  <a:srgbClr val="000000"/>
                </a:solidFill>
              </a:defRPr>
            </a:lvl7pPr>
            <a:lvl8pPr lvl="7" algn="ctr">
              <a:lnSpc>
                <a:spcPct val="130000"/>
              </a:lnSpc>
              <a:spcBef>
                <a:spcPts val="0"/>
              </a:spcBef>
              <a:spcAft>
                <a:spcPts val="0"/>
              </a:spcAft>
              <a:buNone/>
              <a:defRPr sz="2700">
                <a:solidFill>
                  <a:srgbClr val="000000"/>
                </a:solidFill>
              </a:defRPr>
            </a:lvl8pPr>
            <a:lvl9pPr lvl="8" algn="ctr">
              <a:lnSpc>
                <a:spcPct val="130000"/>
              </a:lnSpc>
              <a:spcBef>
                <a:spcPts val="0"/>
              </a:spcBef>
              <a:spcAft>
                <a:spcPts val="0"/>
              </a:spcAft>
              <a:buNone/>
              <a:defRPr sz="2700">
                <a:solidFill>
                  <a:srgbClr val="000000"/>
                </a:solidFill>
              </a:defRPr>
            </a:lvl9pPr>
          </a:lstStyle>
          <a:p/>
        </p:txBody>
      </p:sp>
      <p:cxnSp>
        <p:nvCxnSpPr>
          <p:cNvPr id="825" name="Google Shape;825;p56"/>
          <p:cNvCxnSpPr/>
          <p:nvPr/>
        </p:nvCxnSpPr>
        <p:spPr>
          <a:xfrm rot="10800000">
            <a:off x="447775" y="400"/>
            <a:ext cx="0" cy="886200"/>
          </a:xfrm>
          <a:prstGeom prst="straightConnector1">
            <a:avLst/>
          </a:prstGeom>
          <a:noFill/>
          <a:ln cap="flat" cmpd="sng" w="9525">
            <a:solidFill>
              <a:srgbClr val="EE0000"/>
            </a:solidFill>
            <a:prstDash val="solid"/>
            <a:round/>
            <a:headEnd len="med" w="med" type="none"/>
            <a:tailEnd len="med" w="med" type="none"/>
          </a:ln>
        </p:spPr>
      </p:cxnSp>
      <p:sp>
        <p:nvSpPr>
          <p:cNvPr id="826" name="Google Shape;826;p56"/>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lvl1pPr lvl="0">
              <a:lnSpc>
                <a:spcPct val="100000"/>
              </a:lnSpc>
              <a:spcBef>
                <a:spcPts val="0"/>
              </a:spcBef>
              <a:spcAft>
                <a:spcPts val="0"/>
              </a:spcAft>
              <a:buClr>
                <a:srgbClr val="EE0000"/>
              </a:buClr>
              <a:buSzPts val="1000"/>
              <a:buFont typeface="Red Hat Display Medium"/>
              <a:buNone/>
              <a:defRPr sz="1000">
                <a:solidFill>
                  <a:srgbClr val="EE0000"/>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27" name="Google Shape;827;p5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828" name="Google Shape;828;p56"/>
          <p:cNvPicPr preferRelativeResize="0"/>
          <p:nvPr/>
        </p:nvPicPr>
        <p:blipFill rotWithShape="1">
          <a:blip r:embed="rId2">
            <a:alphaModFix/>
          </a:blip>
          <a:srcRect b="317" l="0" r="0" t="327"/>
          <a:stretch/>
        </p:blipFill>
        <p:spPr>
          <a:xfrm>
            <a:off x="10711279" y="6313250"/>
            <a:ext cx="877826" cy="205206"/>
          </a:xfrm>
          <a:prstGeom prst="rect">
            <a:avLst/>
          </a:prstGeom>
          <a:noFill/>
          <a:ln>
            <a:noFill/>
          </a:ln>
        </p:spPr>
      </p:pic>
      <p:sp>
        <p:nvSpPr>
          <p:cNvPr id="829" name="Google Shape;829;p56"/>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700">
                <a:solidFill>
                  <a:srgbClr val="4D4D4F"/>
                </a:solidFill>
              </a:defRPr>
            </a:lvl1pPr>
            <a:lvl2pPr lvl="1">
              <a:lnSpc>
                <a:spcPct val="142000"/>
              </a:lnSpc>
              <a:spcBef>
                <a:spcPts val="0"/>
              </a:spcBef>
              <a:spcAft>
                <a:spcPts val="0"/>
              </a:spcAft>
              <a:buNone/>
              <a:defRPr sz="700">
                <a:solidFill>
                  <a:srgbClr val="4D4D4F"/>
                </a:solidFill>
              </a:defRPr>
            </a:lvl2pPr>
            <a:lvl3pPr lvl="2">
              <a:lnSpc>
                <a:spcPct val="142000"/>
              </a:lnSpc>
              <a:spcBef>
                <a:spcPts val="0"/>
              </a:spcBef>
              <a:spcAft>
                <a:spcPts val="0"/>
              </a:spcAft>
              <a:buNone/>
              <a:defRPr sz="700">
                <a:solidFill>
                  <a:srgbClr val="4D4D4F"/>
                </a:solidFill>
              </a:defRPr>
            </a:lvl3pPr>
            <a:lvl4pPr lvl="3">
              <a:lnSpc>
                <a:spcPct val="142000"/>
              </a:lnSpc>
              <a:spcBef>
                <a:spcPts val="0"/>
              </a:spcBef>
              <a:spcAft>
                <a:spcPts val="0"/>
              </a:spcAft>
              <a:buNone/>
              <a:defRPr sz="700">
                <a:solidFill>
                  <a:srgbClr val="4D4D4F"/>
                </a:solidFill>
              </a:defRPr>
            </a:lvl4pPr>
            <a:lvl5pPr lvl="4">
              <a:lnSpc>
                <a:spcPct val="142000"/>
              </a:lnSpc>
              <a:spcBef>
                <a:spcPts val="0"/>
              </a:spcBef>
              <a:spcAft>
                <a:spcPts val="0"/>
              </a:spcAft>
              <a:buNone/>
              <a:defRPr sz="700">
                <a:solidFill>
                  <a:srgbClr val="4D4D4F"/>
                </a:solidFill>
              </a:defRPr>
            </a:lvl5pPr>
            <a:lvl6pPr lvl="5">
              <a:lnSpc>
                <a:spcPct val="142000"/>
              </a:lnSpc>
              <a:spcBef>
                <a:spcPts val="0"/>
              </a:spcBef>
              <a:spcAft>
                <a:spcPts val="0"/>
              </a:spcAft>
              <a:buNone/>
              <a:defRPr sz="700">
                <a:solidFill>
                  <a:srgbClr val="4D4D4F"/>
                </a:solidFill>
              </a:defRPr>
            </a:lvl6pPr>
            <a:lvl7pPr lvl="6">
              <a:lnSpc>
                <a:spcPct val="142000"/>
              </a:lnSpc>
              <a:spcBef>
                <a:spcPts val="0"/>
              </a:spcBef>
              <a:spcAft>
                <a:spcPts val="0"/>
              </a:spcAft>
              <a:buNone/>
              <a:defRPr sz="700">
                <a:solidFill>
                  <a:srgbClr val="4D4D4F"/>
                </a:solidFill>
              </a:defRPr>
            </a:lvl7pPr>
            <a:lvl8pPr lvl="7">
              <a:lnSpc>
                <a:spcPct val="142000"/>
              </a:lnSpc>
              <a:spcBef>
                <a:spcPts val="0"/>
              </a:spcBef>
              <a:spcAft>
                <a:spcPts val="0"/>
              </a:spcAft>
              <a:buNone/>
              <a:defRPr sz="700">
                <a:solidFill>
                  <a:srgbClr val="4D4D4F"/>
                </a:solidFill>
              </a:defRPr>
            </a:lvl8pPr>
            <a:lvl9pPr lvl="8">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p:cSld name="CUSTOM_4_3_1">
    <p:spTree>
      <p:nvGrpSpPr>
        <p:cNvPr id="830" name="Shape 830"/>
        <p:cNvGrpSpPr/>
        <p:nvPr/>
      </p:nvGrpSpPr>
      <p:grpSpPr>
        <a:xfrm>
          <a:off x="0" y="0"/>
          <a:ext cx="0" cy="0"/>
          <a:chOff x="0" y="0"/>
          <a:chExt cx="0" cy="0"/>
        </a:xfrm>
      </p:grpSpPr>
      <p:sp>
        <p:nvSpPr>
          <p:cNvPr id="831" name="Google Shape;831;p57"/>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700">
                <a:solidFill>
                  <a:srgbClr val="000000"/>
                </a:solidFill>
              </a:defRPr>
            </a:lvl1pPr>
            <a:lvl2pPr lvl="1" algn="ctr">
              <a:lnSpc>
                <a:spcPct val="130000"/>
              </a:lnSpc>
              <a:spcBef>
                <a:spcPts val="0"/>
              </a:spcBef>
              <a:spcAft>
                <a:spcPts val="0"/>
              </a:spcAft>
              <a:buNone/>
              <a:defRPr sz="2700">
                <a:solidFill>
                  <a:srgbClr val="000000"/>
                </a:solidFill>
              </a:defRPr>
            </a:lvl2pPr>
            <a:lvl3pPr lvl="2" algn="ctr">
              <a:lnSpc>
                <a:spcPct val="130000"/>
              </a:lnSpc>
              <a:spcBef>
                <a:spcPts val="0"/>
              </a:spcBef>
              <a:spcAft>
                <a:spcPts val="0"/>
              </a:spcAft>
              <a:buNone/>
              <a:defRPr sz="2700">
                <a:solidFill>
                  <a:srgbClr val="000000"/>
                </a:solidFill>
              </a:defRPr>
            </a:lvl3pPr>
            <a:lvl4pPr lvl="3" algn="ctr">
              <a:lnSpc>
                <a:spcPct val="130000"/>
              </a:lnSpc>
              <a:spcBef>
                <a:spcPts val="0"/>
              </a:spcBef>
              <a:spcAft>
                <a:spcPts val="0"/>
              </a:spcAft>
              <a:buNone/>
              <a:defRPr sz="2700">
                <a:solidFill>
                  <a:srgbClr val="000000"/>
                </a:solidFill>
              </a:defRPr>
            </a:lvl4pPr>
            <a:lvl5pPr lvl="4" algn="ctr">
              <a:lnSpc>
                <a:spcPct val="130000"/>
              </a:lnSpc>
              <a:spcBef>
                <a:spcPts val="0"/>
              </a:spcBef>
              <a:spcAft>
                <a:spcPts val="0"/>
              </a:spcAft>
              <a:buNone/>
              <a:defRPr sz="2700">
                <a:solidFill>
                  <a:srgbClr val="000000"/>
                </a:solidFill>
              </a:defRPr>
            </a:lvl5pPr>
            <a:lvl6pPr lvl="5" algn="ctr">
              <a:lnSpc>
                <a:spcPct val="130000"/>
              </a:lnSpc>
              <a:spcBef>
                <a:spcPts val="0"/>
              </a:spcBef>
              <a:spcAft>
                <a:spcPts val="0"/>
              </a:spcAft>
              <a:buNone/>
              <a:defRPr sz="2700">
                <a:solidFill>
                  <a:srgbClr val="000000"/>
                </a:solidFill>
              </a:defRPr>
            </a:lvl6pPr>
            <a:lvl7pPr lvl="6" algn="ctr">
              <a:lnSpc>
                <a:spcPct val="130000"/>
              </a:lnSpc>
              <a:spcBef>
                <a:spcPts val="0"/>
              </a:spcBef>
              <a:spcAft>
                <a:spcPts val="0"/>
              </a:spcAft>
              <a:buNone/>
              <a:defRPr sz="2700">
                <a:solidFill>
                  <a:srgbClr val="000000"/>
                </a:solidFill>
              </a:defRPr>
            </a:lvl7pPr>
            <a:lvl8pPr lvl="7" algn="ctr">
              <a:lnSpc>
                <a:spcPct val="130000"/>
              </a:lnSpc>
              <a:spcBef>
                <a:spcPts val="0"/>
              </a:spcBef>
              <a:spcAft>
                <a:spcPts val="0"/>
              </a:spcAft>
              <a:buNone/>
              <a:defRPr sz="2700">
                <a:solidFill>
                  <a:srgbClr val="000000"/>
                </a:solidFill>
              </a:defRPr>
            </a:lvl8pPr>
            <a:lvl9pPr lvl="8" algn="ctr">
              <a:lnSpc>
                <a:spcPct val="130000"/>
              </a:lnSpc>
              <a:spcBef>
                <a:spcPts val="0"/>
              </a:spcBef>
              <a:spcAft>
                <a:spcPts val="0"/>
              </a:spcAft>
              <a:buNone/>
              <a:defRPr sz="2700">
                <a:solidFill>
                  <a:srgbClr val="000000"/>
                </a:solidFill>
              </a:defRPr>
            </a:lvl9pPr>
          </a:lstStyle>
          <a:p/>
        </p:txBody>
      </p:sp>
      <p:cxnSp>
        <p:nvCxnSpPr>
          <p:cNvPr id="832" name="Google Shape;832;p5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33" name="Google Shape;833;p5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rgbClr val="EE0000"/>
              </a:buClr>
              <a:buSzPts val="1000"/>
              <a:buFont typeface="Red Hat Display Medium"/>
              <a:buNone/>
              <a:defRPr sz="1000">
                <a:solidFill>
                  <a:srgbClr val="EE0000"/>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34" name="Google Shape;834;p57"/>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835" name="Google Shape;835;p5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36" name="Google Shape;836;p5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837" name="Google Shape;837;p5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700">
                <a:solidFill>
                  <a:srgbClr val="4D4D4F"/>
                </a:solidFill>
              </a:defRPr>
            </a:lvl1pPr>
            <a:lvl2pPr lvl="1">
              <a:lnSpc>
                <a:spcPct val="142000"/>
              </a:lnSpc>
              <a:spcBef>
                <a:spcPts val="0"/>
              </a:spcBef>
              <a:spcAft>
                <a:spcPts val="0"/>
              </a:spcAft>
              <a:buNone/>
              <a:defRPr sz="700">
                <a:solidFill>
                  <a:srgbClr val="4D4D4F"/>
                </a:solidFill>
              </a:defRPr>
            </a:lvl2pPr>
            <a:lvl3pPr lvl="2">
              <a:lnSpc>
                <a:spcPct val="142000"/>
              </a:lnSpc>
              <a:spcBef>
                <a:spcPts val="0"/>
              </a:spcBef>
              <a:spcAft>
                <a:spcPts val="0"/>
              </a:spcAft>
              <a:buNone/>
              <a:defRPr sz="700">
                <a:solidFill>
                  <a:srgbClr val="4D4D4F"/>
                </a:solidFill>
              </a:defRPr>
            </a:lvl3pPr>
            <a:lvl4pPr lvl="3">
              <a:lnSpc>
                <a:spcPct val="142000"/>
              </a:lnSpc>
              <a:spcBef>
                <a:spcPts val="0"/>
              </a:spcBef>
              <a:spcAft>
                <a:spcPts val="0"/>
              </a:spcAft>
              <a:buNone/>
              <a:defRPr sz="700">
                <a:solidFill>
                  <a:srgbClr val="4D4D4F"/>
                </a:solidFill>
              </a:defRPr>
            </a:lvl4pPr>
            <a:lvl5pPr lvl="4">
              <a:lnSpc>
                <a:spcPct val="142000"/>
              </a:lnSpc>
              <a:spcBef>
                <a:spcPts val="0"/>
              </a:spcBef>
              <a:spcAft>
                <a:spcPts val="0"/>
              </a:spcAft>
              <a:buNone/>
              <a:defRPr sz="700">
                <a:solidFill>
                  <a:srgbClr val="4D4D4F"/>
                </a:solidFill>
              </a:defRPr>
            </a:lvl5pPr>
            <a:lvl6pPr lvl="5">
              <a:lnSpc>
                <a:spcPct val="142000"/>
              </a:lnSpc>
              <a:spcBef>
                <a:spcPts val="0"/>
              </a:spcBef>
              <a:spcAft>
                <a:spcPts val="0"/>
              </a:spcAft>
              <a:buNone/>
              <a:defRPr sz="700">
                <a:solidFill>
                  <a:srgbClr val="4D4D4F"/>
                </a:solidFill>
              </a:defRPr>
            </a:lvl6pPr>
            <a:lvl7pPr lvl="6">
              <a:lnSpc>
                <a:spcPct val="142000"/>
              </a:lnSpc>
              <a:spcBef>
                <a:spcPts val="0"/>
              </a:spcBef>
              <a:spcAft>
                <a:spcPts val="0"/>
              </a:spcAft>
              <a:buNone/>
              <a:defRPr sz="700">
                <a:solidFill>
                  <a:srgbClr val="4D4D4F"/>
                </a:solidFill>
              </a:defRPr>
            </a:lvl7pPr>
            <a:lvl8pPr lvl="7">
              <a:lnSpc>
                <a:spcPct val="142000"/>
              </a:lnSpc>
              <a:spcBef>
                <a:spcPts val="0"/>
              </a:spcBef>
              <a:spcAft>
                <a:spcPts val="0"/>
              </a:spcAft>
              <a:buNone/>
              <a:defRPr sz="700">
                <a:solidFill>
                  <a:srgbClr val="4D4D4F"/>
                </a:solidFill>
              </a:defRPr>
            </a:lvl8pPr>
            <a:lvl9pPr lvl="8">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hite">
  <p:cSld name="CUSTOM_2_1_1_1_3">
    <p:bg>
      <p:bgPr>
        <a:blipFill>
          <a:blip r:embed="rId2">
            <a:alphaModFix/>
          </a:blip>
          <a:stretch>
            <a:fillRect/>
          </a:stretch>
        </a:blipFill>
      </p:bgPr>
    </p:bg>
    <p:spTree>
      <p:nvGrpSpPr>
        <p:cNvPr id="838" name="Shape 838"/>
        <p:cNvGrpSpPr/>
        <p:nvPr/>
      </p:nvGrpSpPr>
      <p:grpSpPr>
        <a:xfrm>
          <a:off x="0" y="0"/>
          <a:ext cx="0" cy="0"/>
          <a:chOff x="0" y="0"/>
          <a:chExt cx="0" cy="0"/>
        </a:xfrm>
      </p:grpSpPr>
      <p:sp>
        <p:nvSpPr>
          <p:cNvPr id="839" name="Google Shape;839;p58"/>
          <p:cNvSpPr txBox="1"/>
          <p:nvPr>
            <p:ph idx="1" type="subTitle"/>
          </p:nvPr>
        </p:nvSpPr>
        <p:spPr>
          <a:xfrm>
            <a:off x="9251450" y="1743725"/>
            <a:ext cx="2124300" cy="3309000"/>
          </a:xfrm>
          <a:prstGeom prst="rect">
            <a:avLst/>
          </a:prstGeom>
          <a:ln>
            <a:noFill/>
          </a:ln>
        </p:spPr>
        <p:txBody>
          <a:bodyPr anchorCtr="0" anchor="t" bIns="0" lIns="0" spcFirstLastPara="1" rIns="0" wrap="square" tIns="0">
            <a:noAutofit/>
          </a:bodyPr>
          <a:lstStyle>
            <a:lvl1pPr indent="0" lvl="0" marL="0" marR="0" algn="l">
              <a:lnSpc>
                <a:spcPct val="174000"/>
              </a:lnSpc>
              <a:spcBef>
                <a:spcPts val="0"/>
              </a:spcBef>
              <a:spcAft>
                <a:spcPts val="0"/>
              </a:spcAft>
              <a:buNone/>
              <a:defRPr sz="1400">
                <a:solidFill>
                  <a:srgbClr val="000000"/>
                </a:solidFill>
              </a:defRPr>
            </a:lvl1pPr>
            <a:lvl2pPr lvl="1">
              <a:spcBef>
                <a:spcPts val="0"/>
              </a:spcBef>
              <a:spcAft>
                <a:spcPts val="0"/>
              </a:spcAft>
              <a:buNone/>
              <a:defRPr/>
            </a:lvl2pPr>
            <a:lvl3pPr lvl="2">
              <a:spcBef>
                <a:spcPts val="500"/>
              </a:spcBef>
              <a:spcAft>
                <a:spcPts val="0"/>
              </a:spcAft>
              <a:buNone/>
              <a:defRPr/>
            </a:lvl3pPr>
            <a:lvl4pPr lvl="3">
              <a:spcBef>
                <a:spcPts val="500"/>
              </a:spcBef>
              <a:spcAft>
                <a:spcPts val="0"/>
              </a:spcAft>
              <a:buNone/>
              <a:defRPr/>
            </a:lvl4pPr>
            <a:lvl5pPr lvl="4">
              <a:spcBef>
                <a:spcPts val="500"/>
              </a:spcBef>
              <a:spcAft>
                <a:spcPts val="0"/>
              </a:spcAft>
              <a:buNone/>
              <a:defRPr/>
            </a:lvl5pPr>
            <a:lvl6pPr lvl="5">
              <a:spcBef>
                <a:spcPts val="500"/>
              </a:spcBef>
              <a:spcAft>
                <a:spcPts val="0"/>
              </a:spcAft>
              <a:buNone/>
              <a:defRPr/>
            </a:lvl6pPr>
            <a:lvl7pPr lvl="6">
              <a:spcBef>
                <a:spcPts val="500"/>
              </a:spcBef>
              <a:spcAft>
                <a:spcPts val="0"/>
              </a:spcAft>
              <a:buNone/>
              <a:defRPr/>
            </a:lvl7pPr>
            <a:lvl8pPr lvl="7">
              <a:spcBef>
                <a:spcPts val="500"/>
              </a:spcBef>
              <a:spcAft>
                <a:spcPts val="0"/>
              </a:spcAft>
              <a:buNone/>
              <a:defRPr/>
            </a:lvl8pPr>
            <a:lvl9pPr lvl="8">
              <a:spcBef>
                <a:spcPts val="500"/>
              </a:spcBef>
              <a:spcAft>
                <a:spcPts val="500"/>
              </a:spcAft>
              <a:buNone/>
              <a:defRPr/>
            </a:lvl9pPr>
          </a:lstStyle>
          <a:p/>
        </p:txBody>
      </p:sp>
      <p:sp>
        <p:nvSpPr>
          <p:cNvPr id="840" name="Google Shape;840;p58"/>
          <p:cNvSpPr txBox="1"/>
          <p:nvPr>
            <p:ph type="title"/>
          </p:nvPr>
        </p:nvSpPr>
        <p:spPr>
          <a:xfrm>
            <a:off x="447775" y="1084575"/>
            <a:ext cx="6825000" cy="2105100"/>
          </a:xfrm>
          <a:prstGeom prst="rect">
            <a:avLst/>
          </a:prstGeom>
        </p:spPr>
        <p:txBody>
          <a:bodyPr anchorCtr="0" anchor="t" bIns="91425" lIns="457200" spcFirstLastPara="1" rIns="91425" wrap="square" tIns="91425">
            <a:noAutofit/>
          </a:bodyPr>
          <a:lstStyle>
            <a:lvl1pPr lvl="0">
              <a:spcBef>
                <a:spcPts val="0"/>
              </a:spcBef>
              <a:spcAft>
                <a:spcPts val="0"/>
              </a:spcAft>
              <a:buNone/>
              <a:defRPr b="1" sz="4800">
                <a:solidFill>
                  <a:schemeClr val="dk2"/>
                </a:solidFill>
                <a:latin typeface="Overpass"/>
                <a:ea typeface="Overpass"/>
                <a:cs typeface="Overpass"/>
                <a:sym typeface="Overpass"/>
              </a:defRPr>
            </a:lvl1pPr>
            <a:lvl2pPr lvl="1">
              <a:spcBef>
                <a:spcPts val="0"/>
              </a:spcBef>
              <a:spcAft>
                <a:spcPts val="0"/>
              </a:spcAft>
              <a:buNone/>
              <a:defRPr b="1" sz="4800">
                <a:solidFill>
                  <a:schemeClr val="dk2"/>
                </a:solidFill>
                <a:latin typeface="Overpass"/>
                <a:ea typeface="Overpass"/>
                <a:cs typeface="Overpass"/>
                <a:sym typeface="Overpass"/>
              </a:defRPr>
            </a:lvl2pPr>
            <a:lvl3pPr lvl="2">
              <a:spcBef>
                <a:spcPts val="0"/>
              </a:spcBef>
              <a:spcAft>
                <a:spcPts val="0"/>
              </a:spcAft>
              <a:buNone/>
              <a:defRPr b="1" sz="4800">
                <a:solidFill>
                  <a:schemeClr val="dk2"/>
                </a:solidFill>
                <a:latin typeface="Overpass"/>
                <a:ea typeface="Overpass"/>
                <a:cs typeface="Overpass"/>
                <a:sym typeface="Overpass"/>
              </a:defRPr>
            </a:lvl3pPr>
            <a:lvl4pPr lvl="3">
              <a:spcBef>
                <a:spcPts val="0"/>
              </a:spcBef>
              <a:spcAft>
                <a:spcPts val="0"/>
              </a:spcAft>
              <a:buNone/>
              <a:defRPr b="1" sz="4800">
                <a:solidFill>
                  <a:schemeClr val="dk2"/>
                </a:solidFill>
                <a:latin typeface="Overpass"/>
                <a:ea typeface="Overpass"/>
                <a:cs typeface="Overpass"/>
                <a:sym typeface="Overpass"/>
              </a:defRPr>
            </a:lvl4pPr>
            <a:lvl5pPr lvl="4">
              <a:spcBef>
                <a:spcPts val="0"/>
              </a:spcBef>
              <a:spcAft>
                <a:spcPts val="0"/>
              </a:spcAft>
              <a:buNone/>
              <a:defRPr b="1" sz="4800">
                <a:solidFill>
                  <a:schemeClr val="dk2"/>
                </a:solidFill>
                <a:latin typeface="Overpass"/>
                <a:ea typeface="Overpass"/>
                <a:cs typeface="Overpass"/>
                <a:sym typeface="Overpass"/>
              </a:defRPr>
            </a:lvl5pPr>
            <a:lvl6pPr lvl="5">
              <a:spcBef>
                <a:spcPts val="0"/>
              </a:spcBef>
              <a:spcAft>
                <a:spcPts val="0"/>
              </a:spcAft>
              <a:buNone/>
              <a:defRPr b="1" sz="4800">
                <a:solidFill>
                  <a:schemeClr val="dk2"/>
                </a:solidFill>
                <a:latin typeface="Overpass"/>
                <a:ea typeface="Overpass"/>
                <a:cs typeface="Overpass"/>
                <a:sym typeface="Overpass"/>
              </a:defRPr>
            </a:lvl6pPr>
            <a:lvl7pPr lvl="6">
              <a:spcBef>
                <a:spcPts val="0"/>
              </a:spcBef>
              <a:spcAft>
                <a:spcPts val="0"/>
              </a:spcAft>
              <a:buNone/>
              <a:defRPr b="1" sz="4800">
                <a:solidFill>
                  <a:schemeClr val="dk2"/>
                </a:solidFill>
                <a:latin typeface="Overpass"/>
                <a:ea typeface="Overpass"/>
                <a:cs typeface="Overpass"/>
                <a:sym typeface="Overpass"/>
              </a:defRPr>
            </a:lvl7pPr>
            <a:lvl8pPr lvl="7">
              <a:spcBef>
                <a:spcPts val="0"/>
              </a:spcBef>
              <a:spcAft>
                <a:spcPts val="0"/>
              </a:spcAft>
              <a:buNone/>
              <a:defRPr b="1" sz="4800">
                <a:solidFill>
                  <a:schemeClr val="dk2"/>
                </a:solidFill>
                <a:latin typeface="Overpass"/>
                <a:ea typeface="Overpass"/>
                <a:cs typeface="Overpass"/>
                <a:sym typeface="Overpass"/>
              </a:defRPr>
            </a:lvl8pPr>
            <a:lvl9pPr lvl="8">
              <a:spcBef>
                <a:spcPts val="0"/>
              </a:spcBef>
              <a:spcAft>
                <a:spcPts val="0"/>
              </a:spcAft>
              <a:buNone/>
              <a:defRPr b="1" sz="4800">
                <a:solidFill>
                  <a:schemeClr val="dk2"/>
                </a:solidFill>
                <a:latin typeface="Overpass"/>
                <a:ea typeface="Overpass"/>
                <a:cs typeface="Overpass"/>
                <a:sym typeface="Overpass"/>
              </a:defRPr>
            </a:lvl9pPr>
          </a:lstStyle>
          <a:p/>
        </p:txBody>
      </p:sp>
      <p:cxnSp>
        <p:nvCxnSpPr>
          <p:cNvPr id="841" name="Google Shape;841;p5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842" name="Google Shape;842;p58"/>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843" name="Google Shape;843;p5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44" name="Google Shape;844;p5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45" name="Google Shape;845;p58"/>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Tree>
  </p:cSld>
  <p:clrMapOvr>
    <a:masterClrMapping/>
  </p:clrMapOvr>
  <p:extLst>
    <p:ext uri="{DCECCB84-F9BA-43D5-87BE-67443E8EF086}">
      <p15:sldGuideLst>
        <p15:guide id="1" orient="horz" pos="2160">
          <p15:clr>
            <a:srgbClr val="FF00FF"/>
          </p15:clr>
        </p15:guide>
        <p15:guide id="2" pos="3840">
          <p15:clr>
            <a:srgbClr val="FF00FF"/>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1">
  <p:cSld name="CUSTOM_4_2_4_1">
    <p:spTree>
      <p:nvGrpSpPr>
        <p:cNvPr id="846" name="Shape 846"/>
        <p:cNvGrpSpPr/>
        <p:nvPr/>
      </p:nvGrpSpPr>
      <p:grpSpPr>
        <a:xfrm>
          <a:off x="0" y="0"/>
          <a:ext cx="0" cy="0"/>
          <a:chOff x="0" y="0"/>
          <a:chExt cx="0" cy="0"/>
        </a:xfrm>
      </p:grpSpPr>
      <p:cxnSp>
        <p:nvCxnSpPr>
          <p:cNvPr id="847" name="Google Shape;847;p5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848" name="Google Shape;848;p5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49" name="Google Shape;849;p5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50" name="Google Shape;850;p5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851" name="Google Shape;851;p5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852" name="Google Shape;852;p59"/>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a:lnSpc>
                <a:spcPct val="113000"/>
              </a:lnSpc>
              <a:spcBef>
                <a:spcPts val="0"/>
              </a:spcBef>
              <a:spcAft>
                <a:spcPts val="0"/>
              </a:spcAft>
              <a:buNone/>
              <a:defRPr/>
            </a:lvl1pPr>
            <a:lvl2pPr lvl="1">
              <a:lnSpc>
                <a:spcPct val="113000"/>
              </a:lnSpc>
              <a:spcBef>
                <a:spcPts val="2000"/>
              </a:spcBef>
              <a:spcAft>
                <a:spcPts val="0"/>
              </a:spcAft>
              <a:buNone/>
              <a:defRPr/>
            </a:lvl2pPr>
            <a:lvl3pPr lvl="2">
              <a:lnSpc>
                <a:spcPct val="113000"/>
              </a:lnSpc>
              <a:spcBef>
                <a:spcPts val="2000"/>
              </a:spcBef>
              <a:spcAft>
                <a:spcPts val="0"/>
              </a:spcAft>
              <a:buNone/>
              <a:defRPr/>
            </a:lvl3pPr>
            <a:lvl4pPr lvl="3">
              <a:lnSpc>
                <a:spcPct val="113000"/>
              </a:lnSpc>
              <a:spcBef>
                <a:spcPts val="2000"/>
              </a:spcBef>
              <a:spcAft>
                <a:spcPts val="0"/>
              </a:spcAft>
              <a:buNone/>
              <a:defRPr/>
            </a:lvl4pPr>
            <a:lvl5pPr lvl="4">
              <a:lnSpc>
                <a:spcPct val="113000"/>
              </a:lnSpc>
              <a:spcBef>
                <a:spcPts val="2000"/>
              </a:spcBef>
              <a:spcAft>
                <a:spcPts val="0"/>
              </a:spcAft>
              <a:buNone/>
              <a:defRPr/>
            </a:lvl5pPr>
            <a:lvl6pPr lvl="5">
              <a:lnSpc>
                <a:spcPct val="113000"/>
              </a:lnSpc>
              <a:spcBef>
                <a:spcPts val="2000"/>
              </a:spcBef>
              <a:spcAft>
                <a:spcPts val="0"/>
              </a:spcAft>
              <a:buNone/>
              <a:defRPr/>
            </a:lvl6pPr>
            <a:lvl7pPr lvl="6">
              <a:lnSpc>
                <a:spcPct val="113000"/>
              </a:lnSpc>
              <a:spcBef>
                <a:spcPts val="2000"/>
              </a:spcBef>
              <a:spcAft>
                <a:spcPts val="0"/>
              </a:spcAft>
              <a:buNone/>
              <a:defRPr/>
            </a:lvl7pPr>
            <a:lvl8pPr lvl="7">
              <a:lnSpc>
                <a:spcPct val="113000"/>
              </a:lnSpc>
              <a:spcBef>
                <a:spcPts val="2000"/>
              </a:spcBef>
              <a:spcAft>
                <a:spcPts val="0"/>
              </a:spcAft>
              <a:buNone/>
              <a:defRPr/>
            </a:lvl8pPr>
            <a:lvl9pPr lvl="8">
              <a:lnSpc>
                <a:spcPct val="113000"/>
              </a:lnSpc>
              <a:spcBef>
                <a:spcPts val="2000"/>
              </a:spcBef>
              <a:spcAft>
                <a:spcPts val="2000"/>
              </a:spcAft>
              <a:buNone/>
              <a:defRPr/>
            </a:lvl9pPr>
          </a:lstStyle>
          <a:p/>
        </p:txBody>
      </p:sp>
      <p:sp>
        <p:nvSpPr>
          <p:cNvPr id="853" name="Google Shape;853;p5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854" name="Google Shape;854;p5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855" name="Google Shape;855;p59"/>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theme" Target="../theme/theme1.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42900" lvl="0" marL="457200">
              <a:lnSpc>
                <a:spcPct val="140000"/>
              </a:lnSpc>
              <a:spcBef>
                <a:spcPts val="0"/>
              </a:spcBef>
              <a:spcAft>
                <a:spcPts val="0"/>
              </a:spcAft>
              <a:buClr>
                <a:schemeClr val="accent1"/>
              </a:buClr>
              <a:buSzPts val="1800"/>
              <a:buFont typeface="Red Hat Display"/>
              <a:buChar char="▸"/>
              <a:defRPr sz="1800">
                <a:latin typeface="Red Hat Display"/>
                <a:ea typeface="Red Hat Display"/>
                <a:cs typeface="Red Hat Display"/>
                <a:sym typeface="Red Hat Display"/>
              </a:defRPr>
            </a:lvl1pPr>
            <a:lvl2pPr indent="-342900" lvl="1" marL="9144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2pPr>
            <a:lvl3pPr indent="-342900" lvl="2" marL="13716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3pPr>
            <a:lvl4pPr indent="-342900" lvl="3" marL="18288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4pPr>
            <a:lvl5pPr indent="-342900" lvl="4" marL="22860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5pPr>
            <a:lvl6pPr indent="-342900" lvl="5" marL="27432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6pPr>
            <a:lvl7pPr indent="-342900" lvl="6" marL="32004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7pPr>
            <a:lvl8pPr indent="-342900" lvl="7" marL="36576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8pPr>
            <a:lvl9pPr indent="-342900" lvl="8" marL="4114800">
              <a:lnSpc>
                <a:spcPct val="140000"/>
              </a:lnSpc>
              <a:spcBef>
                <a:spcPts val="500"/>
              </a:spcBef>
              <a:spcAft>
                <a:spcPts val="500"/>
              </a:spcAft>
              <a:buSzPts val="1800"/>
              <a:buFont typeface="Red Hat Display"/>
              <a:buChar char="･"/>
              <a:defRPr sz="1800">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hyperlink" Target="https://docs.google.com/presentation/d/1DRT4G3i2f1xFbZZzWbuzJAiOm3vy38g02lXYk2zpCvc/edit#slide=id.g13ad3cdd9cf_1_76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 Id="rId3" Type="http://schemas.openxmlformats.org/officeDocument/2006/relationships/hyperlink" Target="https://docs.google.com/presentation/d/1wZO66Zdqac7oUdj1k3YF2r-L6cHTiUIGkbJtS3DUJCE/" TargetMode="External"/><Relationship Id="rId4" Type="http://schemas.openxmlformats.org/officeDocument/2006/relationships/hyperlink" Target="https://docs.google.com/presentation/d/1J3qhdLYYCTpJVNngDyofM2rXCyWlZF3kRQD7GhZzgN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xml"/><Relationship Id="rId3"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xml"/><Relationship Id="rId3" Type="http://schemas.openxmlformats.org/officeDocument/2006/relationships/image" Target="../media/image38.png"/><Relationship Id="rId4" Type="http://schemas.openxmlformats.org/officeDocument/2006/relationships/image" Target="../media/image36.png"/><Relationship Id="rId9" Type="http://schemas.openxmlformats.org/officeDocument/2006/relationships/image" Target="../media/image40.jpg"/><Relationship Id="rId5" Type="http://schemas.openxmlformats.org/officeDocument/2006/relationships/image" Target="../media/image37.png"/><Relationship Id="rId6" Type="http://schemas.openxmlformats.org/officeDocument/2006/relationships/image" Target="../media/image47.png"/><Relationship Id="rId7" Type="http://schemas.openxmlformats.org/officeDocument/2006/relationships/image" Target="../media/image202.png"/><Relationship Id="rId8" Type="http://schemas.openxmlformats.org/officeDocument/2006/relationships/image" Target="../media/image42.jpg"/><Relationship Id="rId10" Type="http://schemas.openxmlformats.org/officeDocument/2006/relationships/image" Target="../media/image4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xml"/><Relationship Id="rId3" Type="http://schemas.openxmlformats.org/officeDocument/2006/relationships/image" Target="../media/image43.png"/><Relationship Id="rId4" Type="http://schemas.openxmlformats.org/officeDocument/2006/relationships/image" Target="../media/image46.png"/><Relationship Id="rId9" Type="http://schemas.openxmlformats.org/officeDocument/2006/relationships/image" Target="../media/image60.png"/><Relationship Id="rId5" Type="http://schemas.openxmlformats.org/officeDocument/2006/relationships/image" Target="../media/image45.png"/><Relationship Id="rId6" Type="http://schemas.openxmlformats.org/officeDocument/2006/relationships/image" Target="../media/image49.png"/><Relationship Id="rId7" Type="http://schemas.openxmlformats.org/officeDocument/2006/relationships/image" Target="../media/image48.png"/><Relationship Id="rId8" Type="http://schemas.openxmlformats.org/officeDocument/2006/relationships/image" Target="../media/image50.png"/><Relationship Id="rId11" Type="http://schemas.openxmlformats.org/officeDocument/2006/relationships/image" Target="../media/image53.png"/><Relationship Id="rId10" Type="http://schemas.openxmlformats.org/officeDocument/2006/relationships/image" Target="../media/image51.png"/><Relationship Id="rId13" Type="http://schemas.openxmlformats.org/officeDocument/2006/relationships/image" Target="../media/image59.png"/><Relationship Id="rId12" Type="http://schemas.openxmlformats.org/officeDocument/2006/relationships/image" Target="../media/image74.png"/><Relationship Id="rId14"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74.png"/><Relationship Id="rId5" Type="http://schemas.openxmlformats.org/officeDocument/2006/relationships/image" Target="../media/image46.png"/><Relationship Id="rId6" Type="http://schemas.openxmlformats.org/officeDocument/2006/relationships/image" Target="../media/image6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5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4.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83.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0.xml"/><Relationship Id="rId3"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82.png"/><Relationship Id="rId5" Type="http://schemas.openxmlformats.org/officeDocument/2006/relationships/image" Target="../media/image65.png"/><Relationship Id="rId6" Type="http://schemas.openxmlformats.org/officeDocument/2006/relationships/image" Target="../media/image80.png"/><Relationship Id="rId7" Type="http://schemas.openxmlformats.org/officeDocument/2006/relationships/image" Target="../media/image66.png"/><Relationship Id="rId8" Type="http://schemas.openxmlformats.org/officeDocument/2006/relationships/image" Target="../media/image70.png"/><Relationship Id="rId10" Type="http://schemas.openxmlformats.org/officeDocument/2006/relationships/image" Target="../media/image7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 Id="rId3" Type="http://schemas.openxmlformats.org/officeDocument/2006/relationships/image" Target="../media/image90.png"/><Relationship Id="rId4" Type="http://schemas.openxmlformats.org/officeDocument/2006/relationships/image" Target="../media/image65.png"/><Relationship Id="rId9" Type="http://schemas.openxmlformats.org/officeDocument/2006/relationships/image" Target="../media/image85.png"/><Relationship Id="rId5" Type="http://schemas.openxmlformats.org/officeDocument/2006/relationships/image" Target="../media/image70.png"/><Relationship Id="rId6" Type="http://schemas.openxmlformats.org/officeDocument/2006/relationships/image" Target="../media/image66.png"/><Relationship Id="rId7" Type="http://schemas.openxmlformats.org/officeDocument/2006/relationships/image" Target="../media/image68.png"/><Relationship Id="rId8" Type="http://schemas.openxmlformats.org/officeDocument/2006/relationships/image" Target="../media/image75.png"/><Relationship Id="rId20" Type="http://schemas.openxmlformats.org/officeDocument/2006/relationships/image" Target="../media/image91.png"/><Relationship Id="rId22" Type="http://schemas.openxmlformats.org/officeDocument/2006/relationships/image" Target="../media/image62.png"/><Relationship Id="rId21" Type="http://schemas.openxmlformats.org/officeDocument/2006/relationships/image" Target="../media/image102.png"/><Relationship Id="rId24" Type="http://schemas.openxmlformats.org/officeDocument/2006/relationships/image" Target="../media/image93.png"/><Relationship Id="rId23" Type="http://schemas.openxmlformats.org/officeDocument/2006/relationships/image" Target="../media/image107.png"/><Relationship Id="rId11" Type="http://schemas.openxmlformats.org/officeDocument/2006/relationships/image" Target="../media/image78.png"/><Relationship Id="rId10" Type="http://schemas.openxmlformats.org/officeDocument/2006/relationships/image" Target="../media/image76.png"/><Relationship Id="rId13" Type="http://schemas.openxmlformats.org/officeDocument/2006/relationships/image" Target="../media/image100.png"/><Relationship Id="rId12" Type="http://schemas.openxmlformats.org/officeDocument/2006/relationships/image" Target="../media/image84.png"/><Relationship Id="rId15" Type="http://schemas.openxmlformats.org/officeDocument/2006/relationships/image" Target="../media/image99.png"/><Relationship Id="rId14" Type="http://schemas.openxmlformats.org/officeDocument/2006/relationships/image" Target="../media/image88.png"/><Relationship Id="rId17" Type="http://schemas.openxmlformats.org/officeDocument/2006/relationships/image" Target="../media/image92.png"/><Relationship Id="rId16" Type="http://schemas.openxmlformats.org/officeDocument/2006/relationships/image" Target="../media/image87.png"/><Relationship Id="rId19" Type="http://schemas.openxmlformats.org/officeDocument/2006/relationships/image" Target="../media/image89.png"/><Relationship Id="rId18" Type="http://schemas.openxmlformats.org/officeDocument/2006/relationships/image" Target="../media/image8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2.xml"/><Relationship Id="rId3" Type="http://schemas.openxmlformats.org/officeDocument/2006/relationships/image" Target="../media/image68.png"/><Relationship Id="rId4" Type="http://schemas.openxmlformats.org/officeDocument/2006/relationships/image" Target="../media/image65.png"/><Relationship Id="rId9" Type="http://schemas.openxmlformats.org/officeDocument/2006/relationships/image" Target="../media/image119.png"/><Relationship Id="rId5" Type="http://schemas.openxmlformats.org/officeDocument/2006/relationships/image" Target="../media/image70.png"/><Relationship Id="rId6" Type="http://schemas.openxmlformats.org/officeDocument/2006/relationships/image" Target="../media/image96.png"/><Relationship Id="rId7" Type="http://schemas.openxmlformats.org/officeDocument/2006/relationships/image" Target="../media/image104.png"/><Relationship Id="rId8" Type="http://schemas.openxmlformats.org/officeDocument/2006/relationships/image" Target="../media/image118.png"/><Relationship Id="rId20" Type="http://schemas.openxmlformats.org/officeDocument/2006/relationships/image" Target="../media/image112.png"/><Relationship Id="rId22" Type="http://schemas.openxmlformats.org/officeDocument/2006/relationships/image" Target="../media/image117.png"/><Relationship Id="rId21" Type="http://schemas.openxmlformats.org/officeDocument/2006/relationships/image" Target="../media/image113.png"/><Relationship Id="rId23" Type="http://schemas.openxmlformats.org/officeDocument/2006/relationships/image" Target="../media/image114.png"/><Relationship Id="rId11" Type="http://schemas.openxmlformats.org/officeDocument/2006/relationships/image" Target="../media/image103.png"/><Relationship Id="rId10" Type="http://schemas.openxmlformats.org/officeDocument/2006/relationships/image" Target="../media/image105.png"/><Relationship Id="rId13" Type="http://schemas.openxmlformats.org/officeDocument/2006/relationships/image" Target="../media/image106.png"/><Relationship Id="rId12" Type="http://schemas.openxmlformats.org/officeDocument/2006/relationships/image" Target="../media/image111.jpg"/><Relationship Id="rId15" Type="http://schemas.openxmlformats.org/officeDocument/2006/relationships/image" Target="../media/image66.png"/><Relationship Id="rId14" Type="http://schemas.openxmlformats.org/officeDocument/2006/relationships/image" Target="../media/image108.png"/><Relationship Id="rId17" Type="http://schemas.openxmlformats.org/officeDocument/2006/relationships/image" Target="../media/image121.png"/><Relationship Id="rId16" Type="http://schemas.openxmlformats.org/officeDocument/2006/relationships/image" Target="../media/image125.png"/><Relationship Id="rId19" Type="http://schemas.openxmlformats.org/officeDocument/2006/relationships/image" Target="../media/image124.png"/><Relationship Id="rId18" Type="http://schemas.openxmlformats.org/officeDocument/2006/relationships/image" Target="../media/image1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 Id="rId3" Type="http://schemas.openxmlformats.org/officeDocument/2006/relationships/image" Target="../media/image86.png"/><Relationship Id="rId4" Type="http://schemas.openxmlformats.org/officeDocument/2006/relationships/image" Target="../media/image89.png"/><Relationship Id="rId5" Type="http://schemas.openxmlformats.org/officeDocument/2006/relationships/image" Target="../media/image122.png"/><Relationship Id="rId6" Type="http://schemas.openxmlformats.org/officeDocument/2006/relationships/image" Target="../media/image120.png"/><Relationship Id="rId7" Type="http://schemas.openxmlformats.org/officeDocument/2006/relationships/image" Target="../media/image128.png"/><Relationship Id="rId8" Type="http://schemas.openxmlformats.org/officeDocument/2006/relationships/image" Target="../media/image1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 Id="rId3" Type="http://schemas.openxmlformats.org/officeDocument/2006/relationships/image" Target="../media/image86.png"/><Relationship Id="rId4" Type="http://schemas.openxmlformats.org/officeDocument/2006/relationships/image" Target="../media/image89.png"/><Relationship Id="rId9" Type="http://schemas.openxmlformats.org/officeDocument/2006/relationships/image" Target="../media/image126.png"/><Relationship Id="rId5" Type="http://schemas.openxmlformats.org/officeDocument/2006/relationships/image" Target="../media/image122.png"/><Relationship Id="rId6" Type="http://schemas.openxmlformats.org/officeDocument/2006/relationships/image" Target="../media/image127.png"/><Relationship Id="rId7" Type="http://schemas.openxmlformats.org/officeDocument/2006/relationships/image" Target="../media/image120.png"/><Relationship Id="rId8" Type="http://schemas.openxmlformats.org/officeDocument/2006/relationships/image" Target="../media/image128.png"/><Relationship Id="rId11" Type="http://schemas.openxmlformats.org/officeDocument/2006/relationships/image" Target="../media/image65.png"/><Relationship Id="rId10" Type="http://schemas.openxmlformats.org/officeDocument/2006/relationships/image" Target="../media/image130.png"/><Relationship Id="rId13" Type="http://schemas.openxmlformats.org/officeDocument/2006/relationships/image" Target="../media/image66.png"/><Relationship Id="rId12" Type="http://schemas.openxmlformats.org/officeDocument/2006/relationships/image" Target="../media/image6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6.xml"/><Relationship Id="rId3" Type="http://schemas.openxmlformats.org/officeDocument/2006/relationships/image" Target="../media/image130.png"/><Relationship Id="rId4" Type="http://schemas.openxmlformats.org/officeDocument/2006/relationships/image" Target="../media/image65.png"/><Relationship Id="rId5" Type="http://schemas.openxmlformats.org/officeDocument/2006/relationships/image" Target="../media/image68.png"/><Relationship Id="rId6" Type="http://schemas.openxmlformats.org/officeDocument/2006/relationships/image" Target="../media/image6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1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0.xml"/><Relationship Id="rId3" Type="http://schemas.openxmlformats.org/officeDocument/2006/relationships/image" Target="../media/image132.png"/><Relationship Id="rId4" Type="http://schemas.openxmlformats.org/officeDocument/2006/relationships/image" Target="../media/image145.png"/><Relationship Id="rId5" Type="http://schemas.openxmlformats.org/officeDocument/2006/relationships/image" Target="../media/image129.png"/><Relationship Id="rId6" Type="http://schemas.openxmlformats.org/officeDocument/2006/relationships/image" Target="../media/image1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1.xml"/><Relationship Id="rId3" Type="http://schemas.openxmlformats.org/officeDocument/2006/relationships/image" Target="../media/image1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3.xml"/><Relationship Id="rId3" Type="http://schemas.openxmlformats.org/officeDocument/2006/relationships/image" Target="../media/image134.jpg"/><Relationship Id="rId4" Type="http://schemas.openxmlformats.org/officeDocument/2006/relationships/image" Target="../media/image131.png"/><Relationship Id="rId5" Type="http://schemas.openxmlformats.org/officeDocument/2006/relationships/image" Target="../media/image133.png"/><Relationship Id="rId6" Type="http://schemas.openxmlformats.org/officeDocument/2006/relationships/image" Target="../media/image1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4.xml"/><Relationship Id="rId3" Type="http://schemas.openxmlformats.org/officeDocument/2006/relationships/image" Target="../media/image134.jpg"/><Relationship Id="rId4" Type="http://schemas.openxmlformats.org/officeDocument/2006/relationships/image" Target="../media/image131.png"/><Relationship Id="rId5" Type="http://schemas.openxmlformats.org/officeDocument/2006/relationships/image" Target="../media/image133.png"/><Relationship Id="rId6" Type="http://schemas.openxmlformats.org/officeDocument/2006/relationships/image" Target="../media/image1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5.xml"/><Relationship Id="rId3" Type="http://schemas.openxmlformats.org/officeDocument/2006/relationships/image" Target="../media/image134.jpg"/><Relationship Id="rId4" Type="http://schemas.openxmlformats.org/officeDocument/2006/relationships/image" Target="../media/image131.png"/><Relationship Id="rId5" Type="http://schemas.openxmlformats.org/officeDocument/2006/relationships/image" Target="../media/image133.png"/><Relationship Id="rId6" Type="http://schemas.openxmlformats.org/officeDocument/2006/relationships/image" Target="../media/image1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6.xml"/><Relationship Id="rId3" Type="http://schemas.openxmlformats.org/officeDocument/2006/relationships/image" Target="../media/image134.jpg"/><Relationship Id="rId4" Type="http://schemas.openxmlformats.org/officeDocument/2006/relationships/image" Target="../media/image131.png"/><Relationship Id="rId5" Type="http://schemas.openxmlformats.org/officeDocument/2006/relationships/image" Target="../media/image133.png"/><Relationship Id="rId6" Type="http://schemas.openxmlformats.org/officeDocument/2006/relationships/image" Target="../media/image1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7.xml"/><Relationship Id="rId3" Type="http://schemas.openxmlformats.org/officeDocument/2006/relationships/image" Target="../media/image134.jpg"/><Relationship Id="rId4" Type="http://schemas.openxmlformats.org/officeDocument/2006/relationships/image" Target="../media/image131.png"/><Relationship Id="rId5" Type="http://schemas.openxmlformats.org/officeDocument/2006/relationships/image" Target="../media/image133.png"/><Relationship Id="rId6" Type="http://schemas.openxmlformats.org/officeDocument/2006/relationships/image" Target="../media/image1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9.xml"/><Relationship Id="rId3" Type="http://schemas.openxmlformats.org/officeDocument/2006/relationships/image" Target="../media/image1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0.xml"/><Relationship Id="rId3" Type="http://schemas.openxmlformats.org/officeDocument/2006/relationships/image" Target="../media/image132.png"/><Relationship Id="rId4" Type="http://schemas.openxmlformats.org/officeDocument/2006/relationships/image" Target="../media/image145.png"/><Relationship Id="rId5" Type="http://schemas.openxmlformats.org/officeDocument/2006/relationships/image" Target="../media/image129.png"/><Relationship Id="rId6" Type="http://schemas.openxmlformats.org/officeDocument/2006/relationships/image" Target="../media/image1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1.xml"/><Relationship Id="rId3" Type="http://schemas.openxmlformats.org/officeDocument/2006/relationships/image" Target="../media/image1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2.xml"/><Relationship Id="rId3" Type="http://schemas.openxmlformats.org/officeDocument/2006/relationships/image" Target="../media/image150.png"/><Relationship Id="rId4" Type="http://schemas.openxmlformats.org/officeDocument/2006/relationships/image" Target="../media/image157.png"/><Relationship Id="rId5" Type="http://schemas.openxmlformats.org/officeDocument/2006/relationships/image" Target="../media/image1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 Id="rId3" Type="http://schemas.openxmlformats.org/officeDocument/2006/relationships/image" Target="../media/image160.png"/><Relationship Id="rId4" Type="http://schemas.openxmlformats.org/officeDocument/2006/relationships/image" Target="../media/image157.png"/><Relationship Id="rId5" Type="http://schemas.openxmlformats.org/officeDocument/2006/relationships/image" Target="../media/image1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4.xml"/><Relationship Id="rId3" Type="http://schemas.openxmlformats.org/officeDocument/2006/relationships/image" Target="../media/image154.png"/><Relationship Id="rId4" Type="http://schemas.openxmlformats.org/officeDocument/2006/relationships/image" Target="../media/image157.png"/><Relationship Id="rId5" Type="http://schemas.openxmlformats.org/officeDocument/2006/relationships/image" Target="../media/image1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5.xml"/><Relationship Id="rId3" Type="http://schemas.openxmlformats.org/officeDocument/2006/relationships/image" Target="../media/image129.png"/><Relationship Id="rId4" Type="http://schemas.openxmlformats.org/officeDocument/2006/relationships/image" Target="../media/image15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6.xml"/><Relationship Id="rId3" Type="http://schemas.openxmlformats.org/officeDocument/2006/relationships/image" Target="../media/image1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7.xml"/><Relationship Id="rId3" Type="http://schemas.openxmlformats.org/officeDocument/2006/relationships/image" Target="../media/image157.png"/><Relationship Id="rId4" Type="http://schemas.openxmlformats.org/officeDocument/2006/relationships/image" Target="../media/image167.png"/><Relationship Id="rId5" Type="http://schemas.openxmlformats.org/officeDocument/2006/relationships/image" Target="../media/image129.png"/><Relationship Id="rId6" Type="http://schemas.openxmlformats.org/officeDocument/2006/relationships/image" Target="../media/image15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9.xml"/><Relationship Id="rId3" Type="http://schemas.openxmlformats.org/officeDocument/2006/relationships/image" Target="../media/image162.png"/><Relationship Id="rId4" Type="http://schemas.openxmlformats.org/officeDocument/2006/relationships/image" Target="../media/image15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0.xml"/><Relationship Id="rId3" Type="http://schemas.openxmlformats.org/officeDocument/2006/relationships/image" Target="../media/image15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1.xml"/><Relationship Id="rId3" Type="http://schemas.openxmlformats.org/officeDocument/2006/relationships/image" Target="../media/image162.png"/><Relationship Id="rId4" Type="http://schemas.openxmlformats.org/officeDocument/2006/relationships/image" Target="../media/image156.png"/><Relationship Id="rId5" Type="http://schemas.openxmlformats.org/officeDocument/2006/relationships/image" Target="../media/image17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2.xml"/><Relationship Id="rId3" Type="http://schemas.openxmlformats.org/officeDocument/2006/relationships/image" Target="../media/image156.png"/><Relationship Id="rId4" Type="http://schemas.openxmlformats.org/officeDocument/2006/relationships/image" Target="../media/image176.png"/><Relationship Id="rId5" Type="http://schemas.openxmlformats.org/officeDocument/2006/relationships/image" Target="../media/image16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3.xml"/><Relationship Id="rId3" Type="http://schemas.openxmlformats.org/officeDocument/2006/relationships/image" Target="../media/image158.png"/><Relationship Id="rId4" Type="http://schemas.openxmlformats.org/officeDocument/2006/relationships/image" Target="../media/image16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5.xml"/><Relationship Id="rId3" Type="http://schemas.openxmlformats.org/officeDocument/2006/relationships/image" Target="../media/image80.png"/><Relationship Id="rId4" Type="http://schemas.openxmlformats.org/officeDocument/2006/relationships/image" Target="../media/image161.png"/><Relationship Id="rId9" Type="http://schemas.openxmlformats.org/officeDocument/2006/relationships/image" Target="../media/image65.png"/><Relationship Id="rId5" Type="http://schemas.openxmlformats.org/officeDocument/2006/relationships/image" Target="../media/image163.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68.png"/><Relationship Id="rId10" Type="http://schemas.openxmlformats.org/officeDocument/2006/relationships/image" Target="../media/image6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6.xml"/><Relationship Id="rId3" Type="http://schemas.openxmlformats.org/officeDocument/2006/relationships/image" Target="../media/image173.png"/><Relationship Id="rId4" Type="http://schemas.openxmlformats.org/officeDocument/2006/relationships/image" Target="../media/image168.png"/><Relationship Id="rId9"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18.png"/><Relationship Id="rId7" Type="http://schemas.openxmlformats.org/officeDocument/2006/relationships/image" Target="../media/image119.png"/><Relationship Id="rId8" Type="http://schemas.openxmlformats.org/officeDocument/2006/relationships/image" Target="../media/image105.png"/><Relationship Id="rId31" Type="http://schemas.openxmlformats.org/officeDocument/2006/relationships/image" Target="../media/image193.png"/><Relationship Id="rId30" Type="http://schemas.openxmlformats.org/officeDocument/2006/relationships/image" Target="../media/image198.png"/><Relationship Id="rId20" Type="http://schemas.openxmlformats.org/officeDocument/2006/relationships/image" Target="../media/image195.png"/><Relationship Id="rId22" Type="http://schemas.openxmlformats.org/officeDocument/2006/relationships/image" Target="../media/image196.png"/><Relationship Id="rId21" Type="http://schemas.openxmlformats.org/officeDocument/2006/relationships/image" Target="../media/image192.png"/><Relationship Id="rId24" Type="http://schemas.openxmlformats.org/officeDocument/2006/relationships/image" Target="../media/image106.png"/><Relationship Id="rId23" Type="http://schemas.openxmlformats.org/officeDocument/2006/relationships/image" Target="../media/image185.png"/><Relationship Id="rId26" Type="http://schemas.openxmlformats.org/officeDocument/2006/relationships/image" Target="../media/image186.png"/><Relationship Id="rId25" Type="http://schemas.openxmlformats.org/officeDocument/2006/relationships/image" Target="../media/image108.png"/><Relationship Id="rId28" Type="http://schemas.openxmlformats.org/officeDocument/2006/relationships/image" Target="../media/image200.png"/><Relationship Id="rId27" Type="http://schemas.openxmlformats.org/officeDocument/2006/relationships/image" Target="../media/image199.png"/><Relationship Id="rId29" Type="http://schemas.openxmlformats.org/officeDocument/2006/relationships/image" Target="../media/image189.png"/><Relationship Id="rId11" Type="http://schemas.openxmlformats.org/officeDocument/2006/relationships/image" Target="../media/image68.png"/><Relationship Id="rId10" Type="http://schemas.openxmlformats.org/officeDocument/2006/relationships/image" Target="../media/image70.png"/><Relationship Id="rId13" Type="http://schemas.openxmlformats.org/officeDocument/2006/relationships/image" Target="../media/image66.png"/><Relationship Id="rId12" Type="http://schemas.openxmlformats.org/officeDocument/2006/relationships/image" Target="../media/image65.png"/><Relationship Id="rId15" Type="http://schemas.openxmlformats.org/officeDocument/2006/relationships/image" Target="../media/image112.png"/><Relationship Id="rId14" Type="http://schemas.openxmlformats.org/officeDocument/2006/relationships/image" Target="../media/image124.png"/><Relationship Id="rId17" Type="http://schemas.openxmlformats.org/officeDocument/2006/relationships/image" Target="../media/image117.png"/><Relationship Id="rId16" Type="http://schemas.openxmlformats.org/officeDocument/2006/relationships/image" Target="../media/image113.png"/><Relationship Id="rId19" Type="http://schemas.openxmlformats.org/officeDocument/2006/relationships/image" Target="../media/image182.png"/><Relationship Id="rId18" Type="http://schemas.openxmlformats.org/officeDocument/2006/relationships/image" Target="../media/image11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9.xml"/><Relationship Id="rId3" Type="http://schemas.openxmlformats.org/officeDocument/2006/relationships/hyperlink" Target="mailto:parmstro@redhat.com" TargetMode="External"/><Relationship Id="rId4" Type="http://schemas.openxmlformats.org/officeDocument/2006/relationships/hyperlink" Target="mailto:msavage@redhat.com" TargetMode="External"/><Relationship Id="rId5" Type="http://schemas.openxmlformats.org/officeDocument/2006/relationships/hyperlink" Target="mailto:jyoung@redhat.com" TargetMode="External"/><Relationship Id="rId6" Type="http://schemas.openxmlformats.org/officeDocument/2006/relationships/hyperlink" Target="mailto:mtenheuv@redhat.com" TargetMode="External"/><Relationship Id="rId7" Type="http://schemas.openxmlformats.org/officeDocument/2006/relationships/hyperlink" Target="mailto:jdijkstr@redhat.com"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60.xml"/><Relationship Id="rId3" Type="http://schemas.openxmlformats.org/officeDocument/2006/relationships/hyperlink" Target="mailto:parmstro@redha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9" name="Shape 859"/>
        <p:cNvGrpSpPr/>
        <p:nvPr/>
      </p:nvGrpSpPr>
      <p:grpSpPr>
        <a:xfrm>
          <a:off x="0" y="0"/>
          <a:ext cx="0" cy="0"/>
          <a:chOff x="0" y="0"/>
          <a:chExt cx="0" cy="0"/>
        </a:xfrm>
      </p:grpSpPr>
      <p:sp>
        <p:nvSpPr>
          <p:cNvPr id="860" name="Google Shape;860;p60"/>
          <p:cNvSpPr txBox="1"/>
          <p:nvPr>
            <p:ph idx="12" type="sldNum"/>
          </p:nvPr>
        </p:nvSpPr>
        <p:spPr>
          <a:xfrm>
            <a:off x="109300" y="8226075"/>
            <a:ext cx="975600" cy="191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861" name="Google Shape;861;p60"/>
          <p:cNvPicPr preferRelativeResize="0"/>
          <p:nvPr/>
        </p:nvPicPr>
        <p:blipFill>
          <a:blip r:embed="rId3">
            <a:alphaModFix/>
          </a:blip>
          <a:stretch>
            <a:fillRect/>
          </a:stretch>
        </p:blipFill>
        <p:spPr>
          <a:xfrm>
            <a:off x="3783530" y="3724564"/>
            <a:ext cx="4624999" cy="1094000"/>
          </a:xfrm>
          <a:prstGeom prst="rect">
            <a:avLst/>
          </a:prstGeom>
          <a:noFill/>
          <a:ln>
            <a:noFill/>
          </a:ln>
        </p:spPr>
      </p:pic>
      <p:sp>
        <p:nvSpPr>
          <p:cNvPr id="862" name="Google Shape;862;p60"/>
          <p:cNvSpPr txBox="1"/>
          <p:nvPr/>
        </p:nvSpPr>
        <p:spPr>
          <a:xfrm>
            <a:off x="1194983" y="253067"/>
            <a:ext cx="9801900" cy="2065200"/>
          </a:xfrm>
          <a:prstGeom prst="rect">
            <a:avLst/>
          </a:prstGeom>
          <a:solidFill>
            <a:schemeClr val="lt2"/>
          </a:solidFill>
          <a:ln>
            <a:noFill/>
          </a:ln>
        </p:spPr>
        <p:txBody>
          <a:bodyPr anchorCtr="0" anchor="t" bIns="121900" lIns="121900" spcFirstLastPara="1" rIns="121900" wrap="square" tIns="121900">
            <a:spAutoFit/>
          </a:bodyPr>
          <a:lstStyle/>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version: </a:t>
            </a:r>
            <a:r>
              <a:rPr b="1" lang="en" sz="1600">
                <a:solidFill>
                  <a:schemeClr val="dk1"/>
                </a:solidFill>
                <a:latin typeface="Red Hat Display"/>
                <a:ea typeface="Red Hat Display"/>
                <a:cs typeface="Red Hat Display"/>
                <a:sym typeface="Red Hat Display"/>
              </a:rPr>
              <a:t>CURRENT</a:t>
            </a:r>
            <a:endParaRPr b="1" sz="1600">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Owner: Mike Savage &lt;msavage@redhat.com&gt;</a:t>
            </a:r>
            <a:endParaRPr sz="16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b="1" lang="en" sz="1600">
                <a:latin typeface="Red Hat Display"/>
                <a:ea typeface="Red Hat Display"/>
                <a:cs typeface="Red Hat Display"/>
                <a:sym typeface="Red Hat Display"/>
              </a:rPr>
              <a:t>Current Recommended Version</a:t>
            </a:r>
            <a:r>
              <a:rPr lang="en" sz="1600">
                <a:latin typeface="Red Hat Display"/>
                <a:ea typeface="Red Hat Display"/>
                <a:cs typeface="Red Hat Display"/>
                <a:sym typeface="Red Hat Display"/>
              </a:rPr>
              <a:t>:</a:t>
            </a:r>
            <a:r>
              <a:rPr lang="en" sz="1600">
                <a:solidFill>
                  <a:schemeClr val="dk1"/>
                </a:solidFill>
                <a:latin typeface="Red Hat Display"/>
                <a:ea typeface="Red Hat Display"/>
                <a:cs typeface="Red Hat Display"/>
                <a:sym typeface="Red Hat Display"/>
              </a:rPr>
              <a:t> This document</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Content Owner: The user responsible for each slide’s content is marked in the speaker notes</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See: </a:t>
            </a:r>
            <a:r>
              <a:rPr lang="en" sz="1600" u="sng">
                <a:solidFill>
                  <a:schemeClr val="hlink"/>
                </a:solidFill>
                <a:latin typeface="Red Hat Display"/>
                <a:ea typeface="Red Hat Display"/>
                <a:cs typeface="Red Hat Display"/>
                <a:sym typeface="Red Hat Display"/>
                <a:hlinkClick action="ppaction://hlinkshowjump?jump=lastslide"/>
              </a:rPr>
              <a:t>Contributors page</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Needs Review</a:t>
            </a:r>
            <a:endParaRPr sz="1600">
              <a:latin typeface="Red Hat Display"/>
              <a:ea typeface="Red Hat Display"/>
              <a:cs typeface="Red Hat Display"/>
              <a:sym typeface="Red Hat Display"/>
            </a:endParaRPr>
          </a:p>
          <a:p>
            <a:pPr indent="0" lvl="0" marL="0" rtl="0" algn="l">
              <a:lnSpc>
                <a:spcPct val="135000"/>
              </a:lnSpc>
              <a:spcBef>
                <a:spcPts val="1100"/>
              </a:spcBef>
              <a:spcAft>
                <a:spcPts val="1100"/>
              </a:spcAft>
              <a:buClr>
                <a:schemeClr val="dk1"/>
              </a:buClr>
              <a:buSzPts val="1500"/>
              <a:buFont typeface="Arial"/>
              <a:buNone/>
            </a:pPr>
            <a:r>
              <a:rPr i="1" lang="en" sz="1300">
                <a:latin typeface="Red Hat Display"/>
                <a:ea typeface="Red Hat Display"/>
                <a:cs typeface="Red Hat Display"/>
                <a:sym typeface="Red Hat Display"/>
              </a:rPr>
              <a:t>This document follows the </a:t>
            </a:r>
            <a:r>
              <a:rPr i="1" lang="en" sz="1300" u="sng">
                <a:solidFill>
                  <a:schemeClr val="accent1"/>
                </a:solidFill>
                <a:latin typeface="Red Hat Display"/>
                <a:ea typeface="Red Hat Display"/>
                <a:cs typeface="Red Hat Display"/>
                <a:sym typeface="Red Hat Display"/>
                <a:hlinkClick r:id="rId4">
                  <a:extLst>
                    <a:ext uri="{A12FA001-AC4F-418D-AE19-62706E023703}">
                      <ahyp:hlinkClr val="tx"/>
                    </a:ext>
                  </a:extLst>
                </a:hlinkClick>
              </a:rPr>
              <a:t>ABCD Versioning Notation Lifecycle</a:t>
            </a:r>
            <a:endParaRPr i="1" sz="1300">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6" name="Shape 866"/>
        <p:cNvGrpSpPr/>
        <p:nvPr/>
      </p:nvGrpSpPr>
      <p:grpSpPr>
        <a:xfrm>
          <a:off x="0" y="0"/>
          <a:ext cx="0" cy="0"/>
          <a:chOff x="0" y="0"/>
          <a:chExt cx="0" cy="0"/>
        </a:xfrm>
      </p:grpSpPr>
      <p:sp>
        <p:nvSpPr>
          <p:cNvPr id="867" name="Google Shape;867;p6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latin typeface="Red Hat Display SemiBold"/>
                <a:ea typeface="Red Hat Display SemiBold"/>
                <a:cs typeface="Red Hat Display SemiBold"/>
                <a:sym typeface="Red Hat Display SemiBold"/>
              </a:rPr>
              <a:t>Red Hat Infrastructure Standard Adoption Model (RH-ISAM) 2023</a:t>
            </a:r>
            <a:endParaRPr/>
          </a:p>
        </p:txBody>
      </p:sp>
      <p:sp>
        <p:nvSpPr>
          <p:cNvPr id="868" name="Google Shape;868;p61"/>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lang="en"/>
              <a:t>How to use this deck:</a:t>
            </a:r>
            <a:endParaRPr/>
          </a:p>
          <a:p>
            <a:pPr indent="0" lvl="0" marL="0" rtl="0" algn="l">
              <a:spcBef>
                <a:spcPts val="1000"/>
              </a:spcBef>
              <a:spcAft>
                <a:spcPts val="0"/>
              </a:spcAft>
              <a:buNone/>
            </a:pPr>
            <a:r>
              <a:rPr lang="en"/>
              <a:t>This deck is ideal for SA, SSP, SSA role as a secondary conversation</a:t>
            </a:r>
            <a:endParaRPr/>
          </a:p>
          <a:p>
            <a:pPr indent="-342900" lvl="0" marL="457200" rtl="0" algn="l">
              <a:spcBef>
                <a:spcPts val="1000"/>
              </a:spcBef>
              <a:spcAft>
                <a:spcPts val="0"/>
              </a:spcAft>
              <a:buSzPts val="1800"/>
              <a:buChar char="▸"/>
            </a:pPr>
            <a:r>
              <a:rPr lang="en">
                <a:solidFill>
                  <a:schemeClr val="dk1"/>
                </a:solidFill>
              </a:rPr>
              <a:t>Make a copy of this deck</a:t>
            </a:r>
            <a:endParaRPr/>
          </a:p>
          <a:p>
            <a:pPr indent="-342900" lvl="0" marL="457200" rtl="0" algn="l">
              <a:spcBef>
                <a:spcPts val="0"/>
              </a:spcBef>
              <a:spcAft>
                <a:spcPts val="0"/>
              </a:spcAft>
              <a:buSzPts val="1800"/>
              <a:buChar char="▸"/>
            </a:pPr>
            <a:r>
              <a:rPr lang="en"/>
              <a:t>Customer is looking for more detail w.r.t. RH-ISAM.</a:t>
            </a:r>
            <a:endParaRPr/>
          </a:p>
          <a:p>
            <a:pPr indent="-342900" lvl="0" marL="457200" rtl="0" algn="l">
              <a:spcBef>
                <a:spcPts val="0"/>
              </a:spcBef>
              <a:spcAft>
                <a:spcPts val="0"/>
              </a:spcAft>
              <a:buSzPts val="1800"/>
              <a:buChar char="▸"/>
            </a:pPr>
            <a:r>
              <a:rPr lang="en"/>
              <a:t>Initial Technical Level Overview</a:t>
            </a:r>
            <a:endParaRPr/>
          </a:p>
          <a:p>
            <a:pPr indent="0" lvl="0" marL="0" rtl="0" algn="l">
              <a:spcBef>
                <a:spcPts val="1000"/>
              </a:spcBef>
              <a:spcAft>
                <a:spcPts val="0"/>
              </a:spcAft>
              <a:buNone/>
            </a:pPr>
            <a:r>
              <a:rPr lang="en"/>
              <a:t>Next Steps:</a:t>
            </a:r>
            <a:endParaRPr/>
          </a:p>
          <a:p>
            <a:pPr indent="-342900" lvl="0" marL="457200" rtl="0" algn="l">
              <a:spcBef>
                <a:spcPts val="1000"/>
              </a:spcBef>
              <a:spcAft>
                <a:spcPts val="0"/>
              </a:spcAft>
              <a:buSzPts val="1800"/>
              <a:buChar char="▸"/>
            </a:pPr>
            <a:r>
              <a:rPr lang="en" u="sng">
                <a:solidFill>
                  <a:schemeClr val="hlink"/>
                </a:solidFill>
                <a:hlinkClick r:id="rId3"/>
              </a:rPr>
              <a:t>RH-ISAM Deep Dive</a:t>
            </a:r>
            <a:r>
              <a:rPr lang="en"/>
              <a:t> (external)</a:t>
            </a:r>
            <a:r>
              <a:rPr lang="en"/>
              <a:t> by Account SA or RHEL SSA</a:t>
            </a:r>
            <a:endParaRPr/>
          </a:p>
          <a:p>
            <a:pPr indent="-342900" lvl="0" marL="457200" rtl="0" algn="l">
              <a:spcBef>
                <a:spcPts val="0"/>
              </a:spcBef>
              <a:spcAft>
                <a:spcPts val="0"/>
              </a:spcAft>
              <a:buSzPts val="1800"/>
              <a:buChar char="▸"/>
            </a:pPr>
            <a:r>
              <a:rPr lang="en" u="sng">
                <a:solidFill>
                  <a:schemeClr val="hlink"/>
                </a:solidFill>
                <a:hlinkClick r:id="rId4"/>
              </a:rPr>
              <a:t>RH-ISAM Service Offerings</a:t>
            </a:r>
            <a:endParaRPr/>
          </a:p>
          <a:p>
            <a:pPr indent="0" lvl="0" marL="0" rtl="0" algn="l">
              <a:spcBef>
                <a:spcPts val="1000"/>
              </a:spcBef>
              <a:spcAft>
                <a:spcPts val="1000"/>
              </a:spcAft>
              <a:buNone/>
            </a:pPr>
            <a:r>
              <a:t/>
            </a:r>
            <a:endParaRPr/>
          </a:p>
        </p:txBody>
      </p:sp>
      <p:sp>
        <p:nvSpPr>
          <p:cNvPr id="869" name="Google Shape;869;p6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70" name="Google Shape;870;p6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pic>
        <p:nvPicPr>
          <p:cNvPr id="875" name="Google Shape;875;p62"/>
          <p:cNvPicPr preferRelativeResize="0"/>
          <p:nvPr/>
        </p:nvPicPr>
        <p:blipFill>
          <a:blip r:embed="rId3">
            <a:alphaModFix/>
          </a:blip>
          <a:stretch>
            <a:fillRect/>
          </a:stretch>
        </p:blipFill>
        <p:spPr>
          <a:xfrm>
            <a:off x="0" y="0"/>
            <a:ext cx="12192005"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63"/>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General Overview</a:t>
            </a:r>
            <a:endParaRPr/>
          </a:p>
        </p:txBody>
      </p:sp>
      <p:sp>
        <p:nvSpPr>
          <p:cNvPr id="881" name="Google Shape;881;p63"/>
          <p:cNvSpPr txBox="1"/>
          <p:nvPr>
            <p:ph type="title"/>
          </p:nvPr>
        </p:nvSpPr>
        <p:spPr>
          <a:xfrm>
            <a:off x="2083875" y="1743625"/>
            <a:ext cx="7533300" cy="16002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b="0" lang="en" sz="3700">
                <a:latin typeface="Red Hat Display Medium"/>
                <a:ea typeface="Red Hat Display Medium"/>
                <a:cs typeface="Red Hat Display Medium"/>
                <a:sym typeface="Red Hat Display Medium"/>
              </a:rPr>
              <a:t>The Red Hat Infrastructure Standard Adoption Model </a:t>
            </a:r>
            <a:endParaRPr b="0" sz="3700">
              <a:latin typeface="Red Hat Display Medium"/>
              <a:ea typeface="Red Hat Display Medium"/>
              <a:cs typeface="Red Hat Display Medium"/>
              <a:sym typeface="Red Hat Display Medium"/>
            </a:endParaRPr>
          </a:p>
          <a:p>
            <a:pPr indent="0" lvl="0" marL="0" rtl="0" algn="l">
              <a:lnSpc>
                <a:spcPct val="105000"/>
              </a:lnSpc>
              <a:spcBef>
                <a:spcPts val="0"/>
              </a:spcBef>
              <a:spcAft>
                <a:spcPts val="0"/>
              </a:spcAft>
              <a:buClr>
                <a:schemeClr val="dk1"/>
              </a:buClr>
              <a:buSzPts val="1100"/>
              <a:buFont typeface="Arial"/>
              <a:buNone/>
            </a:pPr>
            <a:r>
              <a:t/>
            </a:r>
            <a:endParaRPr sz="1400"/>
          </a:p>
          <a:p>
            <a:pPr indent="0" lvl="0" marL="0" rtl="0" algn="l">
              <a:lnSpc>
                <a:spcPct val="105000"/>
              </a:lnSpc>
              <a:spcBef>
                <a:spcPts val="0"/>
              </a:spcBef>
              <a:spcAft>
                <a:spcPts val="0"/>
              </a:spcAft>
              <a:buClr>
                <a:schemeClr val="dk1"/>
              </a:buClr>
              <a:buSzPts val="1100"/>
              <a:buFont typeface="Arial"/>
              <a:buNone/>
            </a:pPr>
            <a:r>
              <a:rPr lang="en" sz="1400"/>
              <a:t>[v1.3 Current]</a:t>
            </a:r>
            <a:endParaRPr sz="3500"/>
          </a:p>
        </p:txBody>
      </p:sp>
      <p:sp>
        <p:nvSpPr>
          <p:cNvPr id="882" name="Google Shape;882;p63"/>
          <p:cNvSpPr txBox="1"/>
          <p:nvPr>
            <p:ph idx="2" type="subTitle"/>
          </p:nvPr>
        </p:nvSpPr>
        <p:spPr>
          <a:xfrm>
            <a:off x="2083725" y="4605500"/>
            <a:ext cx="2467200" cy="605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300"/>
              <a:t>Paul Armstrong</a:t>
            </a:r>
            <a:endParaRPr b="1" sz="13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1300">
                <a:latin typeface="Red Hat Display SemiBold"/>
                <a:ea typeface="Red Hat Display SemiBold"/>
                <a:cs typeface="Red Hat Display SemiBold"/>
                <a:sym typeface="Red Hat Display SemiBold"/>
              </a:rPr>
              <a:t>Senior Principal RHEL Architect</a:t>
            </a:r>
            <a:endParaRPr sz="1300">
              <a:latin typeface="Red Hat Display SemiBold"/>
              <a:ea typeface="Red Hat Display SemiBold"/>
              <a:cs typeface="Red Hat Display SemiBold"/>
              <a:sym typeface="Red Hat Display SemiBold"/>
            </a:endParaRPr>
          </a:p>
        </p:txBody>
      </p:sp>
      <p:sp>
        <p:nvSpPr>
          <p:cNvPr id="883" name="Google Shape;883;p6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84" name="Google Shape;884;p63"/>
          <p:cNvSpPr txBox="1"/>
          <p:nvPr>
            <p:ph idx="2" type="subTitle"/>
          </p:nvPr>
        </p:nvSpPr>
        <p:spPr>
          <a:xfrm>
            <a:off x="4910116" y="4600606"/>
            <a:ext cx="4069500" cy="605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300"/>
              <a:t>Mike Savage</a:t>
            </a:r>
            <a:endParaRPr b="1" sz="13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1300">
                <a:latin typeface="Red Hat Display SemiBold"/>
                <a:ea typeface="Red Hat Display SemiBold"/>
                <a:cs typeface="Red Hat Display SemiBold"/>
                <a:sym typeface="Red Hat Display SemiBold"/>
              </a:rPr>
              <a:t>Senior Principal Chief Architect</a:t>
            </a:r>
            <a:endParaRPr sz="1300">
              <a:latin typeface="Red Hat Display SemiBold"/>
              <a:ea typeface="Red Hat Display SemiBold"/>
              <a:cs typeface="Red Hat Display SemiBold"/>
              <a:sym typeface="Red Hat Display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64"/>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Red Hat Infrastructure Standard Adoption Model</a:t>
            </a:r>
            <a:endParaRPr>
              <a:latin typeface="Red Hat Display Medium"/>
              <a:ea typeface="Red Hat Display Medium"/>
              <a:cs typeface="Red Hat Display Medium"/>
              <a:sym typeface="Red Hat Display Medium"/>
            </a:endParaRPr>
          </a:p>
        </p:txBody>
      </p:sp>
      <p:sp>
        <p:nvSpPr>
          <p:cNvPr id="890" name="Google Shape;890;p6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891" name="Google Shape;891;p6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892" name="Google Shape;892;p64"/>
          <p:cNvSpPr txBox="1"/>
          <p:nvPr/>
        </p:nvSpPr>
        <p:spPr>
          <a:xfrm>
            <a:off x="885067" y="6169567"/>
            <a:ext cx="9055500" cy="351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t/>
            </a:r>
            <a:endParaRPr sz="1100"/>
          </a:p>
        </p:txBody>
      </p:sp>
      <p:pic>
        <p:nvPicPr>
          <p:cNvPr descr="Icon_RH_Objects_LightBulb-Meritocracy_RGB_COLORED_RED.png" id="893" name="Google Shape;893;p64"/>
          <p:cNvPicPr preferRelativeResize="0"/>
          <p:nvPr/>
        </p:nvPicPr>
        <p:blipFill>
          <a:blip r:embed="rId3">
            <a:alphaModFix/>
          </a:blip>
          <a:stretch>
            <a:fillRect/>
          </a:stretch>
        </p:blipFill>
        <p:spPr>
          <a:xfrm>
            <a:off x="1017933" y="1838412"/>
            <a:ext cx="1658867" cy="1593367"/>
          </a:xfrm>
          <a:prstGeom prst="rect">
            <a:avLst/>
          </a:prstGeom>
          <a:noFill/>
          <a:ln>
            <a:noFill/>
          </a:ln>
        </p:spPr>
      </p:pic>
      <p:sp>
        <p:nvSpPr>
          <p:cNvPr id="894" name="Google Shape;894;p64"/>
          <p:cNvSpPr txBox="1"/>
          <p:nvPr/>
        </p:nvSpPr>
        <p:spPr>
          <a:xfrm>
            <a:off x="2792500" y="1317025"/>
            <a:ext cx="8686800" cy="4396200"/>
          </a:xfrm>
          <a:prstGeom prst="rect">
            <a:avLst/>
          </a:prstGeom>
          <a:noFill/>
          <a:ln>
            <a:noFill/>
          </a:ln>
        </p:spPr>
        <p:txBody>
          <a:bodyPr anchorCtr="0" anchor="t" bIns="121900" lIns="0" spcFirstLastPara="1" rIns="121900" wrap="square" tIns="121900">
            <a:noAutofit/>
          </a:bodyPr>
          <a:lstStyle/>
          <a:p>
            <a:pPr indent="-533400" lvl="0" marL="533400" marR="0" rtl="0" algn="l">
              <a:lnSpc>
                <a:spcPct val="120000"/>
              </a:lnSpc>
              <a:spcBef>
                <a:spcPts val="1300"/>
              </a:spcBef>
              <a:spcAft>
                <a:spcPts val="0"/>
              </a:spcAft>
              <a:buNone/>
            </a:pPr>
            <a:r>
              <a:rPr b="1" lang="en" sz="1900">
                <a:solidFill>
                  <a:srgbClr val="EE0000"/>
                </a:solidFill>
                <a:latin typeface="Red Hat Display"/>
                <a:ea typeface="Red Hat Display"/>
                <a:cs typeface="Red Hat Display"/>
                <a:sym typeface="Red Hat Display"/>
              </a:rPr>
              <a:t>WHAT ARE WE TRYING TO ACHIEVE?</a:t>
            </a:r>
            <a:endParaRPr b="1" sz="1900">
              <a:solidFill>
                <a:srgbClr val="EE0000"/>
              </a:solidFill>
              <a:latin typeface="Red Hat Display"/>
              <a:ea typeface="Red Hat Display"/>
              <a:cs typeface="Red Hat Display"/>
              <a:sym typeface="Red Hat Display"/>
            </a:endParaRPr>
          </a:p>
          <a:p>
            <a:pPr indent="0" lvl="0" marL="0" marR="0" rtl="0" algn="l">
              <a:lnSpc>
                <a:spcPct val="120000"/>
              </a:lnSpc>
              <a:spcBef>
                <a:spcPts val="1300"/>
              </a:spcBef>
              <a:spcAft>
                <a:spcPts val="0"/>
              </a:spcAft>
              <a:buNone/>
            </a:pPr>
            <a:r>
              <a:rPr lang="en" sz="1500">
                <a:latin typeface="Red Hat Display"/>
                <a:ea typeface="Red Hat Display"/>
                <a:cs typeface="Red Hat Display"/>
                <a:sym typeface="Red Hat Display"/>
              </a:rPr>
              <a:t>Aging and end-of-life operating system platforms present serious operational and security challenges to our customers. </a:t>
            </a:r>
            <a:br>
              <a:rPr lang="en" sz="1500">
                <a:latin typeface="Red Hat Display"/>
                <a:ea typeface="Red Hat Display"/>
                <a:cs typeface="Red Hat Display"/>
                <a:sym typeface="Red Hat Display"/>
              </a:rPr>
            </a:br>
            <a:r>
              <a:rPr lang="en" sz="1500">
                <a:latin typeface="Red Hat Display"/>
                <a:ea typeface="Red Hat Display"/>
                <a:cs typeface="Red Hat Display"/>
                <a:sym typeface="Red Hat Display"/>
              </a:rPr>
              <a:t>This approach assists customers in their need to modernise their platforms without disrupting critical business while adopting recommended practices and workflows.</a:t>
            </a:r>
            <a:endParaRPr sz="1500">
              <a:latin typeface="Red Hat Display"/>
              <a:ea typeface="Red Hat Display"/>
              <a:cs typeface="Red Hat Display"/>
              <a:sym typeface="Red Hat Display"/>
            </a:endParaRPr>
          </a:p>
          <a:p>
            <a:pPr indent="0" lvl="0" marL="0" marR="0" rtl="0" algn="l">
              <a:lnSpc>
                <a:spcPct val="120000"/>
              </a:lnSpc>
              <a:spcBef>
                <a:spcPts val="1300"/>
              </a:spcBef>
              <a:spcAft>
                <a:spcPts val="0"/>
              </a:spcAft>
              <a:buNone/>
            </a:pPr>
            <a:r>
              <a:rPr lang="en" sz="1500">
                <a:latin typeface="Red Hat Display"/>
                <a:ea typeface="Red Hat Display"/>
                <a:cs typeface="Red Hat Display"/>
                <a:sym typeface="Red Hat Display"/>
              </a:rPr>
              <a:t>It is built on the idea of a </a:t>
            </a:r>
            <a:r>
              <a:rPr b="1" lang="en" sz="1500">
                <a:latin typeface="Red Hat Display"/>
                <a:ea typeface="Red Hat Display"/>
                <a:cs typeface="Red Hat Display"/>
                <a:sym typeface="Red Hat Display"/>
              </a:rPr>
              <a:t>Standard Operating Environment </a:t>
            </a:r>
            <a:r>
              <a:rPr lang="en" sz="1500">
                <a:latin typeface="Red Hat Display"/>
                <a:ea typeface="Red Hat Display"/>
                <a:cs typeface="Red Hat Display"/>
                <a:sym typeface="Red Hat Display"/>
              </a:rPr>
              <a:t>extended to use </a:t>
            </a:r>
            <a:r>
              <a:rPr b="1" lang="en" sz="1500">
                <a:latin typeface="Red Hat Display"/>
                <a:ea typeface="Red Hat Display"/>
                <a:cs typeface="Red Hat Display"/>
                <a:sym typeface="Red Hat Display"/>
              </a:rPr>
              <a:t>IaC</a:t>
            </a:r>
            <a:r>
              <a:rPr lang="en" sz="1500">
                <a:latin typeface="Red Hat Display"/>
                <a:ea typeface="Red Hat Display"/>
                <a:cs typeface="Red Hat Display"/>
                <a:sym typeface="Red Hat Display"/>
              </a:rPr>
              <a:t> methods.</a:t>
            </a:r>
            <a:endParaRPr sz="1500">
              <a:latin typeface="Red Hat Display"/>
              <a:ea typeface="Red Hat Display"/>
              <a:cs typeface="Red Hat Display"/>
              <a:sym typeface="Red Hat Display"/>
            </a:endParaRPr>
          </a:p>
          <a:p>
            <a:pPr indent="-533400" lvl="0" marL="533400" marR="0" rtl="0" algn="l">
              <a:lnSpc>
                <a:spcPct val="120000"/>
              </a:lnSpc>
              <a:spcBef>
                <a:spcPts val="1300"/>
              </a:spcBef>
              <a:spcAft>
                <a:spcPts val="0"/>
              </a:spcAft>
              <a:buNone/>
            </a:pPr>
            <a:r>
              <a:rPr b="1" lang="en" sz="1900">
                <a:solidFill>
                  <a:srgbClr val="EE0000"/>
                </a:solidFill>
                <a:latin typeface="Red Hat Display"/>
                <a:ea typeface="Red Hat Display"/>
                <a:cs typeface="Red Hat Display"/>
                <a:sym typeface="Red Hat Display"/>
              </a:rPr>
              <a:t>WHAT IS THE RED HAT INFRASTRUCTURE STANDARD?</a:t>
            </a:r>
            <a:endParaRPr b="1" sz="1500">
              <a:solidFill>
                <a:srgbClr val="EE0000"/>
              </a:solidFill>
              <a:latin typeface="Red Hat Display"/>
              <a:ea typeface="Red Hat Display"/>
              <a:cs typeface="Red Hat Display"/>
              <a:sym typeface="Red Hat Display"/>
            </a:endParaRPr>
          </a:p>
          <a:p>
            <a:pPr indent="-533400" lvl="0" marL="533400" marR="0" rtl="0" algn="l">
              <a:lnSpc>
                <a:spcPct val="120000"/>
              </a:lnSpc>
              <a:spcBef>
                <a:spcPts val="1300"/>
              </a:spcBef>
              <a:spcAft>
                <a:spcPts val="0"/>
              </a:spcAft>
              <a:buNone/>
            </a:pPr>
            <a:r>
              <a:rPr lang="en" sz="1500">
                <a:latin typeface="Red Hat Display"/>
                <a:ea typeface="Red Hat Display"/>
                <a:cs typeface="Red Hat Display"/>
                <a:sym typeface="Red Hat Display"/>
              </a:rPr>
              <a:t>This workload centric approach is to assist customers with the following:</a:t>
            </a:r>
            <a:endParaRPr sz="1500">
              <a:latin typeface="Red Hat Display"/>
              <a:ea typeface="Red Hat Display"/>
              <a:cs typeface="Red Hat Display"/>
              <a:sym typeface="Red Hat Display"/>
            </a:endParaRPr>
          </a:p>
          <a:p>
            <a:pPr indent="-247650" lvl="0" marL="304800" marR="0" rtl="0" algn="l">
              <a:lnSpc>
                <a:spcPct val="120000"/>
              </a:lnSpc>
              <a:spcBef>
                <a:spcPts val="1300"/>
              </a:spcBef>
              <a:spcAft>
                <a:spcPts val="0"/>
              </a:spcAft>
              <a:buSzPts val="1500"/>
              <a:buFont typeface="Red Hat Display"/>
              <a:buChar char="●"/>
            </a:pPr>
            <a:r>
              <a:rPr lang="en" sz="1500">
                <a:latin typeface="Red Hat Display"/>
                <a:ea typeface="Red Hat Display"/>
                <a:cs typeface="Red Hat Display"/>
                <a:sym typeface="Red Hat Display"/>
              </a:rPr>
              <a:t>Run workloads on Red Hat Enterprise Linux at scale in a hybrid multi-cloud environment.</a:t>
            </a:r>
            <a:endParaRPr sz="1500">
              <a:latin typeface="Red Hat Display"/>
              <a:ea typeface="Red Hat Display"/>
              <a:cs typeface="Red Hat Display"/>
              <a:sym typeface="Red Hat Display"/>
            </a:endParaRPr>
          </a:p>
          <a:p>
            <a:pPr indent="-247650" lvl="0" marL="304800" marR="0" rtl="0" algn="l">
              <a:lnSpc>
                <a:spcPct val="120000"/>
              </a:lnSpc>
              <a:spcBef>
                <a:spcPts val="0"/>
              </a:spcBef>
              <a:spcAft>
                <a:spcPts val="0"/>
              </a:spcAft>
              <a:buSzPts val="1500"/>
              <a:buFont typeface="Red Hat Display"/>
              <a:buChar char="●"/>
            </a:pPr>
            <a:r>
              <a:rPr lang="en" sz="1500">
                <a:latin typeface="Red Hat Display"/>
                <a:ea typeface="Red Hat Display"/>
                <a:cs typeface="Red Hat Display"/>
                <a:sym typeface="Red Hat Display"/>
              </a:rPr>
              <a:t>Adopting Red Hat recommended practices and workflows.</a:t>
            </a:r>
            <a:endParaRPr sz="1500">
              <a:latin typeface="Red Hat Display"/>
              <a:ea typeface="Red Hat Display"/>
              <a:cs typeface="Red Hat Display"/>
              <a:sym typeface="Red Hat Display"/>
            </a:endParaRPr>
          </a:p>
          <a:p>
            <a:pPr indent="-247650" lvl="0" marL="304800" marR="0" rtl="0" algn="l">
              <a:lnSpc>
                <a:spcPct val="120000"/>
              </a:lnSpc>
              <a:spcBef>
                <a:spcPts val="0"/>
              </a:spcBef>
              <a:spcAft>
                <a:spcPts val="0"/>
              </a:spcAft>
              <a:buSzPts val="1500"/>
              <a:buFont typeface="Red Hat Display"/>
              <a:buChar char="●"/>
            </a:pPr>
            <a:r>
              <a:rPr lang="en" sz="1500">
                <a:latin typeface="Red Hat Display"/>
                <a:ea typeface="Red Hat Display"/>
                <a:cs typeface="Red Hat Display"/>
                <a:sym typeface="Red Hat Display"/>
              </a:rPr>
              <a:t>Streamline Operations by standardising on workloads on Red Hat Enterprise Linux.</a:t>
            </a:r>
            <a:endParaRPr sz="1500">
              <a:latin typeface="Red Hat Display"/>
              <a:ea typeface="Red Hat Display"/>
              <a:cs typeface="Red Hat Display"/>
              <a:sym typeface="Red Hat Display"/>
            </a:endParaRPr>
          </a:p>
          <a:p>
            <a:pPr indent="-247650" lvl="0" marL="304800" marR="0" rtl="0" algn="l">
              <a:lnSpc>
                <a:spcPct val="120000"/>
              </a:lnSpc>
              <a:spcBef>
                <a:spcPts val="0"/>
              </a:spcBef>
              <a:spcAft>
                <a:spcPts val="0"/>
              </a:spcAft>
              <a:buSzPts val="1500"/>
              <a:buFont typeface="Red Hat Display"/>
              <a:buChar char="●"/>
            </a:pPr>
            <a:r>
              <a:rPr lang="en" sz="1500">
                <a:latin typeface="Red Hat Display"/>
                <a:ea typeface="Red Hat Display"/>
                <a:cs typeface="Red Hat Display"/>
                <a:sym typeface="Red Hat Display"/>
              </a:rPr>
              <a:t>Allow for modernization of workloads by converting workloads to RHEL and upgrading in-place.</a:t>
            </a:r>
            <a:endParaRPr sz="1500">
              <a:latin typeface="Red Hat Display"/>
              <a:ea typeface="Red Hat Display"/>
              <a:cs typeface="Red Hat Display"/>
              <a:sym typeface="Red Hat Display"/>
            </a:endParaRPr>
          </a:p>
          <a:p>
            <a:pPr indent="-247650" lvl="0" marL="304800" marR="0" rtl="0" algn="l">
              <a:lnSpc>
                <a:spcPct val="120000"/>
              </a:lnSpc>
              <a:spcBef>
                <a:spcPts val="0"/>
              </a:spcBef>
              <a:spcAft>
                <a:spcPts val="0"/>
              </a:spcAft>
              <a:buSzPts val="1500"/>
              <a:buFont typeface="Red Hat Display"/>
              <a:buChar char="●"/>
            </a:pPr>
            <a:r>
              <a:rPr lang="en" sz="1500">
                <a:latin typeface="Red Hat Display"/>
                <a:ea typeface="Red Hat Display"/>
                <a:cs typeface="Red Hat Display"/>
                <a:sym typeface="Red Hat Display"/>
              </a:rPr>
              <a:t>Reduce Technical Debt, Operationalise Security and Compliance, Automate delivery and maintenance.</a:t>
            </a:r>
            <a:endParaRPr sz="1500">
              <a:latin typeface="Red Hat Display"/>
              <a:ea typeface="Red Hat Display"/>
              <a:cs typeface="Red Hat Display"/>
              <a:sym typeface="Red Hat Display"/>
            </a:endParaRPr>
          </a:p>
        </p:txBody>
      </p:sp>
      <p:sp>
        <p:nvSpPr>
          <p:cNvPr id="895" name="Google Shape;895;p6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901" name="Google Shape;901;p65"/>
          <p:cNvSpPr txBox="1"/>
          <p:nvPr>
            <p:ph type="title"/>
          </p:nvPr>
        </p:nvSpPr>
        <p:spPr>
          <a:xfrm>
            <a:off x="1818275" y="787950"/>
            <a:ext cx="8009400" cy="341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Personas involved in the RHIS Adoption Model</a:t>
            </a:r>
            <a:endParaRPr/>
          </a:p>
        </p:txBody>
      </p:sp>
      <p:sp>
        <p:nvSpPr>
          <p:cNvPr id="902" name="Google Shape;902;p65"/>
          <p:cNvSpPr txBox="1"/>
          <p:nvPr/>
        </p:nvSpPr>
        <p:spPr>
          <a:xfrm>
            <a:off x="1548550" y="3592922"/>
            <a:ext cx="1871400" cy="1215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a:latin typeface="Red Hat Display"/>
                <a:ea typeface="Red Hat Display"/>
                <a:cs typeface="Red Hat Display"/>
                <a:sym typeface="Red Hat Display"/>
              </a:rPr>
              <a:t>We need to manage, maintain and automate my Linux platforms to improve my quality of services.</a:t>
            </a:r>
            <a:endParaRPr>
              <a:latin typeface="Red Hat Display"/>
              <a:ea typeface="Red Hat Display"/>
              <a:cs typeface="Red Hat Display"/>
              <a:sym typeface="Red Hat Display"/>
            </a:endParaRPr>
          </a:p>
        </p:txBody>
      </p:sp>
      <p:sp>
        <p:nvSpPr>
          <p:cNvPr id="903" name="Google Shape;903;p65"/>
          <p:cNvSpPr txBox="1"/>
          <p:nvPr/>
        </p:nvSpPr>
        <p:spPr>
          <a:xfrm>
            <a:off x="1548550" y="5393930"/>
            <a:ext cx="1811400" cy="837000"/>
          </a:xfrm>
          <a:prstGeom prst="rect">
            <a:avLst/>
          </a:prstGeom>
          <a:noFill/>
          <a:ln>
            <a:noFill/>
          </a:ln>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1700">
                <a:latin typeface="Red Hat Display Medium"/>
                <a:ea typeface="Red Hat Display Medium"/>
                <a:cs typeface="Red Hat Display Medium"/>
                <a:sym typeface="Red Hat Display Medium"/>
              </a:rPr>
              <a:t>Linux Admin</a:t>
            </a:r>
            <a:endParaRPr sz="1700">
              <a:latin typeface="Red Hat Display Medium"/>
              <a:ea typeface="Red Hat Display Medium"/>
              <a:cs typeface="Red Hat Display Medium"/>
              <a:sym typeface="Red Hat Display Medium"/>
            </a:endParaRPr>
          </a:p>
        </p:txBody>
      </p:sp>
      <p:sp>
        <p:nvSpPr>
          <p:cNvPr id="904" name="Google Shape;904;p65"/>
          <p:cNvSpPr txBox="1"/>
          <p:nvPr/>
        </p:nvSpPr>
        <p:spPr>
          <a:xfrm>
            <a:off x="1548550" y="298399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5300">
                <a:solidFill>
                  <a:srgbClr val="EE0000"/>
                </a:solidFill>
                <a:latin typeface="Overpass Light"/>
                <a:ea typeface="Overpass Light"/>
                <a:cs typeface="Overpass Light"/>
                <a:sym typeface="Overpass Light"/>
              </a:rPr>
              <a:t>“”</a:t>
            </a:r>
            <a:endParaRPr sz="5300">
              <a:solidFill>
                <a:srgbClr val="EE0000"/>
              </a:solidFill>
              <a:latin typeface="Overpass Light"/>
              <a:ea typeface="Overpass Light"/>
              <a:cs typeface="Overpass Light"/>
              <a:sym typeface="Overpass Light"/>
            </a:endParaRPr>
          </a:p>
        </p:txBody>
      </p:sp>
      <p:sp>
        <p:nvSpPr>
          <p:cNvPr id="905" name="Google Shape;905;p65"/>
          <p:cNvSpPr txBox="1"/>
          <p:nvPr/>
        </p:nvSpPr>
        <p:spPr>
          <a:xfrm>
            <a:off x="3820105" y="3592922"/>
            <a:ext cx="1964100" cy="1215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a:latin typeface="Red Hat Display"/>
                <a:ea typeface="Red Hat Display"/>
                <a:cs typeface="Red Hat Display"/>
                <a:sym typeface="Red Hat Display"/>
              </a:rPr>
              <a:t>We have to be able to manage more systems and comply to complex standards. We need to standardize and automate to do so.</a:t>
            </a:r>
            <a:endParaRPr>
              <a:latin typeface="Red Hat Display"/>
              <a:ea typeface="Red Hat Display"/>
              <a:cs typeface="Red Hat Display"/>
              <a:sym typeface="Red Hat Display"/>
            </a:endParaRPr>
          </a:p>
        </p:txBody>
      </p:sp>
      <p:sp>
        <p:nvSpPr>
          <p:cNvPr id="906" name="Google Shape;906;p65"/>
          <p:cNvSpPr txBox="1"/>
          <p:nvPr/>
        </p:nvSpPr>
        <p:spPr>
          <a:xfrm>
            <a:off x="3820105" y="5393930"/>
            <a:ext cx="1811400" cy="837000"/>
          </a:xfrm>
          <a:prstGeom prst="rect">
            <a:avLst/>
          </a:prstGeom>
          <a:noFill/>
          <a:ln>
            <a:noFill/>
          </a:ln>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1700">
                <a:latin typeface="Red Hat Display Medium"/>
                <a:ea typeface="Red Hat Display Medium"/>
                <a:cs typeface="Red Hat Display Medium"/>
                <a:sym typeface="Red Hat Display Medium"/>
              </a:rPr>
              <a:t>Linux Admin Manager</a:t>
            </a:r>
            <a:endParaRPr sz="1700">
              <a:latin typeface="Red Hat Display Medium"/>
              <a:ea typeface="Red Hat Display Medium"/>
              <a:cs typeface="Red Hat Display Medium"/>
              <a:sym typeface="Red Hat Display Medium"/>
            </a:endParaRPr>
          </a:p>
        </p:txBody>
      </p:sp>
      <p:sp>
        <p:nvSpPr>
          <p:cNvPr id="907" name="Google Shape;907;p65"/>
          <p:cNvSpPr txBox="1"/>
          <p:nvPr/>
        </p:nvSpPr>
        <p:spPr>
          <a:xfrm>
            <a:off x="3820105" y="298399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5300">
                <a:solidFill>
                  <a:srgbClr val="EE0000"/>
                </a:solidFill>
                <a:latin typeface="Overpass Light"/>
                <a:ea typeface="Overpass Light"/>
                <a:cs typeface="Overpass Light"/>
                <a:sym typeface="Overpass Light"/>
              </a:rPr>
              <a:t>“”</a:t>
            </a:r>
            <a:endParaRPr sz="5300">
              <a:solidFill>
                <a:srgbClr val="EE0000"/>
              </a:solidFill>
              <a:latin typeface="Overpass Light"/>
              <a:ea typeface="Overpass Light"/>
              <a:cs typeface="Overpass Light"/>
              <a:sym typeface="Overpass Light"/>
            </a:endParaRPr>
          </a:p>
        </p:txBody>
      </p:sp>
      <p:sp>
        <p:nvSpPr>
          <p:cNvPr id="908" name="Google Shape;908;p65"/>
          <p:cNvSpPr txBox="1"/>
          <p:nvPr/>
        </p:nvSpPr>
        <p:spPr>
          <a:xfrm>
            <a:off x="6082911" y="3592922"/>
            <a:ext cx="1964100" cy="1215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a:latin typeface="Red Hat Display"/>
                <a:ea typeface="Red Hat Display"/>
                <a:cs typeface="Red Hat Display"/>
                <a:sym typeface="Red Hat Display"/>
              </a:rPr>
              <a:t>We cannot risk to be exposed to security risks. Systems that are not supported are a big risk.</a:t>
            </a:r>
            <a:endParaRPr>
              <a:latin typeface="Red Hat Display"/>
              <a:ea typeface="Red Hat Display"/>
              <a:cs typeface="Red Hat Display"/>
              <a:sym typeface="Red Hat Display"/>
            </a:endParaRPr>
          </a:p>
        </p:txBody>
      </p:sp>
      <p:sp>
        <p:nvSpPr>
          <p:cNvPr id="909" name="Google Shape;909;p65"/>
          <p:cNvSpPr txBox="1"/>
          <p:nvPr/>
        </p:nvSpPr>
        <p:spPr>
          <a:xfrm>
            <a:off x="6082950" y="5393925"/>
            <a:ext cx="1964100" cy="837000"/>
          </a:xfrm>
          <a:prstGeom prst="rect">
            <a:avLst/>
          </a:prstGeom>
          <a:noFill/>
          <a:ln>
            <a:noFill/>
          </a:ln>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1700">
                <a:latin typeface="Red Hat Display Medium"/>
                <a:ea typeface="Red Hat Display Medium"/>
                <a:cs typeface="Red Hat Display Medium"/>
                <a:sym typeface="Red Hat Display Medium"/>
              </a:rPr>
              <a:t>Chief Information Security Officer</a:t>
            </a:r>
            <a:endParaRPr sz="1700">
              <a:latin typeface="Red Hat Display Medium"/>
              <a:ea typeface="Red Hat Display Medium"/>
              <a:cs typeface="Red Hat Display Medium"/>
              <a:sym typeface="Red Hat Display Medium"/>
            </a:endParaRPr>
          </a:p>
        </p:txBody>
      </p:sp>
      <p:sp>
        <p:nvSpPr>
          <p:cNvPr id="910" name="Google Shape;910;p65"/>
          <p:cNvSpPr txBox="1"/>
          <p:nvPr/>
        </p:nvSpPr>
        <p:spPr>
          <a:xfrm>
            <a:off x="6082920" y="298399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5300">
                <a:solidFill>
                  <a:srgbClr val="EE0000"/>
                </a:solidFill>
                <a:latin typeface="Overpass Light"/>
                <a:ea typeface="Overpass Light"/>
                <a:cs typeface="Overpass Light"/>
                <a:sym typeface="Overpass Light"/>
              </a:rPr>
              <a:t>“”</a:t>
            </a:r>
            <a:endParaRPr sz="5300">
              <a:solidFill>
                <a:srgbClr val="EE0000"/>
              </a:solidFill>
              <a:latin typeface="Overpass Light"/>
              <a:ea typeface="Overpass Light"/>
              <a:cs typeface="Overpass Light"/>
              <a:sym typeface="Overpass Light"/>
            </a:endParaRPr>
          </a:p>
        </p:txBody>
      </p:sp>
      <p:cxnSp>
        <p:nvCxnSpPr>
          <p:cNvPr id="911" name="Google Shape;911;p65"/>
          <p:cNvCxnSpPr/>
          <p:nvPr/>
        </p:nvCxnSpPr>
        <p:spPr>
          <a:xfrm>
            <a:off x="3521754" y="3454978"/>
            <a:ext cx="0" cy="1777200"/>
          </a:xfrm>
          <a:prstGeom prst="straightConnector1">
            <a:avLst/>
          </a:prstGeom>
          <a:noFill/>
          <a:ln cap="flat" cmpd="sng" w="9525">
            <a:solidFill>
              <a:srgbClr val="595959"/>
            </a:solidFill>
            <a:prstDash val="dot"/>
            <a:round/>
            <a:headEnd len="med" w="med" type="none"/>
            <a:tailEnd len="med" w="med" type="none"/>
          </a:ln>
        </p:spPr>
      </p:cxnSp>
      <p:cxnSp>
        <p:nvCxnSpPr>
          <p:cNvPr id="912" name="Google Shape;912;p65"/>
          <p:cNvCxnSpPr/>
          <p:nvPr/>
        </p:nvCxnSpPr>
        <p:spPr>
          <a:xfrm>
            <a:off x="5832623" y="3454978"/>
            <a:ext cx="0" cy="1777200"/>
          </a:xfrm>
          <a:prstGeom prst="straightConnector1">
            <a:avLst/>
          </a:prstGeom>
          <a:noFill/>
          <a:ln cap="flat" cmpd="sng" w="9525">
            <a:solidFill>
              <a:srgbClr val="595959"/>
            </a:solidFill>
            <a:prstDash val="dot"/>
            <a:round/>
            <a:headEnd len="med" w="med" type="none"/>
            <a:tailEnd len="med" w="med" type="none"/>
          </a:ln>
        </p:spPr>
      </p:cxnSp>
      <p:sp>
        <p:nvSpPr>
          <p:cNvPr id="913" name="Google Shape;913;p65"/>
          <p:cNvSpPr txBox="1"/>
          <p:nvPr/>
        </p:nvSpPr>
        <p:spPr>
          <a:xfrm>
            <a:off x="8446401" y="3592922"/>
            <a:ext cx="1964100" cy="1215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a:solidFill>
                  <a:schemeClr val="dk1"/>
                </a:solidFill>
                <a:latin typeface="Red Hat Display"/>
                <a:ea typeface="Red Hat Display"/>
                <a:cs typeface="Red Hat Display"/>
                <a:sym typeface="Red Hat Display"/>
              </a:rPr>
              <a:t>We have requirements to at any time have a up-to-date, fully and commercially supported estate.</a:t>
            </a:r>
            <a:endParaRPr>
              <a:latin typeface="Red Hat Display"/>
              <a:ea typeface="Red Hat Display"/>
              <a:cs typeface="Red Hat Display"/>
              <a:sym typeface="Red Hat Display"/>
            </a:endParaRPr>
          </a:p>
        </p:txBody>
      </p:sp>
      <p:sp>
        <p:nvSpPr>
          <p:cNvPr id="914" name="Google Shape;914;p65"/>
          <p:cNvSpPr txBox="1"/>
          <p:nvPr/>
        </p:nvSpPr>
        <p:spPr>
          <a:xfrm>
            <a:off x="8446429" y="5393930"/>
            <a:ext cx="1811400" cy="837000"/>
          </a:xfrm>
          <a:prstGeom prst="rect">
            <a:avLst/>
          </a:prstGeom>
          <a:noFill/>
          <a:ln>
            <a:noFill/>
          </a:ln>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1700">
                <a:latin typeface="Red Hat Display Medium"/>
                <a:ea typeface="Red Hat Display Medium"/>
                <a:cs typeface="Red Hat Display Medium"/>
                <a:sym typeface="Red Hat Display Medium"/>
              </a:rPr>
              <a:t>Chief Information Officer</a:t>
            </a:r>
            <a:endParaRPr sz="1700">
              <a:latin typeface="Red Hat Display Medium"/>
              <a:ea typeface="Red Hat Display Medium"/>
              <a:cs typeface="Red Hat Display Medium"/>
              <a:sym typeface="Red Hat Display Medium"/>
            </a:endParaRPr>
          </a:p>
        </p:txBody>
      </p:sp>
      <p:sp>
        <p:nvSpPr>
          <p:cNvPr id="915" name="Google Shape;915;p65"/>
          <p:cNvSpPr txBox="1"/>
          <p:nvPr/>
        </p:nvSpPr>
        <p:spPr>
          <a:xfrm>
            <a:off x="8446401" y="298399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5300">
                <a:solidFill>
                  <a:srgbClr val="EE0000"/>
                </a:solidFill>
                <a:latin typeface="Overpass Light"/>
                <a:ea typeface="Overpass Light"/>
                <a:cs typeface="Overpass Light"/>
                <a:sym typeface="Overpass Light"/>
              </a:rPr>
              <a:t>“”</a:t>
            </a:r>
            <a:endParaRPr sz="5300">
              <a:solidFill>
                <a:srgbClr val="EE0000"/>
              </a:solidFill>
              <a:latin typeface="Overpass Light"/>
              <a:ea typeface="Overpass Light"/>
              <a:cs typeface="Overpass Light"/>
              <a:sym typeface="Overpass Light"/>
            </a:endParaRPr>
          </a:p>
        </p:txBody>
      </p:sp>
      <p:cxnSp>
        <p:nvCxnSpPr>
          <p:cNvPr id="916" name="Google Shape;916;p65"/>
          <p:cNvCxnSpPr/>
          <p:nvPr/>
        </p:nvCxnSpPr>
        <p:spPr>
          <a:xfrm>
            <a:off x="8144787" y="3454978"/>
            <a:ext cx="0" cy="1777200"/>
          </a:xfrm>
          <a:prstGeom prst="straightConnector1">
            <a:avLst/>
          </a:prstGeom>
          <a:noFill/>
          <a:ln cap="flat" cmpd="sng" w="9525">
            <a:solidFill>
              <a:srgbClr val="595959"/>
            </a:solidFill>
            <a:prstDash val="dot"/>
            <a:round/>
            <a:headEnd len="med" w="med" type="none"/>
            <a:tailEnd len="med" w="med" type="none"/>
          </a:ln>
        </p:spPr>
      </p:cxnSp>
      <p:pic>
        <p:nvPicPr>
          <p:cNvPr id="917" name="Google Shape;917;p65"/>
          <p:cNvPicPr preferRelativeResize="0"/>
          <p:nvPr/>
        </p:nvPicPr>
        <p:blipFill>
          <a:blip r:embed="rId3">
            <a:alphaModFix/>
          </a:blip>
          <a:stretch>
            <a:fillRect/>
          </a:stretch>
        </p:blipFill>
        <p:spPr>
          <a:xfrm>
            <a:off x="8642618" y="1520330"/>
            <a:ext cx="1265914" cy="1304839"/>
          </a:xfrm>
          <a:prstGeom prst="rect">
            <a:avLst/>
          </a:prstGeom>
          <a:noFill/>
          <a:ln>
            <a:noFill/>
          </a:ln>
        </p:spPr>
      </p:pic>
      <p:pic>
        <p:nvPicPr>
          <p:cNvPr id="918" name="Google Shape;918;p65"/>
          <p:cNvPicPr preferRelativeResize="0"/>
          <p:nvPr/>
        </p:nvPicPr>
        <p:blipFill>
          <a:blip r:embed="rId4">
            <a:alphaModFix/>
          </a:blip>
          <a:stretch>
            <a:fillRect/>
          </a:stretch>
        </p:blipFill>
        <p:spPr>
          <a:xfrm>
            <a:off x="6355707" y="1520330"/>
            <a:ext cx="1265914" cy="1304839"/>
          </a:xfrm>
          <a:prstGeom prst="rect">
            <a:avLst/>
          </a:prstGeom>
          <a:noFill/>
          <a:ln>
            <a:noFill/>
          </a:ln>
        </p:spPr>
      </p:pic>
      <p:pic>
        <p:nvPicPr>
          <p:cNvPr id="919" name="Google Shape;919;p65"/>
          <p:cNvPicPr preferRelativeResize="0"/>
          <p:nvPr/>
        </p:nvPicPr>
        <p:blipFill>
          <a:blip r:embed="rId5">
            <a:alphaModFix/>
          </a:blip>
          <a:stretch>
            <a:fillRect/>
          </a:stretch>
        </p:blipFill>
        <p:spPr>
          <a:xfrm>
            <a:off x="1851271" y="1520330"/>
            <a:ext cx="1265914" cy="1304839"/>
          </a:xfrm>
          <a:prstGeom prst="rect">
            <a:avLst/>
          </a:prstGeom>
          <a:noFill/>
          <a:ln>
            <a:noFill/>
          </a:ln>
        </p:spPr>
      </p:pic>
      <p:pic>
        <p:nvPicPr>
          <p:cNvPr id="920" name="Google Shape;920;p65"/>
          <p:cNvPicPr preferRelativeResize="0"/>
          <p:nvPr/>
        </p:nvPicPr>
        <p:blipFill>
          <a:blip r:embed="rId6">
            <a:alphaModFix/>
          </a:blip>
          <a:stretch>
            <a:fillRect/>
          </a:stretch>
        </p:blipFill>
        <p:spPr>
          <a:xfrm>
            <a:off x="4169431" y="1520330"/>
            <a:ext cx="1265914" cy="1304839"/>
          </a:xfrm>
          <a:prstGeom prst="rect">
            <a:avLst/>
          </a:prstGeom>
          <a:noFill/>
          <a:ln>
            <a:noFill/>
          </a:ln>
        </p:spPr>
      </p:pic>
      <p:sp>
        <p:nvSpPr>
          <p:cNvPr id="921" name="Google Shape;921;p65"/>
          <p:cNvSpPr txBox="1"/>
          <p:nvPr/>
        </p:nvSpPr>
        <p:spPr>
          <a:xfrm>
            <a:off x="10191044" y="304804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5300">
              <a:solidFill>
                <a:srgbClr val="EE0000"/>
              </a:solidFill>
              <a:latin typeface="Overpass Light"/>
              <a:ea typeface="Overpass Light"/>
              <a:cs typeface="Overpass Light"/>
              <a:sym typeface="Overpass Light"/>
            </a:endParaRPr>
          </a:p>
        </p:txBody>
      </p:sp>
      <p:cxnSp>
        <p:nvCxnSpPr>
          <p:cNvPr id="922" name="Google Shape;922;p65"/>
          <p:cNvCxnSpPr/>
          <p:nvPr/>
        </p:nvCxnSpPr>
        <p:spPr>
          <a:xfrm>
            <a:off x="10540702" y="3454978"/>
            <a:ext cx="0" cy="1777200"/>
          </a:xfrm>
          <a:prstGeom prst="straightConnector1">
            <a:avLst/>
          </a:prstGeom>
          <a:noFill/>
          <a:ln cap="flat" cmpd="sng" w="9525">
            <a:solidFill>
              <a:srgbClr val="595959"/>
            </a:solidFill>
            <a:prstDash val="dot"/>
            <a:round/>
            <a:headEnd len="med" w="med" type="none"/>
            <a:tailEnd len="med" w="med" type="none"/>
          </a:ln>
        </p:spPr>
      </p:cxnSp>
      <p:sp>
        <p:nvSpPr>
          <p:cNvPr id="923" name="Google Shape;923;p65"/>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descr="A person wearing a suit and tie in front of a window&#10;&#10;Description automatically generated" id="924" name="Google Shape;924;p65"/>
          <p:cNvPicPr preferRelativeResize="0"/>
          <p:nvPr/>
        </p:nvPicPr>
        <p:blipFill rotWithShape="1">
          <a:blip r:embed="rId7">
            <a:alphaModFix/>
          </a:blip>
          <a:srcRect b="0" l="16647" r="16654" t="0"/>
          <a:stretch/>
        </p:blipFill>
        <p:spPr>
          <a:xfrm>
            <a:off x="8598675" y="1530525"/>
            <a:ext cx="1506900" cy="1506900"/>
          </a:xfrm>
          <a:prstGeom prst="ellipse">
            <a:avLst/>
          </a:prstGeom>
          <a:noFill/>
          <a:ln cap="flat" cmpd="sng" w="19050">
            <a:solidFill>
              <a:srgbClr val="EE0000"/>
            </a:solidFill>
            <a:prstDash val="solid"/>
            <a:round/>
            <a:headEnd len="sm" w="sm" type="none"/>
            <a:tailEnd len="sm" w="sm" type="none"/>
          </a:ln>
        </p:spPr>
      </p:pic>
      <p:pic>
        <p:nvPicPr>
          <p:cNvPr descr="A person wearing a suit and tie&#10;&#10;Description automatically generated" id="925" name="Google Shape;925;p65"/>
          <p:cNvPicPr preferRelativeResize="0"/>
          <p:nvPr/>
        </p:nvPicPr>
        <p:blipFill rotWithShape="1">
          <a:blip r:embed="rId8">
            <a:alphaModFix/>
          </a:blip>
          <a:srcRect b="0" l="0" r="-90" t="0"/>
          <a:stretch/>
        </p:blipFill>
        <p:spPr>
          <a:xfrm>
            <a:off x="6301289" y="1520334"/>
            <a:ext cx="1527300" cy="1527300"/>
          </a:xfrm>
          <a:prstGeom prst="ellipse">
            <a:avLst/>
          </a:prstGeom>
          <a:noFill/>
          <a:ln cap="flat" cmpd="sng" w="19050">
            <a:solidFill>
              <a:srgbClr val="EE0000"/>
            </a:solidFill>
            <a:prstDash val="solid"/>
            <a:round/>
            <a:headEnd len="sm" w="sm" type="none"/>
            <a:tailEnd len="sm" w="sm" type="none"/>
          </a:ln>
        </p:spPr>
      </p:pic>
      <p:pic>
        <p:nvPicPr>
          <p:cNvPr descr="A picture containing person, indoor, person, table&#10;&#10;Description automatically generated" id="926" name="Google Shape;926;p65"/>
          <p:cNvPicPr preferRelativeResize="0"/>
          <p:nvPr/>
        </p:nvPicPr>
        <p:blipFill rotWithShape="1">
          <a:blip r:embed="rId9">
            <a:alphaModFix/>
          </a:blip>
          <a:srcRect b="-512" l="0" r="0" t="0"/>
          <a:stretch/>
        </p:blipFill>
        <p:spPr>
          <a:xfrm>
            <a:off x="1690607" y="1520331"/>
            <a:ext cx="1527300" cy="1527300"/>
          </a:xfrm>
          <a:prstGeom prst="flowChartConnector">
            <a:avLst/>
          </a:prstGeom>
          <a:noFill/>
          <a:ln cap="flat" cmpd="sng" w="19050">
            <a:solidFill>
              <a:srgbClr val="EE0000"/>
            </a:solidFill>
            <a:prstDash val="solid"/>
            <a:round/>
            <a:headEnd len="sm" w="sm" type="none"/>
            <a:tailEnd len="sm" w="sm" type="none"/>
          </a:ln>
        </p:spPr>
      </p:pic>
      <p:pic>
        <p:nvPicPr>
          <p:cNvPr descr="A person standing in front of a window&#10;&#10;Description automatically generated" id="927" name="Google Shape;927;p65"/>
          <p:cNvPicPr preferRelativeResize="0"/>
          <p:nvPr/>
        </p:nvPicPr>
        <p:blipFill rotWithShape="1">
          <a:blip r:embed="rId10">
            <a:alphaModFix/>
          </a:blip>
          <a:srcRect b="0" l="0" r="0" t="0"/>
          <a:stretch/>
        </p:blipFill>
        <p:spPr>
          <a:xfrm flipH="1">
            <a:off x="4038501" y="1520334"/>
            <a:ext cx="1527300" cy="1527300"/>
          </a:xfrm>
          <a:prstGeom prst="flowChartConnector">
            <a:avLst/>
          </a:prstGeom>
          <a:noFill/>
          <a:ln cap="flat" cmpd="sng" w="19050">
            <a:solidFill>
              <a:srgbClr val="EE0000"/>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66"/>
          <p:cNvSpPr txBox="1"/>
          <p:nvPr>
            <p:ph type="title"/>
          </p:nvPr>
        </p:nvSpPr>
        <p:spPr>
          <a:xfrm>
            <a:off x="1752600" y="946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Adopt Red Hat Infrastructure the right way!</a:t>
            </a:r>
            <a:endParaRPr>
              <a:latin typeface="Red Hat Display Medium"/>
              <a:ea typeface="Red Hat Display Medium"/>
              <a:cs typeface="Red Hat Display Medium"/>
              <a:sym typeface="Red Hat Display Medium"/>
            </a:endParaRPr>
          </a:p>
        </p:txBody>
      </p:sp>
      <p:sp>
        <p:nvSpPr>
          <p:cNvPr id="933" name="Google Shape;933;p6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934" name="Google Shape;934;p66"/>
          <p:cNvSpPr txBox="1"/>
          <p:nvPr/>
        </p:nvSpPr>
        <p:spPr>
          <a:xfrm>
            <a:off x="603701" y="1364907"/>
            <a:ext cx="11035500" cy="4383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chemeClr val="dk1"/>
              </a:buClr>
              <a:buSzPts val="1500"/>
              <a:buFont typeface="Arial"/>
              <a:buNone/>
            </a:pPr>
            <a:r>
              <a:rPr lang="en" sz="1900">
                <a:solidFill>
                  <a:schemeClr val="dk1"/>
                </a:solidFill>
                <a:latin typeface="Red Hat Display"/>
                <a:ea typeface="Red Hat Display"/>
                <a:cs typeface="Red Hat Display"/>
                <a:sym typeface="Red Hat Display"/>
              </a:rPr>
              <a:t>Standardise intelligently and automate to enable responsive IT</a:t>
            </a:r>
            <a:endParaRPr sz="1300">
              <a:latin typeface="Red Hat Display"/>
              <a:ea typeface="Red Hat Display"/>
              <a:cs typeface="Red Hat Display"/>
              <a:sym typeface="Red Hat Display"/>
            </a:endParaRPr>
          </a:p>
        </p:txBody>
      </p:sp>
      <p:sp>
        <p:nvSpPr>
          <p:cNvPr id="935" name="Google Shape;935;p66"/>
          <p:cNvSpPr/>
          <p:nvPr/>
        </p:nvSpPr>
        <p:spPr>
          <a:xfrm>
            <a:off x="3158872" y="2096325"/>
            <a:ext cx="284100" cy="875700"/>
          </a:xfrm>
          <a:prstGeom prst="leftBrace">
            <a:avLst>
              <a:gd fmla="val 8333" name="adj1"/>
              <a:gd fmla="val 50000" name="adj2"/>
            </a:avLst>
          </a:prstGeom>
          <a:noFill/>
          <a:ln cap="flat" cmpd="sng" w="3810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id="936" name="Google Shape;936;p66"/>
          <p:cNvPicPr preferRelativeResize="0"/>
          <p:nvPr/>
        </p:nvPicPr>
        <p:blipFill rotWithShape="1">
          <a:blip r:embed="rId3">
            <a:alphaModFix/>
          </a:blip>
          <a:srcRect b="738" l="0" r="0" t="738"/>
          <a:stretch/>
        </p:blipFill>
        <p:spPr>
          <a:xfrm>
            <a:off x="7241173" y="4872253"/>
            <a:ext cx="920466" cy="920493"/>
          </a:xfrm>
          <a:prstGeom prst="rect">
            <a:avLst/>
          </a:prstGeom>
          <a:noFill/>
          <a:ln>
            <a:noFill/>
          </a:ln>
        </p:spPr>
      </p:pic>
      <p:graphicFrame>
        <p:nvGraphicFramePr>
          <p:cNvPr id="937" name="Google Shape;937;p66"/>
          <p:cNvGraphicFramePr/>
          <p:nvPr/>
        </p:nvGraphicFramePr>
        <p:xfrm>
          <a:off x="636334" y="2914633"/>
          <a:ext cx="3000000" cy="3000000"/>
        </p:xfrm>
        <a:graphic>
          <a:graphicData uri="http://schemas.openxmlformats.org/drawingml/2006/table">
            <a:tbl>
              <a:tblPr>
                <a:noFill/>
                <a:tableStyleId>{2EE1D878-95FB-435A-9DCF-CAD5E2C511BF}</a:tableStyleId>
              </a:tblPr>
              <a:tblGrid>
                <a:gridCol w="2212725"/>
                <a:gridCol w="1096325"/>
                <a:gridCol w="2503800"/>
                <a:gridCol w="2503800"/>
                <a:gridCol w="2447275"/>
              </a:tblGrid>
              <a:tr h="713100">
                <a:tc>
                  <a:txBody>
                    <a:bodyPr/>
                    <a:lstStyle/>
                    <a:p>
                      <a:pPr indent="0" lvl="0" marL="0" rtl="0" algn="ctr">
                        <a:spcBef>
                          <a:spcPts val="0"/>
                        </a:spcBef>
                        <a:spcAft>
                          <a:spcPts val="0"/>
                        </a:spcAft>
                        <a:buClr>
                          <a:schemeClr val="dk1"/>
                        </a:buClr>
                        <a:buSzPts val="1500"/>
                        <a:buFont typeface="Arial"/>
                        <a:buNone/>
                      </a:pPr>
                      <a:r>
                        <a:rPr lang="en" sz="1500">
                          <a:solidFill>
                            <a:schemeClr val="dk1"/>
                          </a:solidFill>
                          <a:latin typeface="Red Hat Display"/>
                          <a:ea typeface="Red Hat Display"/>
                          <a:cs typeface="Red Hat Display"/>
                          <a:sym typeface="Red Hat Display"/>
                        </a:rPr>
                        <a:t>Fragmented </a:t>
                      </a:r>
                      <a:br>
                        <a:rPr lang="en" sz="1500">
                          <a:solidFill>
                            <a:schemeClr val="dk1"/>
                          </a:solidFill>
                          <a:latin typeface="Red Hat Display"/>
                          <a:ea typeface="Red Hat Display"/>
                          <a:cs typeface="Red Hat Display"/>
                          <a:sym typeface="Red Hat Display"/>
                        </a:rPr>
                      </a:br>
                      <a:r>
                        <a:rPr lang="en" sz="1500">
                          <a:solidFill>
                            <a:schemeClr val="dk1"/>
                          </a:solidFill>
                          <a:latin typeface="Red Hat Display"/>
                          <a:ea typeface="Red Hat Display"/>
                          <a:cs typeface="Red Hat Display"/>
                          <a:sym typeface="Red Hat Display"/>
                        </a:rPr>
                        <a:t>‘approach’</a:t>
                      </a:r>
                      <a:endParaRPr sz="15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900"/>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300">
                          <a:solidFill>
                            <a:schemeClr val="dk1"/>
                          </a:solidFill>
                          <a:latin typeface="Red Hat Display"/>
                          <a:ea typeface="Red Hat Display"/>
                          <a:cs typeface="Red Hat Display"/>
                          <a:sym typeface="Red Hat Display"/>
                        </a:rPr>
                        <a:t>Snowflakes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Tool-du-jour</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Manual, error-prone</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Documentation gaps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Tribal knowledge</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Silos of expertise</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Legacy deployments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Technical debt</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Static images</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938" name="Google Shape;938;p66"/>
          <p:cNvSpPr txBox="1"/>
          <p:nvPr/>
        </p:nvSpPr>
        <p:spPr>
          <a:xfrm>
            <a:off x="530926" y="3758575"/>
            <a:ext cx="2451900" cy="6477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rgbClr val="000000"/>
              </a:buClr>
              <a:buSzPts val="1100"/>
              <a:buFont typeface="Arial"/>
              <a:buNone/>
            </a:pPr>
            <a:r>
              <a:rPr b="1" lang="en" sz="1600">
                <a:solidFill>
                  <a:schemeClr val="dk1"/>
                </a:solidFill>
                <a:latin typeface="Red Hat Display"/>
                <a:ea typeface="Red Hat Display"/>
                <a:cs typeface="Red Hat Display"/>
                <a:sym typeface="Red Hat Display"/>
              </a:rPr>
              <a:t>Standard Operating Environment</a:t>
            </a:r>
            <a:endParaRPr sz="1600"/>
          </a:p>
        </p:txBody>
      </p:sp>
      <p:grpSp>
        <p:nvGrpSpPr>
          <p:cNvPr id="939" name="Google Shape;939;p66"/>
          <p:cNvGrpSpPr/>
          <p:nvPr/>
        </p:nvGrpSpPr>
        <p:grpSpPr>
          <a:xfrm>
            <a:off x="4563304" y="3844537"/>
            <a:ext cx="1219170" cy="816380"/>
            <a:chOff x="3400425" y="2883475"/>
            <a:chExt cx="914400" cy="612300"/>
          </a:xfrm>
        </p:grpSpPr>
        <p:sp>
          <p:nvSpPr>
            <p:cNvPr id="940" name="Google Shape;940;p66"/>
            <p:cNvSpPr/>
            <p:nvPr/>
          </p:nvSpPr>
          <p:spPr>
            <a:xfrm>
              <a:off x="340042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Clr>
                  <a:schemeClr val="dk1"/>
                </a:buClr>
                <a:buSzPts val="1500"/>
                <a:buFont typeface="Arial"/>
                <a:buNone/>
              </a:pPr>
              <a:r>
                <a:rPr b="1" lang="en" sz="1500">
                  <a:solidFill>
                    <a:schemeClr val="dk1"/>
                  </a:solidFill>
                  <a:latin typeface="Red Hat Display"/>
                  <a:ea typeface="Red Hat Display"/>
                  <a:cs typeface="Red Hat Display"/>
                  <a:sym typeface="Red Hat Display"/>
                </a:rPr>
                <a:t>Standardize</a:t>
              </a:r>
              <a:endParaRPr sz="1900"/>
            </a:p>
          </p:txBody>
        </p:sp>
        <p:sp>
          <p:nvSpPr>
            <p:cNvPr id="941" name="Google Shape;941;p66"/>
            <p:cNvSpPr/>
            <p:nvPr/>
          </p:nvSpPr>
          <p:spPr>
            <a:xfrm rot="10800000">
              <a:off x="3616885" y="3292357"/>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grpSp>
        <p:nvGrpSpPr>
          <p:cNvPr id="942" name="Google Shape;942;p66"/>
          <p:cNvGrpSpPr/>
          <p:nvPr/>
        </p:nvGrpSpPr>
        <p:grpSpPr>
          <a:xfrm>
            <a:off x="7091629" y="3844537"/>
            <a:ext cx="1219170" cy="816380"/>
            <a:chOff x="5311475" y="2883475"/>
            <a:chExt cx="914400" cy="612300"/>
          </a:xfrm>
        </p:grpSpPr>
        <p:sp>
          <p:nvSpPr>
            <p:cNvPr id="943" name="Google Shape;943;p66"/>
            <p:cNvSpPr/>
            <p:nvPr/>
          </p:nvSpPr>
          <p:spPr>
            <a:xfrm>
              <a:off x="531147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None/>
              </a:pPr>
              <a:r>
                <a:rPr b="1" lang="en" sz="1500">
                  <a:solidFill>
                    <a:schemeClr val="dk1"/>
                  </a:solidFill>
                  <a:latin typeface="Red Hat Display"/>
                  <a:ea typeface="Red Hat Display"/>
                  <a:cs typeface="Red Hat Display"/>
                  <a:sym typeface="Red Hat Display"/>
                </a:rPr>
                <a:t>Automate</a:t>
              </a:r>
              <a:endParaRPr sz="1900"/>
            </a:p>
          </p:txBody>
        </p:sp>
        <p:sp>
          <p:nvSpPr>
            <p:cNvPr id="944" name="Google Shape;944;p66"/>
            <p:cNvSpPr/>
            <p:nvPr/>
          </p:nvSpPr>
          <p:spPr>
            <a:xfrm rot="10800000">
              <a:off x="5521885" y="3297120"/>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grpSp>
        <p:nvGrpSpPr>
          <p:cNvPr id="945" name="Google Shape;945;p66"/>
          <p:cNvGrpSpPr/>
          <p:nvPr/>
        </p:nvGrpSpPr>
        <p:grpSpPr>
          <a:xfrm>
            <a:off x="9567715" y="3844537"/>
            <a:ext cx="1219170" cy="816380"/>
            <a:chOff x="7190725" y="2883475"/>
            <a:chExt cx="914400" cy="612300"/>
          </a:xfrm>
        </p:grpSpPr>
        <p:sp>
          <p:nvSpPr>
            <p:cNvPr id="946" name="Google Shape;946;p66"/>
            <p:cNvSpPr/>
            <p:nvPr/>
          </p:nvSpPr>
          <p:spPr>
            <a:xfrm>
              <a:off x="719072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None/>
              </a:pPr>
              <a:r>
                <a:rPr b="1" lang="en" sz="1500">
                  <a:solidFill>
                    <a:schemeClr val="dk1"/>
                  </a:solidFill>
                  <a:latin typeface="Red Hat Display"/>
                  <a:ea typeface="Red Hat Display"/>
                  <a:cs typeface="Red Hat Display"/>
                  <a:sym typeface="Red Hat Display"/>
                </a:rPr>
                <a:t>Iterate</a:t>
              </a:r>
              <a:endParaRPr sz="1900"/>
            </a:p>
          </p:txBody>
        </p:sp>
        <p:sp>
          <p:nvSpPr>
            <p:cNvPr id="947" name="Google Shape;947;p66"/>
            <p:cNvSpPr/>
            <p:nvPr/>
          </p:nvSpPr>
          <p:spPr>
            <a:xfrm rot="10800000">
              <a:off x="7417360" y="3297120"/>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sp>
        <p:nvSpPr>
          <p:cNvPr id="948" name="Google Shape;948;p6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949" name="Google Shape;949;p66"/>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950" name="Google Shape;950;p66"/>
          <p:cNvGrpSpPr/>
          <p:nvPr/>
        </p:nvGrpSpPr>
        <p:grpSpPr>
          <a:xfrm>
            <a:off x="1337146" y="2132660"/>
            <a:ext cx="810391" cy="805745"/>
            <a:chOff x="1299517" y="2010363"/>
            <a:chExt cx="810391" cy="805745"/>
          </a:xfrm>
        </p:grpSpPr>
        <p:pic>
          <p:nvPicPr>
            <p:cNvPr id="951" name="Google Shape;951;p66"/>
            <p:cNvPicPr preferRelativeResize="0"/>
            <p:nvPr/>
          </p:nvPicPr>
          <p:blipFill rotWithShape="1">
            <a:blip r:embed="rId4">
              <a:alphaModFix/>
            </a:blip>
            <a:srcRect b="9001" l="10213" r="8854" t="9392"/>
            <a:stretch/>
          </p:blipFill>
          <p:spPr>
            <a:xfrm>
              <a:off x="1881307" y="2010363"/>
              <a:ext cx="228600" cy="228600"/>
            </a:xfrm>
            <a:prstGeom prst="rect">
              <a:avLst/>
            </a:prstGeom>
            <a:noFill/>
            <a:ln cap="flat" cmpd="sng" w="19050">
              <a:solidFill>
                <a:schemeClr val="accent1"/>
              </a:solidFill>
              <a:prstDash val="solid"/>
              <a:round/>
              <a:headEnd len="sm" w="sm" type="none"/>
              <a:tailEnd len="sm" w="sm" type="none"/>
            </a:ln>
          </p:spPr>
        </p:pic>
        <p:pic>
          <p:nvPicPr>
            <p:cNvPr id="952" name="Google Shape;952;p66"/>
            <p:cNvPicPr preferRelativeResize="0"/>
            <p:nvPr/>
          </p:nvPicPr>
          <p:blipFill rotWithShape="1">
            <a:blip r:embed="rId5">
              <a:alphaModFix/>
            </a:blip>
            <a:srcRect b="9106" l="10266" r="10330" t="9513"/>
            <a:stretch/>
          </p:blipFill>
          <p:spPr>
            <a:xfrm>
              <a:off x="1594496" y="2010364"/>
              <a:ext cx="228600" cy="228600"/>
            </a:xfrm>
            <a:prstGeom prst="rect">
              <a:avLst/>
            </a:prstGeom>
            <a:noFill/>
            <a:ln cap="flat" cmpd="sng" w="19050">
              <a:solidFill>
                <a:schemeClr val="accent1"/>
              </a:solidFill>
              <a:prstDash val="solid"/>
              <a:round/>
              <a:headEnd len="sm" w="sm" type="none"/>
              <a:tailEnd len="sm" w="sm" type="none"/>
            </a:ln>
          </p:spPr>
        </p:pic>
        <p:pic>
          <p:nvPicPr>
            <p:cNvPr id="953" name="Google Shape;953;p66"/>
            <p:cNvPicPr preferRelativeResize="0"/>
            <p:nvPr/>
          </p:nvPicPr>
          <p:blipFill rotWithShape="1">
            <a:blip r:embed="rId6">
              <a:alphaModFix/>
            </a:blip>
            <a:srcRect b="10610" l="10325" r="10062" t="10325"/>
            <a:stretch/>
          </p:blipFill>
          <p:spPr>
            <a:xfrm>
              <a:off x="1299517" y="2010364"/>
              <a:ext cx="228600" cy="228600"/>
            </a:xfrm>
            <a:prstGeom prst="rect">
              <a:avLst/>
            </a:prstGeom>
            <a:noFill/>
            <a:ln cap="flat" cmpd="sng" w="19050">
              <a:solidFill>
                <a:schemeClr val="dk1"/>
              </a:solidFill>
              <a:prstDash val="solid"/>
              <a:round/>
              <a:headEnd len="sm" w="sm" type="none"/>
              <a:tailEnd len="sm" w="sm" type="none"/>
            </a:ln>
          </p:spPr>
        </p:pic>
        <p:pic>
          <p:nvPicPr>
            <p:cNvPr id="954" name="Google Shape;954;p66"/>
            <p:cNvPicPr preferRelativeResize="0"/>
            <p:nvPr/>
          </p:nvPicPr>
          <p:blipFill rotWithShape="1">
            <a:blip r:embed="rId4">
              <a:alphaModFix/>
            </a:blip>
            <a:srcRect b="9001" l="10213" r="8854" t="9392"/>
            <a:stretch/>
          </p:blipFill>
          <p:spPr>
            <a:xfrm>
              <a:off x="1881307" y="2297289"/>
              <a:ext cx="228600" cy="228600"/>
            </a:xfrm>
            <a:prstGeom prst="rect">
              <a:avLst/>
            </a:prstGeom>
            <a:noFill/>
            <a:ln cap="flat" cmpd="sng" w="19050">
              <a:solidFill>
                <a:schemeClr val="accent1"/>
              </a:solidFill>
              <a:prstDash val="solid"/>
              <a:round/>
              <a:headEnd len="sm" w="sm" type="none"/>
              <a:tailEnd len="sm" w="sm" type="none"/>
            </a:ln>
          </p:spPr>
        </p:pic>
        <p:pic>
          <p:nvPicPr>
            <p:cNvPr id="955" name="Google Shape;955;p66"/>
            <p:cNvPicPr preferRelativeResize="0"/>
            <p:nvPr/>
          </p:nvPicPr>
          <p:blipFill rotWithShape="1">
            <a:blip r:embed="rId5">
              <a:alphaModFix/>
            </a:blip>
            <a:srcRect b="9106" l="10266" r="10330" t="9513"/>
            <a:stretch/>
          </p:blipFill>
          <p:spPr>
            <a:xfrm>
              <a:off x="1299517" y="2297290"/>
              <a:ext cx="228600" cy="228600"/>
            </a:xfrm>
            <a:prstGeom prst="rect">
              <a:avLst/>
            </a:prstGeom>
            <a:noFill/>
            <a:ln cap="flat" cmpd="sng" w="19050">
              <a:solidFill>
                <a:schemeClr val="accent1"/>
              </a:solidFill>
              <a:prstDash val="solid"/>
              <a:round/>
              <a:headEnd len="sm" w="sm" type="none"/>
              <a:tailEnd len="sm" w="sm" type="none"/>
            </a:ln>
          </p:spPr>
        </p:pic>
        <p:pic>
          <p:nvPicPr>
            <p:cNvPr id="956" name="Google Shape;956;p66"/>
            <p:cNvPicPr preferRelativeResize="0"/>
            <p:nvPr/>
          </p:nvPicPr>
          <p:blipFill rotWithShape="1">
            <a:blip r:embed="rId6">
              <a:alphaModFix/>
            </a:blip>
            <a:srcRect b="10610" l="10325" r="10062" t="10325"/>
            <a:stretch/>
          </p:blipFill>
          <p:spPr>
            <a:xfrm>
              <a:off x="1594496" y="2297290"/>
              <a:ext cx="228600" cy="228600"/>
            </a:xfrm>
            <a:prstGeom prst="rect">
              <a:avLst/>
            </a:prstGeom>
            <a:noFill/>
            <a:ln cap="flat" cmpd="sng" w="19050">
              <a:solidFill>
                <a:schemeClr val="dk1"/>
              </a:solidFill>
              <a:prstDash val="solid"/>
              <a:round/>
              <a:headEnd len="sm" w="sm" type="none"/>
              <a:tailEnd len="sm" w="sm" type="none"/>
            </a:ln>
          </p:spPr>
        </p:pic>
        <p:pic>
          <p:nvPicPr>
            <p:cNvPr id="957" name="Google Shape;957;p66"/>
            <p:cNvPicPr preferRelativeResize="0"/>
            <p:nvPr/>
          </p:nvPicPr>
          <p:blipFill rotWithShape="1">
            <a:blip r:embed="rId4">
              <a:alphaModFix/>
            </a:blip>
            <a:srcRect b="9001" l="10213" r="8854" t="9392"/>
            <a:stretch/>
          </p:blipFill>
          <p:spPr>
            <a:xfrm>
              <a:off x="1299517" y="2587508"/>
              <a:ext cx="228600" cy="228600"/>
            </a:xfrm>
            <a:prstGeom prst="rect">
              <a:avLst/>
            </a:prstGeom>
            <a:noFill/>
            <a:ln cap="flat" cmpd="sng" w="19050">
              <a:solidFill>
                <a:schemeClr val="accent1"/>
              </a:solidFill>
              <a:prstDash val="solid"/>
              <a:round/>
              <a:headEnd len="sm" w="sm" type="none"/>
              <a:tailEnd len="sm" w="sm" type="none"/>
            </a:ln>
          </p:spPr>
        </p:pic>
        <p:pic>
          <p:nvPicPr>
            <p:cNvPr id="958" name="Google Shape;958;p66"/>
            <p:cNvPicPr preferRelativeResize="0"/>
            <p:nvPr/>
          </p:nvPicPr>
          <p:blipFill rotWithShape="1">
            <a:blip r:embed="rId5">
              <a:alphaModFix/>
            </a:blip>
            <a:srcRect b="9106" l="10266" r="10330" t="9513"/>
            <a:stretch/>
          </p:blipFill>
          <p:spPr>
            <a:xfrm>
              <a:off x="1881307" y="2587508"/>
              <a:ext cx="228600" cy="228600"/>
            </a:xfrm>
            <a:prstGeom prst="rect">
              <a:avLst/>
            </a:prstGeom>
            <a:noFill/>
            <a:ln cap="flat" cmpd="sng" w="19050">
              <a:solidFill>
                <a:schemeClr val="accent1"/>
              </a:solidFill>
              <a:prstDash val="solid"/>
              <a:round/>
              <a:headEnd len="sm" w="sm" type="none"/>
              <a:tailEnd len="sm" w="sm" type="none"/>
            </a:ln>
          </p:spPr>
        </p:pic>
        <p:pic>
          <p:nvPicPr>
            <p:cNvPr id="959" name="Google Shape;959;p66"/>
            <p:cNvPicPr preferRelativeResize="0"/>
            <p:nvPr/>
          </p:nvPicPr>
          <p:blipFill rotWithShape="1">
            <a:blip r:embed="rId6">
              <a:alphaModFix/>
            </a:blip>
            <a:srcRect b="10610" l="10325" r="10062" t="10325"/>
            <a:stretch/>
          </p:blipFill>
          <p:spPr>
            <a:xfrm>
              <a:off x="1594496" y="2587508"/>
              <a:ext cx="228600" cy="228600"/>
            </a:xfrm>
            <a:prstGeom prst="rect">
              <a:avLst/>
            </a:prstGeom>
            <a:noFill/>
            <a:ln cap="flat" cmpd="sng" w="19050">
              <a:solidFill>
                <a:schemeClr val="dk1"/>
              </a:solidFill>
              <a:prstDash val="solid"/>
              <a:round/>
              <a:headEnd len="sm" w="sm" type="none"/>
              <a:tailEnd len="sm" w="sm" type="none"/>
            </a:ln>
          </p:spPr>
        </p:pic>
      </p:grpSp>
      <p:sp>
        <p:nvSpPr>
          <p:cNvPr id="960" name="Google Shape;960;p66"/>
          <p:cNvSpPr/>
          <p:nvPr/>
        </p:nvSpPr>
        <p:spPr>
          <a:xfrm>
            <a:off x="3158872" y="4858340"/>
            <a:ext cx="284100" cy="875700"/>
          </a:xfrm>
          <a:prstGeom prst="leftBrace">
            <a:avLst>
              <a:gd fmla="val 8333" name="adj1"/>
              <a:gd fmla="val 50000" name="adj2"/>
            </a:avLst>
          </a:prstGeom>
          <a:noFill/>
          <a:ln cap="flat" cmpd="sng" w="3810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961" name="Google Shape;961;p66"/>
          <p:cNvGrpSpPr/>
          <p:nvPr/>
        </p:nvGrpSpPr>
        <p:grpSpPr>
          <a:xfrm>
            <a:off x="4510363" y="1993271"/>
            <a:ext cx="1458811" cy="1081303"/>
            <a:chOff x="4510363" y="2145671"/>
            <a:chExt cx="1458811" cy="1081303"/>
          </a:xfrm>
        </p:grpSpPr>
        <p:pic>
          <p:nvPicPr>
            <p:cNvPr id="962" name="Google Shape;962;p66"/>
            <p:cNvPicPr preferRelativeResize="0"/>
            <p:nvPr/>
          </p:nvPicPr>
          <p:blipFill>
            <a:blip r:embed="rId7">
              <a:alphaModFix/>
            </a:blip>
            <a:stretch>
              <a:fillRect/>
            </a:stretch>
          </p:blipFill>
          <p:spPr>
            <a:xfrm>
              <a:off x="4510363" y="2145671"/>
              <a:ext cx="437087" cy="438300"/>
            </a:xfrm>
            <a:prstGeom prst="rect">
              <a:avLst/>
            </a:prstGeom>
            <a:noFill/>
            <a:ln>
              <a:noFill/>
            </a:ln>
          </p:spPr>
        </p:pic>
        <p:pic>
          <p:nvPicPr>
            <p:cNvPr id="963" name="Google Shape;963;p66"/>
            <p:cNvPicPr preferRelativeResize="0"/>
            <p:nvPr/>
          </p:nvPicPr>
          <p:blipFill>
            <a:blip r:embed="rId7">
              <a:alphaModFix/>
            </a:blip>
            <a:stretch>
              <a:fillRect/>
            </a:stretch>
          </p:blipFill>
          <p:spPr>
            <a:xfrm rot="5400000">
              <a:off x="4815484" y="2145336"/>
              <a:ext cx="671850" cy="673725"/>
            </a:xfrm>
            <a:prstGeom prst="rect">
              <a:avLst/>
            </a:prstGeom>
            <a:noFill/>
            <a:ln>
              <a:noFill/>
            </a:ln>
          </p:spPr>
        </p:pic>
        <p:pic>
          <p:nvPicPr>
            <p:cNvPr id="964" name="Google Shape;964;p66"/>
            <p:cNvPicPr preferRelativeResize="0"/>
            <p:nvPr/>
          </p:nvPicPr>
          <p:blipFill>
            <a:blip r:embed="rId8">
              <a:alphaModFix/>
            </a:blip>
            <a:stretch>
              <a:fillRect/>
            </a:stretch>
          </p:blipFill>
          <p:spPr>
            <a:xfrm>
              <a:off x="4607300" y="2473700"/>
              <a:ext cx="498325" cy="498325"/>
            </a:xfrm>
            <a:prstGeom prst="rect">
              <a:avLst/>
            </a:prstGeom>
            <a:noFill/>
            <a:ln>
              <a:noFill/>
            </a:ln>
          </p:spPr>
        </p:pic>
        <p:pic>
          <p:nvPicPr>
            <p:cNvPr id="965" name="Google Shape;965;p66"/>
            <p:cNvPicPr preferRelativeResize="0"/>
            <p:nvPr/>
          </p:nvPicPr>
          <p:blipFill>
            <a:blip r:embed="rId8">
              <a:alphaModFix/>
            </a:blip>
            <a:stretch>
              <a:fillRect/>
            </a:stretch>
          </p:blipFill>
          <p:spPr>
            <a:xfrm rot="2217493">
              <a:off x="5160601" y="2418402"/>
              <a:ext cx="673724" cy="673724"/>
            </a:xfrm>
            <a:prstGeom prst="rect">
              <a:avLst/>
            </a:prstGeom>
            <a:noFill/>
            <a:ln>
              <a:noFill/>
            </a:ln>
          </p:spPr>
        </p:pic>
      </p:grpSp>
      <p:grpSp>
        <p:nvGrpSpPr>
          <p:cNvPr id="966" name="Google Shape;966;p66"/>
          <p:cNvGrpSpPr/>
          <p:nvPr/>
        </p:nvGrpSpPr>
        <p:grpSpPr>
          <a:xfrm>
            <a:off x="4477522" y="4601012"/>
            <a:ext cx="1434371" cy="1410161"/>
            <a:chOff x="5068473" y="4835102"/>
            <a:chExt cx="801952" cy="803099"/>
          </a:xfrm>
        </p:grpSpPr>
        <p:pic>
          <p:nvPicPr>
            <p:cNvPr id="967" name="Google Shape;967;p66"/>
            <p:cNvPicPr preferRelativeResize="0"/>
            <p:nvPr/>
          </p:nvPicPr>
          <p:blipFill>
            <a:blip r:embed="rId9">
              <a:alphaModFix/>
            </a:blip>
            <a:stretch>
              <a:fillRect/>
            </a:stretch>
          </p:blipFill>
          <p:spPr>
            <a:xfrm rot="-5400000">
              <a:off x="5095445" y="4835102"/>
              <a:ext cx="498325" cy="498325"/>
            </a:xfrm>
            <a:prstGeom prst="rect">
              <a:avLst/>
            </a:prstGeom>
            <a:noFill/>
            <a:ln>
              <a:noFill/>
            </a:ln>
          </p:spPr>
        </p:pic>
        <p:pic>
          <p:nvPicPr>
            <p:cNvPr id="968" name="Google Shape;968;p66"/>
            <p:cNvPicPr preferRelativeResize="0"/>
            <p:nvPr/>
          </p:nvPicPr>
          <p:blipFill>
            <a:blip r:embed="rId10">
              <a:alphaModFix/>
            </a:blip>
            <a:stretch>
              <a:fillRect/>
            </a:stretch>
          </p:blipFill>
          <p:spPr>
            <a:xfrm>
              <a:off x="5372100" y="4863516"/>
              <a:ext cx="498325" cy="498325"/>
            </a:xfrm>
            <a:prstGeom prst="rect">
              <a:avLst/>
            </a:prstGeom>
            <a:noFill/>
            <a:ln>
              <a:noFill/>
            </a:ln>
          </p:spPr>
        </p:pic>
        <p:pic>
          <p:nvPicPr>
            <p:cNvPr id="969" name="Google Shape;969;p66"/>
            <p:cNvPicPr preferRelativeResize="0"/>
            <p:nvPr/>
          </p:nvPicPr>
          <p:blipFill>
            <a:blip r:embed="rId10">
              <a:alphaModFix/>
            </a:blip>
            <a:stretch>
              <a:fillRect/>
            </a:stretch>
          </p:blipFill>
          <p:spPr>
            <a:xfrm rot="10800000">
              <a:off x="5068473" y="5112026"/>
              <a:ext cx="498325" cy="498325"/>
            </a:xfrm>
            <a:prstGeom prst="rect">
              <a:avLst/>
            </a:prstGeom>
            <a:noFill/>
            <a:ln>
              <a:noFill/>
            </a:ln>
          </p:spPr>
        </p:pic>
        <p:pic>
          <p:nvPicPr>
            <p:cNvPr id="970" name="Google Shape;970;p66"/>
            <p:cNvPicPr preferRelativeResize="0"/>
            <p:nvPr/>
          </p:nvPicPr>
          <p:blipFill>
            <a:blip r:embed="rId9">
              <a:alphaModFix/>
            </a:blip>
            <a:stretch>
              <a:fillRect/>
            </a:stretch>
          </p:blipFill>
          <p:spPr>
            <a:xfrm rot="5400000">
              <a:off x="5345128" y="5139876"/>
              <a:ext cx="498325" cy="498325"/>
            </a:xfrm>
            <a:prstGeom prst="rect">
              <a:avLst/>
            </a:prstGeom>
            <a:noFill/>
            <a:ln>
              <a:noFill/>
            </a:ln>
          </p:spPr>
        </p:pic>
      </p:grpSp>
      <p:pic>
        <p:nvPicPr>
          <p:cNvPr id="971" name="Google Shape;971;p66"/>
          <p:cNvPicPr preferRelativeResize="0"/>
          <p:nvPr/>
        </p:nvPicPr>
        <p:blipFill>
          <a:blip r:embed="rId11">
            <a:alphaModFix/>
          </a:blip>
          <a:stretch>
            <a:fillRect/>
          </a:stretch>
        </p:blipFill>
        <p:spPr>
          <a:xfrm>
            <a:off x="7096555" y="1838755"/>
            <a:ext cx="1219200" cy="1219200"/>
          </a:xfrm>
          <a:prstGeom prst="rect">
            <a:avLst/>
          </a:prstGeom>
          <a:noFill/>
          <a:ln>
            <a:noFill/>
          </a:ln>
        </p:spPr>
      </p:pic>
      <p:grpSp>
        <p:nvGrpSpPr>
          <p:cNvPr id="972" name="Google Shape;972;p66"/>
          <p:cNvGrpSpPr/>
          <p:nvPr/>
        </p:nvGrpSpPr>
        <p:grpSpPr>
          <a:xfrm>
            <a:off x="1104900" y="4690337"/>
            <a:ext cx="1215175" cy="1215175"/>
            <a:chOff x="1104900" y="4690337"/>
            <a:chExt cx="1215175" cy="1215175"/>
          </a:xfrm>
        </p:grpSpPr>
        <p:pic>
          <p:nvPicPr>
            <p:cNvPr id="973" name="Google Shape;973;p66"/>
            <p:cNvPicPr preferRelativeResize="0"/>
            <p:nvPr/>
          </p:nvPicPr>
          <p:blipFill>
            <a:blip r:embed="rId12">
              <a:alphaModFix/>
            </a:blip>
            <a:stretch>
              <a:fillRect/>
            </a:stretch>
          </p:blipFill>
          <p:spPr>
            <a:xfrm>
              <a:off x="1104900" y="4690337"/>
              <a:ext cx="1215175" cy="1215175"/>
            </a:xfrm>
            <a:prstGeom prst="rect">
              <a:avLst/>
            </a:prstGeom>
            <a:noFill/>
            <a:ln>
              <a:noFill/>
            </a:ln>
          </p:spPr>
        </p:pic>
        <p:pic>
          <p:nvPicPr>
            <p:cNvPr id="974" name="Google Shape;974;p66"/>
            <p:cNvPicPr preferRelativeResize="0"/>
            <p:nvPr/>
          </p:nvPicPr>
          <p:blipFill rotWithShape="1">
            <a:blip r:embed="rId4">
              <a:alphaModFix/>
            </a:blip>
            <a:srcRect b="9001" l="10213" r="8854" t="9392"/>
            <a:stretch/>
          </p:blipFill>
          <p:spPr>
            <a:xfrm>
              <a:off x="1290556" y="5382490"/>
              <a:ext cx="341850" cy="341825"/>
            </a:xfrm>
            <a:prstGeom prst="rect">
              <a:avLst/>
            </a:prstGeom>
            <a:noFill/>
            <a:ln cap="flat" cmpd="sng" w="19050">
              <a:solidFill>
                <a:schemeClr val="accent1"/>
              </a:solidFill>
              <a:prstDash val="solid"/>
              <a:round/>
              <a:headEnd len="sm" w="sm" type="none"/>
              <a:tailEnd len="sm" w="sm" type="none"/>
            </a:ln>
          </p:spPr>
        </p:pic>
      </p:grpSp>
      <p:grpSp>
        <p:nvGrpSpPr>
          <p:cNvPr id="975" name="Google Shape;975;p66"/>
          <p:cNvGrpSpPr/>
          <p:nvPr/>
        </p:nvGrpSpPr>
        <p:grpSpPr>
          <a:xfrm>
            <a:off x="9542805" y="4844865"/>
            <a:ext cx="1315011" cy="875697"/>
            <a:chOff x="9343347" y="4685690"/>
            <a:chExt cx="2034361" cy="1293688"/>
          </a:xfrm>
        </p:grpSpPr>
        <p:pic>
          <p:nvPicPr>
            <p:cNvPr id="976" name="Google Shape;976;p66"/>
            <p:cNvPicPr preferRelativeResize="0"/>
            <p:nvPr/>
          </p:nvPicPr>
          <p:blipFill rotWithShape="1">
            <a:blip r:embed="rId13">
              <a:alphaModFix/>
            </a:blip>
            <a:srcRect b="159" l="0" r="0" t="149"/>
            <a:stretch/>
          </p:blipFill>
          <p:spPr>
            <a:xfrm flipH="1" rot="-1410397">
              <a:off x="9488721" y="4872300"/>
              <a:ext cx="920467" cy="920467"/>
            </a:xfrm>
            <a:prstGeom prst="rect">
              <a:avLst/>
            </a:prstGeom>
            <a:noFill/>
            <a:ln>
              <a:noFill/>
            </a:ln>
          </p:spPr>
        </p:pic>
        <p:pic>
          <p:nvPicPr>
            <p:cNvPr id="977" name="Google Shape;977;p66"/>
            <p:cNvPicPr preferRelativeResize="0"/>
            <p:nvPr/>
          </p:nvPicPr>
          <p:blipFill rotWithShape="1">
            <a:blip r:embed="rId13">
              <a:alphaModFix/>
            </a:blip>
            <a:srcRect b="159" l="0" r="0" t="149"/>
            <a:stretch/>
          </p:blipFill>
          <p:spPr>
            <a:xfrm rot="8482481">
              <a:off x="10270631" y="4872301"/>
              <a:ext cx="920467" cy="920466"/>
            </a:xfrm>
            <a:prstGeom prst="rect">
              <a:avLst/>
            </a:prstGeom>
            <a:noFill/>
            <a:ln>
              <a:noFill/>
            </a:ln>
          </p:spPr>
        </p:pic>
      </p:grpSp>
      <p:grpSp>
        <p:nvGrpSpPr>
          <p:cNvPr id="978" name="Google Shape;978;p66"/>
          <p:cNvGrpSpPr/>
          <p:nvPr/>
        </p:nvGrpSpPr>
        <p:grpSpPr>
          <a:xfrm>
            <a:off x="9732433" y="1866900"/>
            <a:ext cx="861167" cy="1046728"/>
            <a:chOff x="9563100" y="1866900"/>
            <a:chExt cx="861167" cy="1046728"/>
          </a:xfrm>
        </p:grpSpPr>
        <p:pic>
          <p:nvPicPr>
            <p:cNvPr id="979" name="Google Shape;979;p66"/>
            <p:cNvPicPr preferRelativeResize="0"/>
            <p:nvPr/>
          </p:nvPicPr>
          <p:blipFill>
            <a:blip r:embed="rId14">
              <a:alphaModFix/>
            </a:blip>
            <a:stretch>
              <a:fillRect/>
            </a:stretch>
          </p:blipFill>
          <p:spPr>
            <a:xfrm>
              <a:off x="9563100" y="1866900"/>
              <a:ext cx="673725" cy="673725"/>
            </a:xfrm>
            <a:prstGeom prst="rect">
              <a:avLst/>
            </a:prstGeom>
            <a:noFill/>
            <a:ln>
              <a:noFill/>
            </a:ln>
          </p:spPr>
        </p:pic>
        <p:pic>
          <p:nvPicPr>
            <p:cNvPr id="980" name="Google Shape;980;p66"/>
            <p:cNvPicPr preferRelativeResize="0"/>
            <p:nvPr/>
          </p:nvPicPr>
          <p:blipFill>
            <a:blip r:embed="rId14">
              <a:alphaModFix/>
            </a:blip>
            <a:stretch>
              <a:fillRect/>
            </a:stretch>
          </p:blipFill>
          <p:spPr>
            <a:xfrm>
              <a:off x="9750543" y="2239904"/>
              <a:ext cx="673725" cy="673725"/>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67"/>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What, how, and why</a:t>
            </a:r>
            <a:endParaRPr/>
          </a:p>
        </p:txBody>
      </p:sp>
      <p:sp>
        <p:nvSpPr>
          <p:cNvPr id="986" name="Google Shape;986;p67"/>
          <p:cNvSpPr txBox="1"/>
          <p:nvPr>
            <p:ph type="title"/>
          </p:nvPr>
        </p:nvSpPr>
        <p:spPr>
          <a:xfrm>
            <a:off x="1752600" y="9460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400">
                <a:latin typeface="Red Hat Display Medium"/>
                <a:ea typeface="Red Hat Display Medium"/>
                <a:cs typeface="Red Hat Display Medium"/>
                <a:sym typeface="Red Hat Display Medium"/>
              </a:rPr>
              <a:t>Standard Infrastructure Deployment</a:t>
            </a:r>
            <a:endParaRPr sz="2400">
              <a:latin typeface="Red Hat Display Medium"/>
              <a:ea typeface="Red Hat Display Medium"/>
              <a:cs typeface="Red Hat Display Medium"/>
              <a:sym typeface="Red Hat Display Medium"/>
            </a:endParaRPr>
          </a:p>
        </p:txBody>
      </p:sp>
      <p:sp>
        <p:nvSpPr>
          <p:cNvPr id="987" name="Google Shape;987;p6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988" name="Google Shape;988;p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989" name="Google Shape;989;p67"/>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990" name="Google Shape;990;p67"/>
          <p:cNvSpPr/>
          <p:nvPr/>
        </p:nvSpPr>
        <p:spPr>
          <a:xfrm>
            <a:off x="646500" y="2834921"/>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Fragility</a:t>
            </a:r>
            <a:endParaRPr>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Systems are specified and built with inflexible scripts and/or complex procedures that make reuse and revision difficult</a:t>
            </a:r>
            <a:endParaRPr sz="1200">
              <a:solidFill>
                <a:srgbClr val="000000"/>
              </a:solidFill>
              <a:latin typeface="Red Hat Display"/>
              <a:ea typeface="Red Hat Display"/>
              <a:cs typeface="Red Hat Display"/>
              <a:sym typeface="Red Hat Display"/>
            </a:endParaRPr>
          </a:p>
        </p:txBody>
      </p:sp>
      <p:sp>
        <p:nvSpPr>
          <p:cNvPr id="991" name="Google Shape;991;p67"/>
          <p:cNvSpPr/>
          <p:nvPr/>
        </p:nvSpPr>
        <p:spPr>
          <a:xfrm>
            <a:off x="8064900" y="2834925"/>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Flexibility</a:t>
            </a:r>
            <a:r>
              <a:rPr b="1" lang="en" sz="1200">
                <a:solidFill>
                  <a:srgbClr val="EE0000"/>
                </a:solidFill>
                <a:latin typeface="Red Hat Display"/>
                <a:ea typeface="Red Hat Display"/>
                <a:cs typeface="Red Hat Display"/>
                <a:sym typeface="Red Hat Display"/>
              </a:rPr>
              <a:t> </a:t>
            </a:r>
            <a:endParaRPr b="1">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Update components independently and recombine easily to streamline SOE </a:t>
            </a:r>
            <a:r>
              <a:rPr lang="en" sz="1200">
                <a:latin typeface="Red Hat Display"/>
                <a:ea typeface="Red Hat Display"/>
                <a:cs typeface="Red Hat Display"/>
                <a:sym typeface="Red Hat Display"/>
              </a:rPr>
              <a:t>definition and maintenance</a:t>
            </a:r>
            <a:endParaRPr sz="1200">
              <a:solidFill>
                <a:srgbClr val="FFFFFF"/>
              </a:solidFill>
              <a:latin typeface="Red Hat Display"/>
              <a:ea typeface="Red Hat Display"/>
              <a:cs typeface="Red Hat Display"/>
              <a:sym typeface="Red Hat Display"/>
            </a:endParaRPr>
          </a:p>
        </p:txBody>
      </p:sp>
      <p:sp>
        <p:nvSpPr>
          <p:cNvPr id="992" name="Google Shape;992;p67"/>
          <p:cNvSpPr/>
          <p:nvPr/>
        </p:nvSpPr>
        <p:spPr>
          <a:xfrm>
            <a:off x="4279500" y="2834925"/>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Refactor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Redefine systems in functional layers and reusable elements for a component-based approach to </a:t>
            </a:r>
            <a:r>
              <a:rPr b="1" lang="en" sz="1200">
                <a:latin typeface="Red Hat Display"/>
                <a:ea typeface="Red Hat Display"/>
                <a:cs typeface="Red Hat Display"/>
                <a:sym typeface="Red Hat Display"/>
              </a:rPr>
              <a:t>Standard Operating Environment</a:t>
            </a:r>
            <a:endParaRPr b="1" sz="1200">
              <a:solidFill>
                <a:srgbClr val="FFFFFF"/>
              </a:solidFill>
              <a:latin typeface="Red Hat Display"/>
              <a:ea typeface="Red Hat Display"/>
              <a:cs typeface="Red Hat Display"/>
              <a:sym typeface="Red Hat Display"/>
            </a:endParaRPr>
          </a:p>
        </p:txBody>
      </p:sp>
      <p:graphicFrame>
        <p:nvGraphicFramePr>
          <p:cNvPr id="993" name="Google Shape;993;p67"/>
          <p:cNvGraphicFramePr/>
          <p:nvPr/>
        </p:nvGraphicFramePr>
        <p:xfrm>
          <a:off x="646491" y="1935639"/>
          <a:ext cx="3000000" cy="3000000"/>
        </p:xfrm>
        <a:graphic>
          <a:graphicData uri="http://schemas.openxmlformats.org/drawingml/2006/table">
            <a:tbl>
              <a:tblPr>
                <a:noFill/>
                <a:tableStyleId>{9E6C9A53-BF71-43F4-A9CB-A9D74F29EEE5}</a:tableStyleId>
              </a:tblPr>
              <a:tblGrid>
                <a:gridCol w="715975"/>
                <a:gridCol w="2917025"/>
                <a:gridCol w="737225"/>
                <a:gridCol w="2895775"/>
                <a:gridCol w="777175"/>
                <a:gridCol w="2855825"/>
              </a:tblGrid>
              <a:tr h="594450">
                <a:tc>
                  <a:txBody>
                    <a:bodyPr/>
                    <a:lstStyle/>
                    <a:p>
                      <a:pPr indent="0" lvl="0" marL="0" rtl="0" algn="l">
                        <a:spcBef>
                          <a:spcPts val="0"/>
                        </a:spcBef>
                        <a:spcAft>
                          <a:spcPts val="0"/>
                        </a:spcAft>
                        <a:buNone/>
                      </a:pPr>
                      <a:r>
                        <a:t/>
                      </a:r>
                      <a:endParaRPr b="1" sz="1600">
                        <a:solidFill>
                          <a:srgbClr val="EE0000"/>
                        </a:solidFill>
                        <a:latin typeface="Overpass"/>
                        <a:ea typeface="Overpass"/>
                        <a:cs typeface="Overpass"/>
                        <a:sym typeface="Overpass"/>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Challenge</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Approach</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b="1" lang="en" sz="1600">
                          <a:solidFill>
                            <a:srgbClr val="EE0000"/>
                          </a:solidFill>
                          <a:latin typeface="Red Hat Display"/>
                          <a:ea typeface="Red Hat Display"/>
                          <a:cs typeface="Red Hat Display"/>
                          <a:sym typeface="Red Hat Display"/>
                        </a:rPr>
                        <a:t>Benefits</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r>
            </a:tbl>
          </a:graphicData>
        </a:graphic>
      </p:graphicFrame>
      <p:sp>
        <p:nvSpPr>
          <p:cNvPr id="994" name="Google Shape;994;p67"/>
          <p:cNvSpPr/>
          <p:nvPr/>
        </p:nvSpPr>
        <p:spPr>
          <a:xfrm>
            <a:off x="646500" y="3885154"/>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Variability</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New patches, updates, and configurations are applied piecemeal across the environment multiplying inconsistencies </a:t>
            </a:r>
            <a:endParaRPr sz="1200">
              <a:solidFill>
                <a:srgbClr val="000000"/>
              </a:solidFill>
              <a:latin typeface="Red Hat Display"/>
              <a:ea typeface="Red Hat Display"/>
              <a:cs typeface="Red Hat Display"/>
              <a:sym typeface="Red Hat Display"/>
            </a:endParaRPr>
          </a:p>
        </p:txBody>
      </p:sp>
      <p:sp>
        <p:nvSpPr>
          <p:cNvPr id="995" name="Google Shape;995;p67"/>
          <p:cNvSpPr/>
          <p:nvPr/>
        </p:nvSpPr>
        <p:spPr>
          <a:xfrm>
            <a:off x="8064900" y="3885154"/>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Efficiency </a:t>
            </a:r>
            <a:endParaRPr b="1" sz="1200">
              <a:solidFill>
                <a:srgbClr val="EE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Easily monitor and manage drift, versioning, and compliance with system-wide or individual remediation</a:t>
            </a:r>
            <a:endParaRPr sz="1200">
              <a:solidFill>
                <a:srgbClr val="EE0000"/>
              </a:solidFill>
              <a:latin typeface="Red Hat Display"/>
              <a:ea typeface="Red Hat Display"/>
              <a:cs typeface="Red Hat Display"/>
              <a:sym typeface="Red Hat Display"/>
            </a:endParaRPr>
          </a:p>
        </p:txBody>
      </p:sp>
      <p:sp>
        <p:nvSpPr>
          <p:cNvPr id="996" name="Google Shape;996;p67"/>
          <p:cNvSpPr/>
          <p:nvPr/>
        </p:nvSpPr>
        <p:spPr>
          <a:xfrm>
            <a:off x="4279500" y="3893968"/>
            <a:ext cx="3785400" cy="824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Standardize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Codify </a:t>
            </a:r>
            <a:r>
              <a:rPr lang="en" sz="1200">
                <a:latin typeface="Red Hat Display"/>
                <a:ea typeface="Red Hat Display"/>
                <a:cs typeface="Red Hat Display"/>
                <a:sym typeface="Red Hat Display"/>
              </a:rPr>
              <a:t>content delivery, configuration</a:t>
            </a:r>
            <a:r>
              <a:rPr lang="en" sz="1200">
                <a:latin typeface="Red Hat Display"/>
                <a:ea typeface="Red Hat Display"/>
                <a:cs typeface="Red Hat Display"/>
                <a:sym typeface="Red Hat Display"/>
              </a:rPr>
              <a:t>, and lifecycle management with tooling and monitoring</a:t>
            </a:r>
            <a:endParaRPr sz="1200">
              <a:solidFill>
                <a:srgbClr val="FFFFFF"/>
              </a:solidFill>
              <a:latin typeface="Red Hat Display"/>
              <a:ea typeface="Red Hat Display"/>
              <a:cs typeface="Red Hat Display"/>
              <a:sym typeface="Red Hat Display"/>
            </a:endParaRPr>
          </a:p>
        </p:txBody>
      </p:sp>
      <p:sp>
        <p:nvSpPr>
          <p:cNvPr id="997" name="Google Shape;997;p67"/>
          <p:cNvSpPr/>
          <p:nvPr/>
        </p:nvSpPr>
        <p:spPr>
          <a:xfrm>
            <a:off x="646500" y="4922137"/>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chemeClr val="accent1"/>
                </a:solidFill>
                <a:latin typeface="Red Hat Display"/>
                <a:ea typeface="Red Hat Display"/>
                <a:cs typeface="Red Hat Display"/>
                <a:sym typeface="Red Hat Display"/>
              </a:rPr>
              <a:t>Complexity</a:t>
            </a:r>
            <a:endParaRPr b="1" sz="1200">
              <a:solidFill>
                <a:schemeClr val="accent1"/>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Manual processes and complex </a:t>
            </a:r>
            <a:r>
              <a:rPr lang="en" sz="1200">
                <a:latin typeface="Red Hat Display"/>
                <a:ea typeface="Red Hat Display"/>
                <a:cs typeface="Red Hat Display"/>
                <a:sym typeface="Red Hat Display"/>
              </a:rPr>
              <a:t>script</a:t>
            </a:r>
            <a:r>
              <a:rPr lang="en" sz="1200">
                <a:latin typeface="Red Hat Display"/>
                <a:ea typeface="Red Hat Display"/>
                <a:cs typeface="Red Hat Display"/>
                <a:sym typeface="Red Hat Display"/>
              </a:rPr>
              <a:t>s lead to errors in production that are hard to isolate and resolve.</a:t>
            </a:r>
            <a:endParaRPr sz="1200">
              <a:solidFill>
                <a:srgbClr val="000000"/>
              </a:solidFill>
              <a:latin typeface="Red Hat Display"/>
              <a:ea typeface="Red Hat Display"/>
              <a:cs typeface="Red Hat Display"/>
              <a:sym typeface="Red Hat Display"/>
            </a:endParaRPr>
          </a:p>
        </p:txBody>
      </p:sp>
      <p:sp>
        <p:nvSpPr>
          <p:cNvPr id="998" name="Google Shape;998;p67"/>
          <p:cNvSpPr/>
          <p:nvPr/>
        </p:nvSpPr>
        <p:spPr>
          <a:xfrm>
            <a:off x="8064900" y="4922137"/>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Reliability </a:t>
            </a:r>
            <a:endParaRPr b="1">
              <a:solidFill>
                <a:srgbClr val="00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Rapid and repeatable provisioning of proven production systems,  in isolation or en mass, </a:t>
            </a:r>
            <a:r>
              <a:rPr lang="en" sz="1200">
                <a:latin typeface="Red Hat Display"/>
                <a:ea typeface="Red Hat Display"/>
                <a:cs typeface="Red Hat Display"/>
                <a:sym typeface="Red Hat Display"/>
              </a:rPr>
              <a:t>with</a:t>
            </a:r>
            <a:r>
              <a:rPr lang="en" sz="1200">
                <a:latin typeface="Red Hat Display"/>
                <a:ea typeface="Red Hat Display"/>
                <a:cs typeface="Red Hat Display"/>
                <a:sym typeface="Red Hat Display"/>
              </a:rPr>
              <a:t> trusted automation</a:t>
            </a:r>
            <a:endParaRPr sz="1200">
              <a:solidFill>
                <a:srgbClr val="FFFFFF"/>
              </a:solidFill>
              <a:latin typeface="Red Hat Display"/>
              <a:ea typeface="Red Hat Display"/>
              <a:cs typeface="Red Hat Display"/>
              <a:sym typeface="Red Hat Display"/>
            </a:endParaRPr>
          </a:p>
        </p:txBody>
      </p:sp>
      <p:sp>
        <p:nvSpPr>
          <p:cNvPr id="999" name="Google Shape;999;p67"/>
          <p:cNvSpPr/>
          <p:nvPr/>
        </p:nvSpPr>
        <p:spPr>
          <a:xfrm>
            <a:off x="4279500" y="4922130"/>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Automate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Specify system build and configuration in</a:t>
            </a:r>
            <a:r>
              <a:rPr lang="en" sz="1200">
                <a:latin typeface="Red Hat Display"/>
                <a:ea typeface="Red Hat Display"/>
                <a:cs typeface="Red Hat Display"/>
                <a:sym typeface="Red Hat Display"/>
              </a:rPr>
              <a:t> </a:t>
            </a:r>
            <a:r>
              <a:rPr lang="en" sz="1200">
                <a:latin typeface="Red Hat Display"/>
                <a:ea typeface="Red Hat Display"/>
                <a:cs typeface="Red Hat Display"/>
                <a:sym typeface="Red Hat Display"/>
              </a:rPr>
              <a:t>human readable language and validate delivery in lab environments.</a:t>
            </a:r>
            <a:endParaRPr sz="1200">
              <a:solidFill>
                <a:srgbClr val="FFFFFF"/>
              </a:solidFill>
              <a:latin typeface="Red Hat Display"/>
              <a:ea typeface="Red Hat Display"/>
              <a:cs typeface="Red Hat Display"/>
              <a:sym typeface="Red Hat Display"/>
            </a:endParaRPr>
          </a:p>
        </p:txBody>
      </p:sp>
      <p:pic>
        <p:nvPicPr>
          <p:cNvPr id="1000" name="Google Shape;1000;p67"/>
          <p:cNvPicPr preferRelativeResize="0"/>
          <p:nvPr/>
        </p:nvPicPr>
        <p:blipFill>
          <a:blip r:embed="rId3">
            <a:alphaModFix/>
          </a:blip>
          <a:stretch>
            <a:fillRect/>
          </a:stretch>
        </p:blipFill>
        <p:spPr>
          <a:xfrm>
            <a:off x="695750" y="1885425"/>
            <a:ext cx="715325" cy="715325"/>
          </a:xfrm>
          <a:prstGeom prst="rect">
            <a:avLst/>
          </a:prstGeom>
          <a:noFill/>
          <a:ln>
            <a:noFill/>
          </a:ln>
        </p:spPr>
      </p:pic>
      <p:grpSp>
        <p:nvGrpSpPr>
          <p:cNvPr id="1001" name="Google Shape;1001;p67"/>
          <p:cNvGrpSpPr/>
          <p:nvPr/>
        </p:nvGrpSpPr>
        <p:grpSpPr>
          <a:xfrm>
            <a:off x="7972307" y="1880344"/>
            <a:ext cx="729105" cy="729105"/>
            <a:chOff x="1104900" y="4690337"/>
            <a:chExt cx="1215175" cy="1215175"/>
          </a:xfrm>
        </p:grpSpPr>
        <p:pic>
          <p:nvPicPr>
            <p:cNvPr id="1002" name="Google Shape;1002;p67"/>
            <p:cNvPicPr preferRelativeResize="0"/>
            <p:nvPr/>
          </p:nvPicPr>
          <p:blipFill>
            <a:blip r:embed="rId4">
              <a:alphaModFix/>
            </a:blip>
            <a:stretch>
              <a:fillRect/>
            </a:stretch>
          </p:blipFill>
          <p:spPr>
            <a:xfrm>
              <a:off x="1104900" y="4690337"/>
              <a:ext cx="1215175" cy="1215175"/>
            </a:xfrm>
            <a:prstGeom prst="rect">
              <a:avLst/>
            </a:prstGeom>
            <a:noFill/>
            <a:ln>
              <a:noFill/>
            </a:ln>
          </p:spPr>
        </p:pic>
        <p:pic>
          <p:nvPicPr>
            <p:cNvPr id="1003" name="Google Shape;1003;p67"/>
            <p:cNvPicPr preferRelativeResize="0"/>
            <p:nvPr/>
          </p:nvPicPr>
          <p:blipFill rotWithShape="1">
            <a:blip r:embed="rId5">
              <a:alphaModFix/>
            </a:blip>
            <a:srcRect b="9001" l="10213" r="8854" t="9392"/>
            <a:stretch/>
          </p:blipFill>
          <p:spPr>
            <a:xfrm>
              <a:off x="1290556" y="5382490"/>
              <a:ext cx="341850" cy="341825"/>
            </a:xfrm>
            <a:prstGeom prst="rect">
              <a:avLst/>
            </a:prstGeom>
            <a:noFill/>
            <a:ln cap="flat" cmpd="sng" w="19050">
              <a:solidFill>
                <a:schemeClr val="accent1"/>
              </a:solidFill>
              <a:prstDash val="solid"/>
              <a:round/>
              <a:headEnd len="sm" w="sm" type="none"/>
              <a:tailEnd len="sm" w="sm" type="none"/>
            </a:ln>
          </p:spPr>
        </p:pic>
      </p:grpSp>
      <p:pic>
        <p:nvPicPr>
          <p:cNvPr id="1004" name="Google Shape;1004;p67"/>
          <p:cNvPicPr preferRelativeResize="0"/>
          <p:nvPr/>
        </p:nvPicPr>
        <p:blipFill>
          <a:blip r:embed="rId6">
            <a:alphaModFix/>
          </a:blip>
          <a:stretch>
            <a:fillRect/>
          </a:stretch>
        </p:blipFill>
        <p:spPr>
          <a:xfrm>
            <a:off x="4202538" y="1840338"/>
            <a:ext cx="824100" cy="824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6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010" name="Google Shape;1010;p68"/>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does the Red Hat Infrastructure Standard Adoption Model fit into the </a:t>
            </a:r>
            <a:r>
              <a:rPr lang="en"/>
              <a:t>strategic</a:t>
            </a:r>
            <a:r>
              <a:rPr lang="en"/>
              <a:t> programs that Red Hat engages with their Major customers in?</a:t>
            </a:r>
            <a:endParaRPr/>
          </a:p>
        </p:txBody>
      </p:sp>
      <p:sp>
        <p:nvSpPr>
          <p:cNvPr id="1011" name="Google Shape;1011;p68"/>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Where does the RH-ISAM fit in the Strategy?</a:t>
            </a:r>
            <a:endParaRPr/>
          </a:p>
        </p:txBody>
      </p:sp>
      <p:sp>
        <p:nvSpPr>
          <p:cNvPr id="1012" name="Google Shape;1012;p6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69"/>
          <p:cNvSpPr/>
          <p:nvPr/>
        </p:nvSpPr>
        <p:spPr>
          <a:xfrm>
            <a:off x="632425" y="1870900"/>
            <a:ext cx="3120600" cy="37983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1018" name="Google Shape;1018;p69"/>
          <p:cNvCxnSpPr>
            <a:endCxn id="1019" idx="0"/>
          </p:cNvCxnSpPr>
          <p:nvPr/>
        </p:nvCxnSpPr>
        <p:spPr>
          <a:xfrm rot="10800000">
            <a:off x="7469878" y="4766794"/>
            <a:ext cx="1131000" cy="471900"/>
          </a:xfrm>
          <a:prstGeom prst="curvedConnector4">
            <a:avLst>
              <a:gd fmla="val 12513" name="adj1"/>
              <a:gd fmla="val 150461" name="adj2"/>
            </a:avLst>
          </a:prstGeom>
          <a:noFill/>
          <a:ln cap="flat" cmpd="sng" w="19050">
            <a:solidFill>
              <a:srgbClr val="EC0000"/>
            </a:solidFill>
            <a:prstDash val="dash"/>
            <a:round/>
            <a:headEnd len="med" w="med" type="none"/>
            <a:tailEnd len="med" w="med" type="triangle"/>
          </a:ln>
        </p:spPr>
      </p:cxnSp>
      <p:cxnSp>
        <p:nvCxnSpPr>
          <p:cNvPr id="1020" name="Google Shape;1020;p69"/>
          <p:cNvCxnSpPr>
            <a:endCxn id="1019" idx="0"/>
          </p:cNvCxnSpPr>
          <p:nvPr/>
        </p:nvCxnSpPr>
        <p:spPr>
          <a:xfrm rot="10800000">
            <a:off x="7469878" y="4766794"/>
            <a:ext cx="1817100" cy="500400"/>
          </a:xfrm>
          <a:prstGeom prst="curvedConnector4">
            <a:avLst>
              <a:gd fmla="val 26667" name="adj1"/>
              <a:gd fmla="val 147587" name="adj2"/>
            </a:avLst>
          </a:prstGeom>
          <a:noFill/>
          <a:ln cap="flat" cmpd="sng" w="19050">
            <a:solidFill>
              <a:srgbClr val="EC0000"/>
            </a:solidFill>
            <a:prstDash val="dash"/>
            <a:round/>
            <a:headEnd len="med" w="med" type="none"/>
            <a:tailEnd len="med" w="med" type="triangle"/>
          </a:ln>
        </p:spPr>
      </p:cxnSp>
      <p:sp>
        <p:nvSpPr>
          <p:cNvPr id="1021" name="Google Shape;1021;p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022" name="Google Shape;1022;p69"/>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Cloud Native Adoption Curve</a:t>
            </a:r>
            <a:endParaRPr/>
          </a:p>
          <a:p>
            <a:pPr indent="0" lvl="0" marL="0" rtl="0" algn="ctr">
              <a:spcBef>
                <a:spcPts val="0"/>
              </a:spcBef>
              <a:spcAft>
                <a:spcPts val="0"/>
              </a:spcAft>
              <a:buNone/>
            </a:pPr>
            <a:r>
              <a:rPr b="1" lang="en" sz="1500">
                <a:solidFill>
                  <a:schemeClr val="accent2"/>
                </a:solidFill>
              </a:rPr>
              <a:t>Entering at the wrong point in the continuum == failure</a:t>
            </a:r>
            <a:endParaRPr b="1" sz="1500">
              <a:solidFill>
                <a:schemeClr val="accent2"/>
              </a:solidFill>
            </a:endParaRPr>
          </a:p>
        </p:txBody>
      </p:sp>
      <p:sp>
        <p:nvSpPr>
          <p:cNvPr id="1023" name="Google Shape;1023;p6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024" name="Google Shape;1024;p69"/>
          <p:cNvSpPr txBox="1"/>
          <p:nvPr/>
        </p:nvSpPr>
        <p:spPr>
          <a:xfrm>
            <a:off x="678725" y="1489900"/>
            <a:ext cx="2565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1025" name="Google Shape;1025;p69"/>
          <p:cNvSpPr/>
          <p:nvPr/>
        </p:nvSpPr>
        <p:spPr>
          <a:xfrm>
            <a:off x="8682113" y="5589225"/>
            <a:ext cx="899400" cy="264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6" name="Google Shape;1026;p69"/>
          <p:cNvSpPr/>
          <p:nvPr/>
        </p:nvSpPr>
        <p:spPr>
          <a:xfrm>
            <a:off x="8201625" y="5500791"/>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7" name="Google Shape;1027;p69"/>
          <p:cNvSpPr/>
          <p:nvPr/>
        </p:nvSpPr>
        <p:spPr>
          <a:xfrm>
            <a:off x="6050906"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8" name="Google Shape;1028;p69"/>
          <p:cNvSpPr/>
          <p:nvPr/>
        </p:nvSpPr>
        <p:spPr>
          <a:xfrm>
            <a:off x="8201625"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9" name="Google Shape;1029;p69"/>
          <p:cNvSpPr/>
          <p:nvPr/>
        </p:nvSpPr>
        <p:spPr>
          <a:xfrm>
            <a:off x="5147081"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aphicFrame>
        <p:nvGraphicFramePr>
          <p:cNvPr id="1030" name="Google Shape;1030;p69"/>
          <p:cNvGraphicFramePr/>
          <p:nvPr/>
        </p:nvGraphicFramePr>
        <p:xfrm>
          <a:off x="763728" y="5186994"/>
          <a:ext cx="3000000" cy="3000000"/>
        </p:xfrm>
        <a:graphic>
          <a:graphicData uri="http://schemas.openxmlformats.org/drawingml/2006/table">
            <a:tbl>
              <a:tblPr>
                <a:noFill/>
                <a:tableStyleId>{2EE1D878-95FB-435A-9DCF-CAD5E2C511BF}</a:tableStyleId>
              </a:tblPr>
              <a:tblGrid>
                <a:gridCol w="1242325"/>
                <a:gridCol w="1337575"/>
                <a:gridCol w="1337575"/>
                <a:gridCol w="1337575"/>
                <a:gridCol w="1337575"/>
                <a:gridCol w="1337575"/>
                <a:gridCol w="1337575"/>
                <a:gridCol w="1309000"/>
              </a:tblGrid>
              <a:tr h="415500">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Entry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Infra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Development</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Platform Essentials</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Workload Intake Acceleration</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Platform Services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Advanced Capabilities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Regulatory Support</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1031" name="Google Shape;1031;p69"/>
          <p:cNvSpPr/>
          <p:nvPr/>
        </p:nvSpPr>
        <p:spPr>
          <a:xfrm>
            <a:off x="763725" y="2107075"/>
            <a:ext cx="10215427" cy="2995564"/>
          </a:xfrm>
          <a:custGeom>
            <a:rect b="b" l="l" r="r" t="t"/>
            <a:pathLst>
              <a:path extrusionOk="0" h="209480" w="560748">
                <a:moveTo>
                  <a:pt x="0" y="209480"/>
                </a:moveTo>
                <a:cubicBezTo>
                  <a:pt x="13100" y="174585"/>
                  <a:pt x="47555" y="3520"/>
                  <a:pt x="78597" y="107"/>
                </a:cubicBezTo>
                <a:cubicBezTo>
                  <a:pt x="109640" y="-3305"/>
                  <a:pt x="105897" y="188895"/>
                  <a:pt x="186255" y="189005"/>
                </a:cubicBezTo>
                <a:cubicBezTo>
                  <a:pt x="266614" y="189115"/>
                  <a:pt x="498333" y="32140"/>
                  <a:pt x="560748" y="767"/>
                </a:cubicBezTo>
              </a:path>
            </a:pathLst>
          </a:custGeom>
          <a:noFill/>
          <a:ln cap="flat" cmpd="sng" w="19050">
            <a:solidFill>
              <a:srgbClr val="002060"/>
            </a:solidFill>
            <a:prstDash val="dash"/>
            <a:round/>
            <a:headEnd len="med" w="med" type="none"/>
            <a:tailEnd len="med" w="med" type="triangle"/>
          </a:ln>
        </p:spPr>
      </p:sp>
      <p:sp>
        <p:nvSpPr>
          <p:cNvPr id="1032" name="Google Shape;1032;p69"/>
          <p:cNvSpPr txBox="1"/>
          <p:nvPr/>
        </p:nvSpPr>
        <p:spPr>
          <a:xfrm rot="-5400000">
            <a:off x="-956963" y="36638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Return on Investment</a:t>
            </a:r>
            <a:endParaRPr sz="1500">
              <a:latin typeface="Red Hat Text"/>
              <a:ea typeface="Red Hat Text"/>
              <a:cs typeface="Red Hat Text"/>
              <a:sym typeface="Red Hat Text"/>
            </a:endParaRPr>
          </a:p>
        </p:txBody>
      </p:sp>
      <p:pic>
        <p:nvPicPr>
          <p:cNvPr id="1019" name="Google Shape;1019;p69"/>
          <p:cNvPicPr preferRelativeResize="0"/>
          <p:nvPr/>
        </p:nvPicPr>
        <p:blipFill>
          <a:blip r:embed="rId3">
            <a:alphaModFix/>
          </a:blip>
          <a:stretch>
            <a:fillRect/>
          </a:stretch>
        </p:blipFill>
        <p:spPr>
          <a:xfrm>
            <a:off x="6621918" y="4766794"/>
            <a:ext cx="1695921" cy="497701"/>
          </a:xfrm>
          <a:prstGeom prst="rect">
            <a:avLst/>
          </a:prstGeom>
          <a:noFill/>
          <a:ln>
            <a:noFill/>
          </a:ln>
        </p:spPr>
      </p:pic>
      <p:sp>
        <p:nvSpPr>
          <p:cNvPr id="1033" name="Google Shape;1033;p69"/>
          <p:cNvSpPr txBox="1"/>
          <p:nvPr/>
        </p:nvSpPr>
        <p:spPr>
          <a:xfrm>
            <a:off x="708613" y="2829156"/>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Server Provisioning</a:t>
            </a:r>
            <a:endParaRPr sz="900">
              <a:solidFill>
                <a:srgbClr val="000000"/>
              </a:solidFill>
              <a:latin typeface="Red Hat Display"/>
              <a:ea typeface="Red Hat Display"/>
              <a:cs typeface="Red Hat Display"/>
              <a:sym typeface="Red Hat Display"/>
            </a:endParaRPr>
          </a:p>
        </p:txBody>
      </p:sp>
      <p:sp>
        <p:nvSpPr>
          <p:cNvPr id="1034" name="Google Shape;1034;p69"/>
          <p:cNvSpPr txBox="1"/>
          <p:nvPr/>
        </p:nvSpPr>
        <p:spPr>
          <a:xfrm>
            <a:off x="961819" y="414243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In-Place Upgrades</a:t>
            </a:r>
            <a:endParaRPr sz="900">
              <a:solidFill>
                <a:srgbClr val="000000"/>
              </a:solidFill>
              <a:latin typeface="Red Hat Display"/>
              <a:ea typeface="Red Hat Display"/>
              <a:cs typeface="Red Hat Display"/>
              <a:sym typeface="Red Hat Display"/>
            </a:endParaRPr>
          </a:p>
        </p:txBody>
      </p:sp>
      <p:sp>
        <p:nvSpPr>
          <p:cNvPr id="1035" name="Google Shape;1035;p69"/>
          <p:cNvSpPr txBox="1"/>
          <p:nvPr/>
        </p:nvSpPr>
        <p:spPr>
          <a:xfrm>
            <a:off x="2415419" y="2339547"/>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IaC </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Builds</a:t>
            </a:r>
            <a:endParaRPr sz="900">
              <a:solidFill>
                <a:srgbClr val="000000"/>
              </a:solidFill>
              <a:latin typeface="Red Hat Display"/>
              <a:ea typeface="Red Hat Display"/>
              <a:cs typeface="Red Hat Display"/>
              <a:sym typeface="Red Hat Display"/>
            </a:endParaRPr>
          </a:p>
        </p:txBody>
      </p:sp>
      <p:sp>
        <p:nvSpPr>
          <p:cNvPr id="1036" name="Google Shape;1036;p69"/>
          <p:cNvSpPr txBox="1"/>
          <p:nvPr/>
        </p:nvSpPr>
        <p:spPr>
          <a:xfrm>
            <a:off x="1069031" y="195467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Network</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Automation</a:t>
            </a:r>
            <a:endParaRPr sz="900">
              <a:solidFill>
                <a:srgbClr val="000000"/>
              </a:solidFill>
              <a:latin typeface="Red Hat Display"/>
              <a:ea typeface="Red Hat Display"/>
              <a:cs typeface="Red Hat Display"/>
              <a:sym typeface="Red Hat Display"/>
            </a:endParaRPr>
          </a:p>
        </p:txBody>
      </p:sp>
      <p:sp>
        <p:nvSpPr>
          <p:cNvPr id="1037" name="Google Shape;1037;p69"/>
          <p:cNvSpPr txBox="1"/>
          <p:nvPr/>
        </p:nvSpPr>
        <p:spPr>
          <a:xfrm>
            <a:off x="2111819" y="3332825"/>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GitOps</a:t>
            </a:r>
            <a:endParaRPr sz="900">
              <a:solidFill>
                <a:srgbClr val="000000"/>
              </a:solidFill>
              <a:latin typeface="Red Hat Display"/>
              <a:ea typeface="Red Hat Display"/>
              <a:cs typeface="Red Hat Display"/>
              <a:sym typeface="Red Hat Display"/>
            </a:endParaRPr>
          </a:p>
        </p:txBody>
      </p:sp>
      <p:sp>
        <p:nvSpPr>
          <p:cNvPr id="1038" name="Google Shape;1038;p69"/>
          <p:cNvSpPr txBox="1"/>
          <p:nvPr/>
        </p:nvSpPr>
        <p:spPr>
          <a:xfrm>
            <a:off x="2539322" y="4249075"/>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Developer</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Workstations</a:t>
            </a:r>
            <a:endParaRPr sz="900">
              <a:solidFill>
                <a:srgbClr val="000000"/>
              </a:solidFill>
              <a:latin typeface="Red Hat Display"/>
              <a:ea typeface="Red Hat Display"/>
              <a:cs typeface="Red Hat Display"/>
              <a:sym typeface="Red Hat Display"/>
            </a:endParaRPr>
          </a:p>
        </p:txBody>
      </p:sp>
      <p:sp>
        <p:nvSpPr>
          <p:cNvPr id="1039" name="Google Shape;1039;p69"/>
          <p:cNvSpPr txBox="1"/>
          <p:nvPr/>
        </p:nvSpPr>
        <p:spPr>
          <a:xfrm>
            <a:off x="3859941" y="4186613"/>
            <a:ext cx="815400" cy="5541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Container Dev Environment</a:t>
            </a:r>
            <a:endParaRPr sz="900">
              <a:solidFill>
                <a:srgbClr val="000000"/>
              </a:solidFill>
              <a:latin typeface="Red Hat Display"/>
              <a:ea typeface="Red Hat Display"/>
              <a:cs typeface="Red Hat Display"/>
              <a:sym typeface="Red Hat Display"/>
            </a:endParaRPr>
          </a:p>
        </p:txBody>
      </p:sp>
      <p:sp>
        <p:nvSpPr>
          <p:cNvPr id="1040" name="Google Shape;1040;p69"/>
          <p:cNvSpPr txBox="1"/>
          <p:nvPr/>
        </p:nvSpPr>
        <p:spPr>
          <a:xfrm>
            <a:off x="4867463" y="4132950"/>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OpenShift</a:t>
            </a:r>
            <a:endParaRPr sz="900">
              <a:solidFill>
                <a:srgbClr val="000000"/>
              </a:solidFill>
              <a:latin typeface="Red Hat Display"/>
              <a:ea typeface="Red Hat Display"/>
              <a:cs typeface="Red Hat Display"/>
              <a:sym typeface="Red Hat Display"/>
            </a:endParaRPr>
          </a:p>
        </p:txBody>
      </p:sp>
      <p:sp>
        <p:nvSpPr>
          <p:cNvPr id="1041" name="Google Shape;1041;p69"/>
          <p:cNvSpPr txBox="1"/>
          <p:nvPr/>
        </p:nvSpPr>
        <p:spPr>
          <a:xfrm>
            <a:off x="6171497" y="3478181"/>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CI/CD Scaffolding</a:t>
            </a:r>
            <a:endParaRPr sz="900">
              <a:solidFill>
                <a:srgbClr val="000000"/>
              </a:solidFill>
              <a:latin typeface="Red Hat Display"/>
              <a:ea typeface="Red Hat Display"/>
              <a:cs typeface="Red Hat Display"/>
              <a:sym typeface="Red Hat Display"/>
            </a:endParaRPr>
          </a:p>
        </p:txBody>
      </p:sp>
      <p:sp>
        <p:nvSpPr>
          <p:cNvPr id="1042" name="Google Shape;1042;p69"/>
          <p:cNvSpPr txBox="1"/>
          <p:nvPr/>
        </p:nvSpPr>
        <p:spPr>
          <a:xfrm>
            <a:off x="9525472" y="1909725"/>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Secured Supply Chain</a:t>
            </a:r>
            <a:endParaRPr sz="900">
              <a:solidFill>
                <a:srgbClr val="000000"/>
              </a:solidFill>
              <a:latin typeface="Red Hat Display"/>
              <a:ea typeface="Red Hat Display"/>
              <a:cs typeface="Red Hat Display"/>
              <a:sym typeface="Red Hat Display"/>
            </a:endParaRPr>
          </a:p>
        </p:txBody>
      </p:sp>
      <p:sp>
        <p:nvSpPr>
          <p:cNvPr id="1043" name="Google Shape;1043;p69"/>
          <p:cNvSpPr txBox="1"/>
          <p:nvPr/>
        </p:nvSpPr>
        <p:spPr>
          <a:xfrm>
            <a:off x="7344609" y="3044294"/>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Zero Trust</a:t>
            </a:r>
            <a:endParaRPr sz="900">
              <a:solidFill>
                <a:srgbClr val="000000"/>
              </a:solidFill>
              <a:latin typeface="Red Hat Display"/>
              <a:ea typeface="Red Hat Display"/>
              <a:cs typeface="Red Hat Display"/>
              <a:sym typeface="Red Hat Display"/>
            </a:endParaRPr>
          </a:p>
        </p:txBody>
      </p:sp>
      <p:sp>
        <p:nvSpPr>
          <p:cNvPr id="1044" name="Google Shape;1044;p69"/>
          <p:cNvSpPr txBox="1"/>
          <p:nvPr/>
        </p:nvSpPr>
        <p:spPr>
          <a:xfrm>
            <a:off x="8577919" y="2538656"/>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Multi-Cloud</a:t>
            </a:r>
            <a:endParaRPr sz="900">
              <a:solidFill>
                <a:srgbClr val="000000"/>
              </a:solidFill>
              <a:latin typeface="Red Hat Display"/>
              <a:ea typeface="Red Hat Display"/>
              <a:cs typeface="Red Hat Display"/>
              <a:sym typeface="Red Hat Display"/>
            </a:endParaRPr>
          </a:p>
        </p:txBody>
      </p:sp>
      <p:cxnSp>
        <p:nvCxnSpPr>
          <p:cNvPr id="1045" name="Google Shape;1045;p69"/>
          <p:cNvCxnSpPr>
            <a:endCxn id="1019" idx="0"/>
          </p:cNvCxnSpPr>
          <p:nvPr/>
        </p:nvCxnSpPr>
        <p:spPr>
          <a:xfrm flipH="1" rot="10800000">
            <a:off x="6391378" y="4766794"/>
            <a:ext cx="1078500" cy="576600"/>
          </a:xfrm>
          <a:prstGeom prst="curvedConnector4">
            <a:avLst>
              <a:gd fmla="val 10688" name="adj1"/>
              <a:gd fmla="val 141298" name="adj2"/>
            </a:avLst>
          </a:prstGeom>
          <a:noFill/>
          <a:ln cap="flat" cmpd="sng" w="19050">
            <a:solidFill>
              <a:srgbClr val="EC0000"/>
            </a:solidFill>
            <a:prstDash val="dash"/>
            <a:round/>
            <a:headEnd len="med" w="med" type="none"/>
            <a:tailEnd len="med" w="med" type="triangle"/>
          </a:ln>
        </p:spPr>
      </p:cxnSp>
      <p:sp>
        <p:nvSpPr>
          <p:cNvPr id="1046" name="Google Shape;1046;p69"/>
          <p:cNvSpPr txBox="1"/>
          <p:nvPr/>
        </p:nvSpPr>
        <p:spPr>
          <a:xfrm>
            <a:off x="6604059" y="40689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Enterprise Pipelines</a:t>
            </a:r>
            <a:endParaRPr b="1" i="1" sz="800">
              <a:solidFill>
                <a:srgbClr val="EC0000"/>
              </a:solidFill>
              <a:latin typeface="Red Hat Display"/>
              <a:ea typeface="Red Hat Display"/>
              <a:cs typeface="Red Hat Display"/>
              <a:sym typeface="Red Hat Display"/>
            </a:endParaRPr>
          </a:p>
        </p:txBody>
      </p:sp>
      <p:sp>
        <p:nvSpPr>
          <p:cNvPr id="1047" name="Google Shape;1047;p69"/>
          <p:cNvSpPr txBox="1"/>
          <p:nvPr/>
        </p:nvSpPr>
        <p:spPr>
          <a:xfrm>
            <a:off x="7587328" y="40311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Migration Factories</a:t>
            </a:r>
            <a:endParaRPr b="1" i="1" sz="800">
              <a:solidFill>
                <a:srgbClr val="EC0000"/>
              </a:solidFill>
              <a:latin typeface="Red Hat Display"/>
              <a:ea typeface="Red Hat Display"/>
              <a:cs typeface="Red Hat Display"/>
              <a:sym typeface="Red Hat Display"/>
            </a:endParaRPr>
          </a:p>
        </p:txBody>
      </p:sp>
      <p:sp>
        <p:nvSpPr>
          <p:cNvPr id="1048" name="Google Shape;1048;p69"/>
          <p:cNvSpPr txBox="1"/>
          <p:nvPr/>
        </p:nvSpPr>
        <p:spPr>
          <a:xfrm>
            <a:off x="8611078" y="41454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OpenShift + ACM + ACS</a:t>
            </a:r>
            <a:endParaRPr b="1" i="1" sz="800">
              <a:solidFill>
                <a:srgbClr val="EC0000"/>
              </a:solidFill>
              <a:latin typeface="Red Hat Display"/>
              <a:ea typeface="Red Hat Display"/>
              <a:cs typeface="Red Hat Display"/>
              <a:sym typeface="Red Hat Display"/>
            </a:endParaRPr>
          </a:p>
        </p:txBody>
      </p:sp>
      <p:sp>
        <p:nvSpPr>
          <p:cNvPr id="1049" name="Google Shape;1049;p69"/>
          <p:cNvSpPr txBox="1"/>
          <p:nvPr/>
        </p:nvSpPr>
        <p:spPr>
          <a:xfrm>
            <a:off x="4453237" y="60260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Time</a:t>
            </a:r>
            <a:endParaRPr sz="1500">
              <a:latin typeface="Red Hat Text"/>
              <a:ea typeface="Red Hat Text"/>
              <a:cs typeface="Red Hat Text"/>
              <a:sym typeface="Red Hat Text"/>
            </a:endParaRPr>
          </a:p>
        </p:txBody>
      </p:sp>
      <p:cxnSp>
        <p:nvCxnSpPr>
          <p:cNvPr id="1050" name="Google Shape;1050;p69"/>
          <p:cNvCxnSpPr/>
          <p:nvPr/>
        </p:nvCxnSpPr>
        <p:spPr>
          <a:xfrm>
            <a:off x="6019800" y="2085975"/>
            <a:ext cx="0" cy="3524100"/>
          </a:xfrm>
          <a:prstGeom prst="straightConnector1">
            <a:avLst/>
          </a:prstGeom>
          <a:noFill/>
          <a:ln cap="flat" cmpd="sng" w="28575">
            <a:solidFill>
              <a:schemeClr val="accent1"/>
            </a:solidFill>
            <a:prstDash val="dot"/>
            <a:round/>
            <a:headEnd len="med" w="med" type="none"/>
            <a:tailEnd len="med" w="med" type="none"/>
          </a:ln>
        </p:spPr>
      </p:cxnSp>
      <p:cxnSp>
        <p:nvCxnSpPr>
          <p:cNvPr id="1051" name="Google Shape;1051;p69"/>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cxnSp>
        <p:nvCxnSpPr>
          <p:cNvPr id="1052" name="Google Shape;1052;p69"/>
          <p:cNvCxnSpPr/>
          <p:nvPr/>
        </p:nvCxnSpPr>
        <p:spPr>
          <a:xfrm>
            <a:off x="1005191" y="57363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1053" name="Google Shape;1053;p6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Adapted From: Flight Path End to End by Adam Seeley and Bob Mader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7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latin typeface="Red Hat Display SemiBold"/>
                <a:ea typeface="Red Hat Display SemiBold"/>
                <a:cs typeface="Red Hat Display SemiBold"/>
                <a:sym typeface="Red Hat Display SemiBold"/>
              </a:rPr>
              <a:t>Red Hat Infrastructure Standard Adoption Model</a:t>
            </a:r>
            <a:endParaRPr/>
          </a:p>
        </p:txBody>
      </p:sp>
      <p:sp>
        <p:nvSpPr>
          <p:cNvPr id="1059" name="Google Shape;1059;p7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060" name="Google Shape;1060;p70"/>
          <p:cNvSpPr/>
          <p:nvPr/>
        </p:nvSpPr>
        <p:spPr>
          <a:xfrm>
            <a:off x="2142792" y="6059603"/>
            <a:ext cx="1252500" cy="300900"/>
          </a:xfrm>
          <a:prstGeom prst="roundRect">
            <a:avLst>
              <a:gd fmla="val 16667" name="adj"/>
            </a:avLst>
          </a:prstGeom>
          <a:solidFill>
            <a:srgbClr val="CCCCC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t>Under Performing</a:t>
            </a:r>
            <a:endParaRPr sz="900"/>
          </a:p>
        </p:txBody>
      </p:sp>
      <p:sp>
        <p:nvSpPr>
          <p:cNvPr id="1061" name="Google Shape;1061;p70"/>
          <p:cNvSpPr/>
          <p:nvPr/>
        </p:nvSpPr>
        <p:spPr>
          <a:xfrm>
            <a:off x="3451792" y="6059589"/>
            <a:ext cx="1252500" cy="300900"/>
          </a:xfrm>
          <a:prstGeom prst="roundRect">
            <a:avLst>
              <a:gd fmla="val 16667" name="adj"/>
            </a:avLst>
          </a:prstGeom>
          <a:solidFill>
            <a:srgbClr val="D9EAD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Rudimentary</a:t>
            </a:r>
            <a:endParaRPr sz="900">
              <a:solidFill>
                <a:schemeClr val="dk1"/>
              </a:solidFill>
            </a:endParaRPr>
          </a:p>
        </p:txBody>
      </p:sp>
      <p:cxnSp>
        <p:nvCxnSpPr>
          <p:cNvPr id="1062" name="Google Shape;1062;p70"/>
          <p:cNvCxnSpPr/>
          <p:nvPr/>
        </p:nvCxnSpPr>
        <p:spPr>
          <a:xfrm>
            <a:off x="74882" y="5902116"/>
            <a:ext cx="12059100" cy="6900"/>
          </a:xfrm>
          <a:prstGeom prst="straightConnector1">
            <a:avLst/>
          </a:prstGeom>
          <a:noFill/>
          <a:ln cap="flat" cmpd="sng" w="9525">
            <a:solidFill>
              <a:schemeClr val="dk2"/>
            </a:solidFill>
            <a:prstDash val="solid"/>
            <a:round/>
            <a:headEnd len="med" w="med" type="none"/>
            <a:tailEnd len="med" w="med" type="none"/>
          </a:ln>
        </p:spPr>
      </p:cxnSp>
      <p:sp>
        <p:nvSpPr>
          <p:cNvPr id="1063" name="Google Shape;1063;p70"/>
          <p:cNvSpPr/>
          <p:nvPr/>
        </p:nvSpPr>
        <p:spPr>
          <a:xfrm>
            <a:off x="2132887" y="404865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Provisioning Mgmt</a:t>
            </a:r>
            <a:endParaRPr sz="900">
              <a:solidFill>
                <a:schemeClr val="dk1"/>
              </a:solidFill>
            </a:endParaRPr>
          </a:p>
        </p:txBody>
      </p:sp>
      <p:sp>
        <p:nvSpPr>
          <p:cNvPr id="1064" name="Google Shape;1064;p70"/>
          <p:cNvSpPr/>
          <p:nvPr/>
        </p:nvSpPr>
        <p:spPr>
          <a:xfrm>
            <a:off x="2132887" y="369999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Runbook Automation</a:t>
            </a:r>
            <a:endParaRPr sz="900">
              <a:solidFill>
                <a:schemeClr val="dk1"/>
              </a:solidFill>
            </a:endParaRPr>
          </a:p>
        </p:txBody>
      </p:sp>
      <p:sp>
        <p:nvSpPr>
          <p:cNvPr id="1065" name="Google Shape;1065;p70"/>
          <p:cNvSpPr/>
          <p:nvPr/>
        </p:nvSpPr>
        <p:spPr>
          <a:xfrm>
            <a:off x="809901" y="369363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Network Provisioning</a:t>
            </a:r>
            <a:endParaRPr sz="900">
              <a:solidFill>
                <a:schemeClr val="dk1"/>
              </a:solidFill>
            </a:endParaRPr>
          </a:p>
        </p:txBody>
      </p:sp>
      <p:sp>
        <p:nvSpPr>
          <p:cNvPr id="1066" name="Google Shape;1066;p70"/>
          <p:cNvSpPr/>
          <p:nvPr/>
        </p:nvSpPr>
        <p:spPr>
          <a:xfrm>
            <a:off x="809901" y="335134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Security Services Provisioning</a:t>
            </a:r>
            <a:endParaRPr sz="900">
              <a:solidFill>
                <a:schemeClr val="dk1"/>
              </a:solidFill>
            </a:endParaRPr>
          </a:p>
        </p:txBody>
      </p:sp>
      <p:sp>
        <p:nvSpPr>
          <p:cNvPr id="1067" name="Google Shape;1067;p70"/>
          <p:cNvSpPr/>
          <p:nvPr/>
        </p:nvSpPr>
        <p:spPr>
          <a:xfrm>
            <a:off x="809901" y="403590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Storage Provisioning</a:t>
            </a:r>
            <a:endParaRPr sz="900">
              <a:solidFill>
                <a:schemeClr val="dk1"/>
              </a:solidFill>
            </a:endParaRPr>
          </a:p>
        </p:txBody>
      </p:sp>
      <p:sp>
        <p:nvSpPr>
          <p:cNvPr id="1068" name="Google Shape;1068;p70"/>
          <p:cNvSpPr/>
          <p:nvPr/>
        </p:nvSpPr>
        <p:spPr>
          <a:xfrm>
            <a:off x="809901"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Foundational</a:t>
            </a:r>
            <a:r>
              <a:rPr lang="en" sz="900"/>
              <a:t> </a:t>
            </a:r>
            <a:r>
              <a:rPr lang="en" sz="900">
                <a:solidFill>
                  <a:schemeClr val="lt1"/>
                </a:solidFill>
              </a:rPr>
              <a:t>Automation</a:t>
            </a:r>
            <a:endParaRPr sz="900"/>
          </a:p>
        </p:txBody>
      </p:sp>
      <p:sp>
        <p:nvSpPr>
          <p:cNvPr id="1069" name="Google Shape;1069;p70"/>
          <p:cNvSpPr/>
          <p:nvPr/>
        </p:nvSpPr>
        <p:spPr>
          <a:xfrm>
            <a:off x="809901" y="472048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Config Mgmt</a:t>
            </a:r>
            <a:endParaRPr sz="900">
              <a:solidFill>
                <a:schemeClr val="dk1"/>
              </a:solidFill>
            </a:endParaRPr>
          </a:p>
        </p:txBody>
      </p:sp>
      <p:sp>
        <p:nvSpPr>
          <p:cNvPr id="1070" name="Google Shape;1070;p70"/>
          <p:cNvSpPr/>
          <p:nvPr/>
        </p:nvSpPr>
        <p:spPr>
          <a:xfrm>
            <a:off x="213055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Infrastructure Automation</a:t>
            </a:r>
            <a:endParaRPr sz="900"/>
          </a:p>
        </p:txBody>
      </p:sp>
      <p:sp>
        <p:nvSpPr>
          <p:cNvPr id="1071" name="Google Shape;1071;p70"/>
          <p:cNvSpPr/>
          <p:nvPr/>
        </p:nvSpPr>
        <p:spPr>
          <a:xfrm>
            <a:off x="345120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Container Development</a:t>
            </a:r>
            <a:endParaRPr sz="900"/>
          </a:p>
        </p:txBody>
      </p:sp>
      <p:sp>
        <p:nvSpPr>
          <p:cNvPr id="1072" name="Google Shape;1072;p70"/>
          <p:cNvSpPr/>
          <p:nvPr/>
        </p:nvSpPr>
        <p:spPr>
          <a:xfrm>
            <a:off x="4771853" y="5080064"/>
            <a:ext cx="1252500" cy="300900"/>
          </a:xfrm>
          <a:prstGeom prst="roundRect">
            <a:avLst>
              <a:gd fmla="val 16667" name="adj"/>
            </a:avLst>
          </a:prstGeom>
          <a:solidFill>
            <a:srgbClr val="434343"/>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None/>
            </a:pPr>
            <a:r>
              <a:rPr lang="en" sz="900">
                <a:solidFill>
                  <a:schemeClr val="lt1"/>
                </a:solidFill>
              </a:rPr>
              <a:t>Container Platform Essentials</a:t>
            </a:r>
            <a:endParaRPr sz="900"/>
          </a:p>
        </p:txBody>
      </p:sp>
      <p:sp>
        <p:nvSpPr>
          <p:cNvPr id="1073" name="Google Shape;1073;p70"/>
          <p:cNvSpPr/>
          <p:nvPr/>
        </p:nvSpPr>
        <p:spPr>
          <a:xfrm>
            <a:off x="6135478"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Workload Intake Acceleration</a:t>
            </a:r>
            <a:endParaRPr sz="900"/>
          </a:p>
        </p:txBody>
      </p:sp>
      <p:sp>
        <p:nvSpPr>
          <p:cNvPr id="1074" name="Google Shape;1074;p70"/>
          <p:cNvSpPr/>
          <p:nvPr/>
        </p:nvSpPr>
        <p:spPr>
          <a:xfrm>
            <a:off x="744196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Platform Services</a:t>
            </a:r>
            <a:endParaRPr sz="900"/>
          </a:p>
        </p:txBody>
      </p:sp>
      <p:sp>
        <p:nvSpPr>
          <p:cNvPr id="1075" name="Google Shape;1075;p70"/>
          <p:cNvSpPr/>
          <p:nvPr/>
        </p:nvSpPr>
        <p:spPr>
          <a:xfrm>
            <a:off x="10064659" y="5080097"/>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Regulatory Support </a:t>
            </a:r>
            <a:endParaRPr sz="900"/>
          </a:p>
        </p:txBody>
      </p:sp>
      <p:sp>
        <p:nvSpPr>
          <p:cNvPr id="1076" name="Google Shape;1076;p70"/>
          <p:cNvSpPr/>
          <p:nvPr/>
        </p:nvSpPr>
        <p:spPr>
          <a:xfrm>
            <a:off x="8748736"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Advanced Capabilities</a:t>
            </a:r>
            <a:endParaRPr sz="900"/>
          </a:p>
        </p:txBody>
      </p:sp>
      <p:sp>
        <p:nvSpPr>
          <p:cNvPr id="1077" name="Google Shape;1077;p70"/>
          <p:cNvSpPr/>
          <p:nvPr/>
        </p:nvSpPr>
        <p:spPr>
          <a:xfrm>
            <a:off x="2132887" y="335134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Workflow</a:t>
            </a:r>
            <a:endParaRPr sz="900">
              <a:solidFill>
                <a:schemeClr val="dk1"/>
              </a:solidFill>
            </a:endParaRPr>
          </a:p>
        </p:txBody>
      </p:sp>
      <p:sp>
        <p:nvSpPr>
          <p:cNvPr id="1078" name="Google Shape;1078;p70"/>
          <p:cNvSpPr/>
          <p:nvPr/>
        </p:nvSpPr>
        <p:spPr>
          <a:xfrm>
            <a:off x="2132887" y="4738722"/>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Automation Workflow</a:t>
            </a:r>
            <a:endParaRPr sz="900">
              <a:solidFill>
                <a:schemeClr val="dk1"/>
              </a:solidFill>
            </a:endParaRPr>
          </a:p>
        </p:txBody>
      </p:sp>
      <p:sp>
        <p:nvSpPr>
          <p:cNvPr id="1079" name="Google Shape;1079;p70"/>
          <p:cNvSpPr/>
          <p:nvPr/>
        </p:nvSpPr>
        <p:spPr>
          <a:xfrm>
            <a:off x="2132887" y="439735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Version Control</a:t>
            </a:r>
            <a:endParaRPr sz="900">
              <a:solidFill>
                <a:schemeClr val="dk1"/>
              </a:solidFill>
            </a:endParaRPr>
          </a:p>
        </p:txBody>
      </p:sp>
      <p:sp>
        <p:nvSpPr>
          <p:cNvPr id="1080" name="Google Shape;1080;p70"/>
          <p:cNvSpPr/>
          <p:nvPr/>
        </p:nvSpPr>
        <p:spPr>
          <a:xfrm>
            <a:off x="3452366" y="404865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Prod-like Sandbox</a:t>
            </a:r>
            <a:endParaRPr sz="900">
              <a:solidFill>
                <a:schemeClr val="dk1"/>
              </a:solidFill>
            </a:endParaRPr>
          </a:p>
        </p:txBody>
      </p:sp>
      <p:sp>
        <p:nvSpPr>
          <p:cNvPr id="1081" name="Google Shape;1081;p70"/>
          <p:cNvSpPr/>
          <p:nvPr/>
        </p:nvSpPr>
        <p:spPr>
          <a:xfrm>
            <a:off x="3452366" y="474746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Dev Workstations</a:t>
            </a:r>
            <a:endParaRPr sz="900">
              <a:solidFill>
                <a:schemeClr val="dk1"/>
              </a:solidFill>
            </a:endParaRPr>
          </a:p>
        </p:txBody>
      </p:sp>
      <p:sp>
        <p:nvSpPr>
          <p:cNvPr id="1082" name="Google Shape;1082;p70"/>
          <p:cNvSpPr/>
          <p:nvPr/>
        </p:nvSpPr>
        <p:spPr>
          <a:xfrm>
            <a:off x="3452366" y="439735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Single Containers</a:t>
            </a:r>
            <a:endParaRPr sz="900">
              <a:solidFill>
                <a:schemeClr val="dk1"/>
              </a:solidFill>
            </a:endParaRPr>
          </a:p>
        </p:txBody>
      </p:sp>
      <p:sp>
        <p:nvSpPr>
          <p:cNvPr id="1083" name="Google Shape;1083;p70"/>
          <p:cNvSpPr/>
          <p:nvPr/>
        </p:nvSpPr>
        <p:spPr>
          <a:xfrm>
            <a:off x="4771853" y="472913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Workload Analysis</a:t>
            </a:r>
            <a:endParaRPr sz="900">
              <a:solidFill>
                <a:schemeClr val="dk1"/>
              </a:solidFill>
            </a:endParaRPr>
          </a:p>
        </p:txBody>
      </p:sp>
      <p:sp>
        <p:nvSpPr>
          <p:cNvPr id="1084" name="Google Shape;1084;p70"/>
          <p:cNvSpPr/>
          <p:nvPr/>
        </p:nvSpPr>
        <p:spPr>
          <a:xfrm>
            <a:off x="4771853" y="4378201"/>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Storage/Network integration</a:t>
            </a:r>
            <a:endParaRPr sz="900">
              <a:solidFill>
                <a:schemeClr val="dk1"/>
              </a:solidFill>
            </a:endParaRPr>
          </a:p>
        </p:txBody>
      </p:sp>
      <p:sp>
        <p:nvSpPr>
          <p:cNvPr id="1085" name="Google Shape;1085;p70"/>
          <p:cNvSpPr/>
          <p:nvPr/>
        </p:nvSpPr>
        <p:spPr>
          <a:xfrm>
            <a:off x="4771853" y="402727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Secrets Management</a:t>
            </a:r>
            <a:endParaRPr sz="900">
              <a:solidFill>
                <a:schemeClr val="dk1"/>
              </a:solidFill>
            </a:endParaRPr>
          </a:p>
        </p:txBody>
      </p:sp>
      <p:sp>
        <p:nvSpPr>
          <p:cNvPr id="1086" name="Google Shape;1086;p70"/>
          <p:cNvSpPr/>
          <p:nvPr/>
        </p:nvSpPr>
        <p:spPr>
          <a:xfrm>
            <a:off x="4771853" y="367630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Security</a:t>
            </a:r>
            <a:endParaRPr sz="900">
              <a:solidFill>
                <a:schemeClr val="dk1"/>
              </a:solidFill>
            </a:endParaRPr>
          </a:p>
        </p:txBody>
      </p:sp>
      <p:sp>
        <p:nvSpPr>
          <p:cNvPr id="1087" name="Google Shape;1087;p70"/>
          <p:cNvSpPr/>
          <p:nvPr/>
        </p:nvSpPr>
        <p:spPr>
          <a:xfrm>
            <a:off x="4771853" y="332534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Declarative Infrastructure</a:t>
            </a:r>
            <a:endParaRPr sz="900">
              <a:solidFill>
                <a:schemeClr val="dk1"/>
              </a:solidFill>
            </a:endParaRPr>
          </a:p>
        </p:txBody>
      </p:sp>
      <p:sp>
        <p:nvSpPr>
          <p:cNvPr id="1088" name="Google Shape;1088;p70"/>
          <p:cNvSpPr/>
          <p:nvPr/>
        </p:nvSpPr>
        <p:spPr>
          <a:xfrm>
            <a:off x="4771853" y="297438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Observability Pub/Sub</a:t>
            </a:r>
            <a:endParaRPr sz="900">
              <a:solidFill>
                <a:schemeClr val="dk1"/>
              </a:solidFill>
            </a:endParaRPr>
          </a:p>
        </p:txBody>
      </p:sp>
      <p:sp>
        <p:nvSpPr>
          <p:cNvPr id="1089" name="Google Shape;1089;p70"/>
          <p:cNvSpPr/>
          <p:nvPr/>
        </p:nvSpPr>
        <p:spPr>
          <a:xfrm>
            <a:off x="4771853" y="262342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CI Framework</a:t>
            </a:r>
            <a:endParaRPr sz="900">
              <a:solidFill>
                <a:schemeClr val="dk1"/>
              </a:solidFill>
            </a:endParaRPr>
          </a:p>
        </p:txBody>
      </p:sp>
      <p:sp>
        <p:nvSpPr>
          <p:cNvPr id="1090" name="Google Shape;1090;p70"/>
          <p:cNvSpPr/>
          <p:nvPr/>
        </p:nvSpPr>
        <p:spPr>
          <a:xfrm>
            <a:off x="6135478" y="335134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Operator Certification</a:t>
            </a:r>
            <a:endParaRPr sz="900">
              <a:solidFill>
                <a:schemeClr val="dk1"/>
              </a:solidFill>
            </a:endParaRPr>
          </a:p>
        </p:txBody>
      </p:sp>
      <p:sp>
        <p:nvSpPr>
          <p:cNvPr id="1091" name="Google Shape;1091;p70"/>
          <p:cNvSpPr/>
          <p:nvPr/>
        </p:nvSpPr>
        <p:spPr>
          <a:xfrm>
            <a:off x="6135478" y="403593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Build Pipelines</a:t>
            </a:r>
            <a:endParaRPr sz="900">
              <a:solidFill>
                <a:schemeClr val="dk1"/>
              </a:solidFill>
            </a:endParaRPr>
          </a:p>
        </p:txBody>
      </p:sp>
      <p:sp>
        <p:nvSpPr>
          <p:cNvPr id="1092" name="Google Shape;1092;p70"/>
          <p:cNvSpPr/>
          <p:nvPr/>
        </p:nvSpPr>
        <p:spPr>
          <a:xfrm>
            <a:off x="6135478" y="438468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Deployment Integration</a:t>
            </a:r>
            <a:endParaRPr sz="900">
              <a:solidFill>
                <a:schemeClr val="dk1"/>
              </a:solidFill>
            </a:endParaRPr>
          </a:p>
        </p:txBody>
      </p:sp>
      <p:sp>
        <p:nvSpPr>
          <p:cNvPr id="1093" name="Google Shape;1093;p70"/>
          <p:cNvSpPr/>
          <p:nvPr/>
        </p:nvSpPr>
        <p:spPr>
          <a:xfrm>
            <a:off x="6135478" y="473344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Image Ingestion</a:t>
            </a:r>
            <a:endParaRPr sz="900">
              <a:solidFill>
                <a:schemeClr val="dk1"/>
              </a:solidFill>
            </a:endParaRPr>
          </a:p>
        </p:txBody>
      </p:sp>
      <p:sp>
        <p:nvSpPr>
          <p:cNvPr id="1094" name="Google Shape;1094;p70"/>
          <p:cNvSpPr/>
          <p:nvPr/>
        </p:nvSpPr>
        <p:spPr>
          <a:xfrm>
            <a:off x="7441962" y="334474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Chargebacks</a:t>
            </a:r>
            <a:endParaRPr sz="900">
              <a:solidFill>
                <a:schemeClr val="dk1"/>
              </a:solidFill>
            </a:endParaRPr>
          </a:p>
        </p:txBody>
      </p:sp>
      <p:sp>
        <p:nvSpPr>
          <p:cNvPr id="1095" name="Google Shape;1095;p70"/>
          <p:cNvSpPr/>
          <p:nvPr/>
        </p:nvSpPr>
        <p:spPr>
          <a:xfrm>
            <a:off x="7441962" y="3686001"/>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Resiliency Validation</a:t>
            </a:r>
            <a:endParaRPr sz="900">
              <a:solidFill>
                <a:schemeClr val="dk1"/>
              </a:solidFill>
            </a:endParaRPr>
          </a:p>
        </p:txBody>
      </p:sp>
      <p:sp>
        <p:nvSpPr>
          <p:cNvPr id="1096" name="Google Shape;1096;p70"/>
          <p:cNvSpPr/>
          <p:nvPr/>
        </p:nvSpPr>
        <p:spPr>
          <a:xfrm>
            <a:off x="7441962" y="402727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0" lIns="121900" spcFirstLastPara="1" rIns="121900" wrap="square" tIns="0">
            <a:noAutofit/>
          </a:bodyPr>
          <a:lstStyle/>
          <a:p>
            <a:pPr indent="0" lvl="0" marL="0" marR="0" rtl="0" algn="ctr">
              <a:lnSpc>
                <a:spcPct val="100000"/>
              </a:lnSpc>
              <a:spcBef>
                <a:spcPts val="0"/>
              </a:spcBef>
              <a:spcAft>
                <a:spcPts val="0"/>
              </a:spcAft>
              <a:buNone/>
            </a:pPr>
            <a:r>
              <a:rPr lang="en" sz="900">
                <a:solidFill>
                  <a:schemeClr val="dk1"/>
                </a:solidFill>
              </a:rPr>
              <a:t>Disaster Recovery / Active Failover</a:t>
            </a:r>
            <a:endParaRPr sz="900">
              <a:solidFill>
                <a:schemeClr val="dk1"/>
              </a:solidFill>
            </a:endParaRPr>
          </a:p>
        </p:txBody>
      </p:sp>
      <p:sp>
        <p:nvSpPr>
          <p:cNvPr id="1097" name="Google Shape;1097;p70"/>
          <p:cNvSpPr/>
          <p:nvPr/>
        </p:nvSpPr>
        <p:spPr>
          <a:xfrm>
            <a:off x="8748736" y="368757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0" spcFirstLastPara="1" rIns="0" wrap="square" tIns="121900">
            <a:noAutofit/>
          </a:bodyPr>
          <a:lstStyle/>
          <a:p>
            <a:pPr indent="0" lvl="0" marL="0" marR="0" rtl="0" algn="ctr">
              <a:lnSpc>
                <a:spcPct val="100000"/>
              </a:lnSpc>
              <a:spcBef>
                <a:spcPts val="0"/>
              </a:spcBef>
              <a:spcAft>
                <a:spcPts val="0"/>
              </a:spcAft>
              <a:buNone/>
            </a:pPr>
            <a:r>
              <a:rPr lang="en" sz="900">
                <a:solidFill>
                  <a:schemeClr val="dk1"/>
                </a:solidFill>
              </a:rPr>
              <a:t>Application Lifecycle Automation</a:t>
            </a:r>
            <a:endParaRPr sz="900">
              <a:solidFill>
                <a:schemeClr val="dk1"/>
              </a:solidFill>
            </a:endParaRPr>
          </a:p>
        </p:txBody>
      </p:sp>
      <p:sp>
        <p:nvSpPr>
          <p:cNvPr id="1098" name="Google Shape;1098;p70"/>
          <p:cNvSpPr/>
          <p:nvPr/>
        </p:nvSpPr>
        <p:spPr>
          <a:xfrm>
            <a:off x="7441962" y="437820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Fleet Management</a:t>
            </a:r>
            <a:endParaRPr sz="900">
              <a:solidFill>
                <a:schemeClr val="dk1"/>
              </a:solidFill>
            </a:endParaRPr>
          </a:p>
        </p:txBody>
      </p:sp>
      <p:sp>
        <p:nvSpPr>
          <p:cNvPr id="1099" name="Google Shape;1099;p70"/>
          <p:cNvSpPr/>
          <p:nvPr/>
        </p:nvSpPr>
        <p:spPr>
          <a:xfrm>
            <a:off x="7441962" y="472913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SRE Patterns</a:t>
            </a:r>
            <a:endParaRPr sz="900">
              <a:solidFill>
                <a:schemeClr val="dk1"/>
              </a:solidFill>
            </a:endParaRPr>
          </a:p>
        </p:txBody>
      </p:sp>
      <p:sp>
        <p:nvSpPr>
          <p:cNvPr id="1100" name="Google Shape;1100;p70"/>
          <p:cNvSpPr/>
          <p:nvPr/>
        </p:nvSpPr>
        <p:spPr>
          <a:xfrm>
            <a:off x="8748736" y="402723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FinOps</a:t>
            </a:r>
            <a:endParaRPr sz="900">
              <a:solidFill>
                <a:schemeClr val="dk1"/>
              </a:solidFill>
            </a:endParaRPr>
          </a:p>
        </p:txBody>
      </p:sp>
      <p:sp>
        <p:nvSpPr>
          <p:cNvPr id="1101" name="Google Shape;1101;p70"/>
          <p:cNvSpPr/>
          <p:nvPr/>
        </p:nvSpPr>
        <p:spPr>
          <a:xfrm>
            <a:off x="8748736" y="437816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Zero Trust</a:t>
            </a:r>
            <a:endParaRPr sz="900">
              <a:solidFill>
                <a:schemeClr val="dk1"/>
              </a:solidFill>
            </a:endParaRPr>
          </a:p>
        </p:txBody>
      </p:sp>
      <p:sp>
        <p:nvSpPr>
          <p:cNvPr id="1102" name="Google Shape;1102;p70"/>
          <p:cNvSpPr/>
          <p:nvPr/>
        </p:nvSpPr>
        <p:spPr>
          <a:xfrm>
            <a:off x="8748736" y="472913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Service Mesh</a:t>
            </a:r>
            <a:endParaRPr sz="900">
              <a:solidFill>
                <a:schemeClr val="dk1"/>
              </a:solidFill>
            </a:endParaRPr>
          </a:p>
        </p:txBody>
      </p:sp>
      <p:sp>
        <p:nvSpPr>
          <p:cNvPr id="1103" name="Google Shape;1103;p70"/>
          <p:cNvSpPr/>
          <p:nvPr/>
        </p:nvSpPr>
        <p:spPr>
          <a:xfrm>
            <a:off x="10064659" y="402728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Software Bill of Materials</a:t>
            </a:r>
            <a:endParaRPr sz="900">
              <a:solidFill>
                <a:schemeClr val="dk1"/>
              </a:solidFill>
            </a:endParaRPr>
          </a:p>
        </p:txBody>
      </p:sp>
      <p:sp>
        <p:nvSpPr>
          <p:cNvPr id="1104" name="Google Shape;1104;p70"/>
          <p:cNvSpPr/>
          <p:nvPr/>
        </p:nvSpPr>
        <p:spPr>
          <a:xfrm>
            <a:off x="10064659" y="437821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Custom Policy Enforcement</a:t>
            </a:r>
            <a:endParaRPr sz="900">
              <a:solidFill>
                <a:schemeClr val="dk1"/>
              </a:solidFill>
            </a:endParaRPr>
          </a:p>
        </p:txBody>
      </p:sp>
      <p:sp>
        <p:nvSpPr>
          <p:cNvPr id="1105" name="Google Shape;1105;p70"/>
          <p:cNvSpPr/>
          <p:nvPr/>
        </p:nvSpPr>
        <p:spPr>
          <a:xfrm>
            <a:off x="10064659" y="472915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Reg. Auditing &amp; Reporting</a:t>
            </a:r>
            <a:endParaRPr sz="900">
              <a:solidFill>
                <a:schemeClr val="dk1"/>
              </a:solidFill>
            </a:endParaRPr>
          </a:p>
        </p:txBody>
      </p:sp>
      <p:cxnSp>
        <p:nvCxnSpPr>
          <p:cNvPr id="1106" name="Google Shape;1106;p70"/>
          <p:cNvCxnSpPr/>
          <p:nvPr/>
        </p:nvCxnSpPr>
        <p:spPr>
          <a:xfrm>
            <a:off x="6074342" y="1740142"/>
            <a:ext cx="2700" cy="3870000"/>
          </a:xfrm>
          <a:prstGeom prst="straightConnector1">
            <a:avLst/>
          </a:prstGeom>
          <a:noFill/>
          <a:ln cap="flat" cmpd="sng" w="28575">
            <a:solidFill>
              <a:schemeClr val="accent1"/>
            </a:solidFill>
            <a:prstDash val="dot"/>
            <a:round/>
            <a:headEnd len="med" w="med" type="none"/>
            <a:tailEnd len="med" w="med" type="none"/>
          </a:ln>
        </p:spPr>
      </p:cxnSp>
      <p:sp>
        <p:nvSpPr>
          <p:cNvPr id="1107" name="Google Shape;1107;p70"/>
          <p:cNvSpPr txBox="1"/>
          <p:nvPr/>
        </p:nvSpPr>
        <p:spPr>
          <a:xfrm>
            <a:off x="5460692" y="1443742"/>
            <a:ext cx="1189200" cy="415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1100"/>
              <a:t>Inflection Point</a:t>
            </a:r>
            <a:endParaRPr sz="1100"/>
          </a:p>
        </p:txBody>
      </p:sp>
      <p:sp>
        <p:nvSpPr>
          <p:cNvPr id="1108" name="Google Shape;1108;p70"/>
          <p:cNvSpPr txBox="1"/>
          <p:nvPr/>
        </p:nvSpPr>
        <p:spPr>
          <a:xfrm>
            <a:off x="4457792" y="1714483"/>
            <a:ext cx="1189200" cy="369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800"/>
              <a:t>Platform Prep</a:t>
            </a:r>
            <a:endParaRPr sz="800"/>
          </a:p>
        </p:txBody>
      </p:sp>
      <p:sp>
        <p:nvSpPr>
          <p:cNvPr id="1109" name="Google Shape;1109;p70"/>
          <p:cNvSpPr txBox="1"/>
          <p:nvPr/>
        </p:nvSpPr>
        <p:spPr>
          <a:xfrm>
            <a:off x="6463592" y="1714483"/>
            <a:ext cx="1377300" cy="369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800"/>
              <a:t>Platform Delivery</a:t>
            </a:r>
            <a:endParaRPr sz="800"/>
          </a:p>
        </p:txBody>
      </p:sp>
      <p:sp>
        <p:nvSpPr>
          <p:cNvPr id="1110" name="Google Shape;1110;p70"/>
          <p:cNvSpPr/>
          <p:nvPr/>
        </p:nvSpPr>
        <p:spPr>
          <a:xfrm>
            <a:off x="809901" y="437818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Compute Provisioning</a:t>
            </a:r>
            <a:endParaRPr sz="900">
              <a:solidFill>
                <a:schemeClr val="dk1"/>
              </a:solidFill>
            </a:endParaRPr>
          </a:p>
        </p:txBody>
      </p:sp>
      <p:cxnSp>
        <p:nvCxnSpPr>
          <p:cNvPr id="1111" name="Google Shape;1111;p70"/>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sp>
        <p:nvSpPr>
          <p:cNvPr id="1112" name="Google Shape;1112;p70"/>
          <p:cNvSpPr/>
          <p:nvPr/>
        </p:nvSpPr>
        <p:spPr>
          <a:xfrm>
            <a:off x="10064659" y="368511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Bill of Materials</a:t>
            </a:r>
            <a:endParaRPr sz="900">
              <a:solidFill>
                <a:schemeClr val="dk1"/>
              </a:solidFill>
            </a:endParaRPr>
          </a:p>
        </p:txBody>
      </p:sp>
      <p:sp>
        <p:nvSpPr>
          <p:cNvPr id="1113" name="Google Shape;1113;p70"/>
          <p:cNvSpPr/>
          <p:nvPr/>
        </p:nvSpPr>
        <p:spPr>
          <a:xfrm>
            <a:off x="10064659" y="334295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Automated Governance</a:t>
            </a:r>
            <a:endParaRPr sz="900">
              <a:solidFill>
                <a:schemeClr val="dk1"/>
              </a:solidFill>
            </a:endParaRPr>
          </a:p>
        </p:txBody>
      </p:sp>
      <p:sp>
        <p:nvSpPr>
          <p:cNvPr id="1114" name="Google Shape;1114;p70"/>
          <p:cNvSpPr/>
          <p:nvPr/>
        </p:nvSpPr>
        <p:spPr>
          <a:xfrm>
            <a:off x="4774792" y="6059589"/>
            <a:ext cx="1252500" cy="300900"/>
          </a:xfrm>
          <a:prstGeom prst="roundRect">
            <a:avLst>
              <a:gd fmla="val 16667" name="adj"/>
            </a:avLst>
          </a:prstGeom>
          <a:solidFill>
            <a:srgbClr val="B6D7A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Developing</a:t>
            </a:r>
            <a:endParaRPr sz="900">
              <a:solidFill>
                <a:schemeClr val="dk1"/>
              </a:solidFill>
            </a:endParaRPr>
          </a:p>
        </p:txBody>
      </p:sp>
      <p:sp>
        <p:nvSpPr>
          <p:cNvPr id="1115" name="Google Shape;1115;p70"/>
          <p:cNvSpPr/>
          <p:nvPr/>
        </p:nvSpPr>
        <p:spPr>
          <a:xfrm>
            <a:off x="6083792" y="6059603"/>
            <a:ext cx="1252500" cy="300900"/>
          </a:xfrm>
          <a:prstGeom prst="roundRect">
            <a:avLst>
              <a:gd fmla="val 16667" name="adj"/>
            </a:avLst>
          </a:prstGeom>
          <a:solidFill>
            <a:srgbClr val="93C47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t>Acceptable</a:t>
            </a:r>
            <a:endParaRPr sz="900"/>
          </a:p>
        </p:txBody>
      </p:sp>
      <p:sp>
        <p:nvSpPr>
          <p:cNvPr id="1116" name="Google Shape;1116;p70"/>
          <p:cNvSpPr/>
          <p:nvPr/>
        </p:nvSpPr>
        <p:spPr>
          <a:xfrm>
            <a:off x="7392792" y="6059589"/>
            <a:ext cx="1252500" cy="300900"/>
          </a:xfrm>
          <a:prstGeom prst="roundRect">
            <a:avLst>
              <a:gd fmla="val 16667" name="adj"/>
            </a:avLst>
          </a:prstGeom>
          <a:solidFill>
            <a:srgbClr val="6AA84F"/>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Advanced</a:t>
            </a:r>
            <a:endParaRPr sz="900">
              <a:solidFill>
                <a:schemeClr val="dk1"/>
              </a:solidFill>
            </a:endParaRPr>
          </a:p>
        </p:txBody>
      </p:sp>
      <p:sp>
        <p:nvSpPr>
          <p:cNvPr id="1117" name="Google Shape;1117;p70"/>
          <p:cNvSpPr/>
          <p:nvPr/>
        </p:nvSpPr>
        <p:spPr>
          <a:xfrm>
            <a:off x="8715792" y="6059589"/>
            <a:ext cx="1252500" cy="300900"/>
          </a:xfrm>
          <a:prstGeom prst="roundRect">
            <a:avLst>
              <a:gd fmla="val 16667" name="adj"/>
            </a:avLst>
          </a:prstGeom>
          <a:solidFill>
            <a:srgbClr val="38761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lt1"/>
                </a:solidFill>
              </a:rPr>
              <a:t>Leading</a:t>
            </a:r>
            <a:endParaRPr sz="900">
              <a:solidFill>
                <a:schemeClr val="lt1"/>
              </a:solidFill>
            </a:endParaRPr>
          </a:p>
        </p:txBody>
      </p:sp>
      <p:sp>
        <p:nvSpPr>
          <p:cNvPr id="1118" name="Google Shape;1118;p70"/>
          <p:cNvSpPr/>
          <p:nvPr/>
        </p:nvSpPr>
        <p:spPr>
          <a:xfrm>
            <a:off x="6135478" y="369364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Sidecar Integration</a:t>
            </a:r>
            <a:endParaRPr sz="900">
              <a:solidFill>
                <a:schemeClr val="dk1"/>
              </a:solidFill>
            </a:endParaRPr>
          </a:p>
        </p:txBody>
      </p:sp>
      <p:sp>
        <p:nvSpPr>
          <p:cNvPr id="1119" name="Google Shape;1119;p70"/>
          <p:cNvSpPr txBox="1"/>
          <p:nvPr/>
        </p:nvSpPr>
        <p:spPr>
          <a:xfrm>
            <a:off x="1675200" y="6009950"/>
            <a:ext cx="65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Key:</a:t>
            </a:r>
            <a:endParaRPr>
              <a:latin typeface="Red Hat Display"/>
              <a:ea typeface="Red Hat Display"/>
              <a:cs typeface="Red Hat Display"/>
              <a:sym typeface="Red Hat Display"/>
            </a:endParaRPr>
          </a:p>
        </p:txBody>
      </p:sp>
      <p:sp>
        <p:nvSpPr>
          <p:cNvPr id="1120" name="Google Shape;1120;p70"/>
          <p:cNvSpPr txBox="1"/>
          <p:nvPr>
            <p:ph idx="4294967295" type="title"/>
          </p:nvPr>
        </p:nvSpPr>
        <p:spPr>
          <a:xfrm>
            <a:off x="1752600" y="946000"/>
            <a:ext cx="8686800" cy="41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Capability Matrix for Flight Path</a:t>
            </a:r>
            <a:endParaRPr/>
          </a:p>
        </p:txBody>
      </p:sp>
      <p:sp>
        <p:nvSpPr>
          <p:cNvPr id="1121" name="Google Shape;1121;p70"/>
          <p:cNvSpPr txBox="1"/>
          <p:nvPr/>
        </p:nvSpPr>
        <p:spPr>
          <a:xfrm>
            <a:off x="9046075" y="1656300"/>
            <a:ext cx="2232900" cy="7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Red Hat Display"/>
                <a:ea typeface="Red Hat Display"/>
                <a:cs typeface="Red Hat Display"/>
                <a:sym typeface="Red Hat Display"/>
              </a:rPr>
              <a:t>Overall maturity increases up and to the right</a:t>
            </a:r>
            <a:br>
              <a:rPr lang="en" sz="1300">
                <a:latin typeface="Red Hat Display"/>
                <a:ea typeface="Red Hat Display"/>
                <a:cs typeface="Red Hat Display"/>
                <a:sym typeface="Red Hat Display"/>
              </a:rPr>
            </a:br>
            <a:br>
              <a:rPr lang="en" sz="1300">
                <a:latin typeface="Red Hat Display"/>
                <a:ea typeface="Red Hat Display"/>
                <a:cs typeface="Red Hat Display"/>
                <a:sym typeface="Red Hat Display"/>
              </a:rPr>
            </a:br>
            <a:r>
              <a:rPr lang="en" sz="1300">
                <a:latin typeface="Red Hat Display"/>
                <a:ea typeface="Red Hat Display"/>
                <a:cs typeface="Red Hat Display"/>
                <a:sym typeface="Red Hat Display"/>
              </a:rPr>
              <a:t>Copy this slide and use the colour fill key below to generate your map.</a:t>
            </a:r>
            <a:endParaRPr sz="1300">
              <a:latin typeface="Red Hat Display"/>
              <a:ea typeface="Red Hat Display"/>
              <a:cs typeface="Red Hat Display"/>
              <a:sym typeface="Red Hat Display"/>
            </a:endParaRPr>
          </a:p>
        </p:txBody>
      </p:sp>
      <p:sp>
        <p:nvSpPr>
          <p:cNvPr id="1122" name="Google Shape;1122;p70"/>
          <p:cNvSpPr/>
          <p:nvPr/>
        </p:nvSpPr>
        <p:spPr>
          <a:xfrm>
            <a:off x="759750" y="3211200"/>
            <a:ext cx="2664000" cy="2244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1123" name="Google Shape;1123;p70"/>
          <p:cNvCxnSpPr/>
          <p:nvPr/>
        </p:nvCxnSpPr>
        <p:spPr>
          <a:xfrm>
            <a:off x="1005191" y="55839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1124" name="Google Shape;1124;p70"/>
          <p:cNvSpPr txBox="1"/>
          <p:nvPr/>
        </p:nvSpPr>
        <p:spPr>
          <a:xfrm>
            <a:off x="678715" y="2795430"/>
            <a:ext cx="21273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1125" name="Google Shape;1125;p70"/>
          <p:cNvSpPr txBox="1"/>
          <p:nvPr>
            <p:ph idx="2" type="subTitle"/>
          </p:nvPr>
        </p:nvSpPr>
        <p:spPr>
          <a:xfrm>
            <a:off x="885050" y="6169550"/>
            <a:ext cx="6451200" cy="5598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Adapted From: Flight Path End to End by Adam Seeley and Bob Mader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71"/>
          <p:cNvSpPr txBox="1"/>
          <p:nvPr>
            <p:ph idx="2" type="subTitle"/>
          </p:nvPr>
        </p:nvSpPr>
        <p:spPr>
          <a:xfrm>
            <a:off x="1180067" y="8226067"/>
            <a:ext cx="10670100" cy="74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131" name="Google Shape;1131;p71"/>
          <p:cNvPicPr preferRelativeResize="0"/>
          <p:nvPr/>
        </p:nvPicPr>
        <p:blipFill>
          <a:blip r:embed="rId3">
            <a:alphaModFix/>
          </a:blip>
          <a:stretch>
            <a:fillRect/>
          </a:stretch>
        </p:blipFill>
        <p:spPr>
          <a:xfrm>
            <a:off x="634667" y="1075041"/>
            <a:ext cx="10922641" cy="4891310"/>
          </a:xfrm>
          <a:prstGeom prst="rect">
            <a:avLst/>
          </a:prstGeom>
          <a:noFill/>
          <a:ln>
            <a:noFill/>
          </a:ln>
        </p:spPr>
      </p:pic>
      <p:sp>
        <p:nvSpPr>
          <p:cNvPr id="1132" name="Google Shape;1132;p71"/>
          <p:cNvSpPr txBox="1"/>
          <p:nvPr>
            <p:ph idx="1" type="subTitle"/>
          </p:nvPr>
        </p:nvSpPr>
        <p:spPr>
          <a:xfrm>
            <a:off x="4894866" y="871733"/>
            <a:ext cx="7224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b="1" lang="en" sz="2400">
                <a:latin typeface="Red Hat Display"/>
                <a:ea typeface="Red Hat Display"/>
                <a:cs typeface="Red Hat Display"/>
                <a:sym typeface="Red Hat Display"/>
              </a:rPr>
              <a:t>FlightPath Journey - Customer Example</a:t>
            </a:r>
            <a:endParaRPr/>
          </a:p>
        </p:txBody>
      </p:sp>
      <p:sp>
        <p:nvSpPr>
          <p:cNvPr id="1133" name="Google Shape;1133;p7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72"/>
          <p:cNvSpPr/>
          <p:nvPr/>
        </p:nvSpPr>
        <p:spPr>
          <a:xfrm>
            <a:off x="3827425" y="2107075"/>
            <a:ext cx="7114990" cy="2803244"/>
          </a:xfrm>
          <a:custGeom>
            <a:rect b="b" l="l" r="r" t="t"/>
            <a:pathLst>
              <a:path extrusionOk="0" h="4854103" w="12008422">
                <a:moveTo>
                  <a:pt x="0" y="4854103"/>
                </a:moveTo>
                <a:cubicBezTo>
                  <a:pt x="453957" y="2624037"/>
                  <a:pt x="1521371" y="404013"/>
                  <a:pt x="2598524" y="243192"/>
                </a:cubicBezTo>
                <a:cubicBezTo>
                  <a:pt x="3675677" y="82371"/>
                  <a:pt x="5351333" y="3670052"/>
                  <a:pt x="6462916" y="3889176"/>
                </a:cubicBezTo>
                <a:cubicBezTo>
                  <a:pt x="7574499" y="4108300"/>
                  <a:pt x="8330495" y="2180734"/>
                  <a:pt x="9268022" y="1557938"/>
                </a:cubicBezTo>
                <a:cubicBezTo>
                  <a:pt x="10205549" y="935142"/>
                  <a:pt x="11657900" y="305376"/>
                  <a:pt x="12008422" y="0"/>
                </a:cubicBezTo>
              </a:path>
            </a:pathLst>
          </a:custGeom>
          <a:noFill/>
          <a:ln cap="flat" cmpd="sng" w="19050">
            <a:solidFill>
              <a:srgbClr val="000099"/>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9" name="Google Shape;1139;p72"/>
          <p:cNvSpPr/>
          <p:nvPr/>
        </p:nvSpPr>
        <p:spPr>
          <a:xfrm>
            <a:off x="632425" y="1870900"/>
            <a:ext cx="3120600" cy="37983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140" name="Google Shape;1140;p7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141" name="Google Shape;1141;p72"/>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Combining Flight Path with the Curve</a:t>
            </a:r>
            <a:endParaRPr/>
          </a:p>
          <a:p>
            <a:pPr indent="0" lvl="0" marL="0" rtl="0" algn="ctr">
              <a:spcBef>
                <a:spcPts val="0"/>
              </a:spcBef>
              <a:spcAft>
                <a:spcPts val="0"/>
              </a:spcAft>
              <a:buNone/>
            </a:pPr>
            <a:r>
              <a:rPr lang="en" sz="1300"/>
              <a:t>Build-up of RHEL, Ansible and OpenShift platform capabilities that are used to accelerate application adoption.</a:t>
            </a:r>
            <a:endParaRPr sz="1300"/>
          </a:p>
        </p:txBody>
      </p:sp>
      <p:sp>
        <p:nvSpPr>
          <p:cNvPr id="1142" name="Google Shape;1142;p7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143" name="Google Shape;1143;p72"/>
          <p:cNvSpPr txBox="1"/>
          <p:nvPr/>
        </p:nvSpPr>
        <p:spPr>
          <a:xfrm>
            <a:off x="678725" y="1489900"/>
            <a:ext cx="2565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1144" name="Google Shape;1144;p72"/>
          <p:cNvSpPr/>
          <p:nvPr/>
        </p:nvSpPr>
        <p:spPr>
          <a:xfrm>
            <a:off x="8682113" y="5589225"/>
            <a:ext cx="899400" cy="264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5" name="Google Shape;1145;p72"/>
          <p:cNvSpPr/>
          <p:nvPr/>
        </p:nvSpPr>
        <p:spPr>
          <a:xfrm>
            <a:off x="8201625" y="5500791"/>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6" name="Google Shape;1146;p72"/>
          <p:cNvSpPr/>
          <p:nvPr/>
        </p:nvSpPr>
        <p:spPr>
          <a:xfrm>
            <a:off x="6050906"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7" name="Google Shape;1147;p72"/>
          <p:cNvSpPr/>
          <p:nvPr/>
        </p:nvSpPr>
        <p:spPr>
          <a:xfrm>
            <a:off x="8201625"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8" name="Google Shape;1148;p72"/>
          <p:cNvSpPr/>
          <p:nvPr/>
        </p:nvSpPr>
        <p:spPr>
          <a:xfrm>
            <a:off x="5147081"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aphicFrame>
        <p:nvGraphicFramePr>
          <p:cNvPr id="1149" name="Google Shape;1149;p72"/>
          <p:cNvGraphicFramePr/>
          <p:nvPr/>
        </p:nvGraphicFramePr>
        <p:xfrm>
          <a:off x="763728" y="5186994"/>
          <a:ext cx="3000000" cy="3000000"/>
        </p:xfrm>
        <a:graphic>
          <a:graphicData uri="http://schemas.openxmlformats.org/drawingml/2006/table">
            <a:tbl>
              <a:tblPr>
                <a:noFill/>
                <a:tableStyleId>{2EE1D878-95FB-435A-9DCF-CAD5E2C511BF}</a:tableStyleId>
              </a:tblPr>
              <a:tblGrid>
                <a:gridCol w="1242325"/>
                <a:gridCol w="1337575"/>
                <a:gridCol w="1337575"/>
                <a:gridCol w="1337575"/>
                <a:gridCol w="1337575"/>
                <a:gridCol w="1337575"/>
                <a:gridCol w="1337575"/>
                <a:gridCol w="1309000"/>
              </a:tblGrid>
              <a:tr h="415500">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Entry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Infra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Development</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Platform Essentials</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Workload Intake Acceleration</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Platform Services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Advanced Capabilities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Regulatory Support</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1150" name="Google Shape;1150;p72"/>
          <p:cNvSpPr/>
          <p:nvPr/>
        </p:nvSpPr>
        <p:spPr>
          <a:xfrm>
            <a:off x="763725" y="2107075"/>
            <a:ext cx="10215427" cy="2995564"/>
          </a:xfrm>
          <a:custGeom>
            <a:rect b="b" l="l" r="r" t="t"/>
            <a:pathLst>
              <a:path extrusionOk="0" h="209480" w="560748">
                <a:moveTo>
                  <a:pt x="0" y="209480"/>
                </a:moveTo>
                <a:cubicBezTo>
                  <a:pt x="13100" y="174585"/>
                  <a:pt x="47555" y="3520"/>
                  <a:pt x="78597" y="107"/>
                </a:cubicBezTo>
                <a:cubicBezTo>
                  <a:pt x="109640" y="-3305"/>
                  <a:pt x="105897" y="188895"/>
                  <a:pt x="186255" y="189005"/>
                </a:cubicBezTo>
                <a:cubicBezTo>
                  <a:pt x="266614" y="189115"/>
                  <a:pt x="498333" y="32140"/>
                  <a:pt x="560748" y="767"/>
                </a:cubicBezTo>
              </a:path>
            </a:pathLst>
          </a:custGeom>
          <a:noFill/>
          <a:ln cap="flat" cmpd="sng" w="19050">
            <a:solidFill>
              <a:schemeClr val="accent1"/>
            </a:solidFill>
            <a:prstDash val="dash"/>
            <a:round/>
            <a:headEnd len="med" w="med" type="none"/>
            <a:tailEnd len="med" w="med" type="triangle"/>
          </a:ln>
        </p:spPr>
      </p:sp>
      <p:sp>
        <p:nvSpPr>
          <p:cNvPr id="1151" name="Google Shape;1151;p72"/>
          <p:cNvSpPr txBox="1"/>
          <p:nvPr/>
        </p:nvSpPr>
        <p:spPr>
          <a:xfrm rot="-5400000">
            <a:off x="-956963" y="36638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Return on Investment</a:t>
            </a:r>
            <a:endParaRPr sz="1500">
              <a:latin typeface="Red Hat Text"/>
              <a:ea typeface="Red Hat Text"/>
              <a:cs typeface="Red Hat Text"/>
              <a:sym typeface="Red Hat Text"/>
            </a:endParaRPr>
          </a:p>
        </p:txBody>
      </p:sp>
      <p:sp>
        <p:nvSpPr>
          <p:cNvPr id="1152" name="Google Shape;1152;p72"/>
          <p:cNvSpPr txBox="1"/>
          <p:nvPr/>
        </p:nvSpPr>
        <p:spPr>
          <a:xfrm>
            <a:off x="708613" y="2829156"/>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Server Provisioning</a:t>
            </a:r>
            <a:endParaRPr b="1" sz="900">
              <a:solidFill>
                <a:schemeClr val="accent2"/>
              </a:solidFill>
              <a:latin typeface="Red Hat Display"/>
              <a:ea typeface="Red Hat Display"/>
              <a:cs typeface="Red Hat Display"/>
              <a:sym typeface="Red Hat Display"/>
            </a:endParaRPr>
          </a:p>
        </p:txBody>
      </p:sp>
      <p:sp>
        <p:nvSpPr>
          <p:cNvPr id="1153" name="Google Shape;1153;p72"/>
          <p:cNvSpPr txBox="1"/>
          <p:nvPr/>
        </p:nvSpPr>
        <p:spPr>
          <a:xfrm>
            <a:off x="961819" y="414243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In-Place Upgrades</a:t>
            </a:r>
            <a:endParaRPr b="1" sz="900">
              <a:solidFill>
                <a:schemeClr val="accent2"/>
              </a:solidFill>
              <a:latin typeface="Red Hat Display"/>
              <a:ea typeface="Red Hat Display"/>
              <a:cs typeface="Red Hat Display"/>
              <a:sym typeface="Red Hat Display"/>
            </a:endParaRPr>
          </a:p>
        </p:txBody>
      </p:sp>
      <p:sp>
        <p:nvSpPr>
          <p:cNvPr id="1154" name="Google Shape;1154;p72"/>
          <p:cNvSpPr txBox="1"/>
          <p:nvPr/>
        </p:nvSpPr>
        <p:spPr>
          <a:xfrm>
            <a:off x="2415419" y="2339547"/>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IaC </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Builds</a:t>
            </a:r>
            <a:endParaRPr b="1" sz="900">
              <a:solidFill>
                <a:schemeClr val="accent2"/>
              </a:solidFill>
              <a:latin typeface="Red Hat Display"/>
              <a:ea typeface="Red Hat Display"/>
              <a:cs typeface="Red Hat Display"/>
              <a:sym typeface="Red Hat Display"/>
            </a:endParaRPr>
          </a:p>
        </p:txBody>
      </p:sp>
      <p:sp>
        <p:nvSpPr>
          <p:cNvPr id="1155" name="Google Shape;1155;p72"/>
          <p:cNvSpPr txBox="1"/>
          <p:nvPr/>
        </p:nvSpPr>
        <p:spPr>
          <a:xfrm>
            <a:off x="1069031" y="195467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Network</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Automation</a:t>
            </a:r>
            <a:endParaRPr b="1" sz="900">
              <a:solidFill>
                <a:schemeClr val="accent2"/>
              </a:solidFill>
              <a:latin typeface="Red Hat Display"/>
              <a:ea typeface="Red Hat Display"/>
              <a:cs typeface="Red Hat Display"/>
              <a:sym typeface="Red Hat Display"/>
            </a:endParaRPr>
          </a:p>
        </p:txBody>
      </p:sp>
      <p:sp>
        <p:nvSpPr>
          <p:cNvPr id="1156" name="Google Shape;1156;p72"/>
          <p:cNvSpPr txBox="1"/>
          <p:nvPr/>
        </p:nvSpPr>
        <p:spPr>
          <a:xfrm>
            <a:off x="2111819" y="3332825"/>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GitOps</a:t>
            </a:r>
            <a:endParaRPr b="1" sz="900">
              <a:solidFill>
                <a:schemeClr val="accent2"/>
              </a:solidFill>
              <a:latin typeface="Red Hat Display"/>
              <a:ea typeface="Red Hat Display"/>
              <a:cs typeface="Red Hat Display"/>
              <a:sym typeface="Red Hat Display"/>
            </a:endParaRPr>
          </a:p>
        </p:txBody>
      </p:sp>
      <p:sp>
        <p:nvSpPr>
          <p:cNvPr id="1157" name="Google Shape;1157;p72"/>
          <p:cNvSpPr txBox="1"/>
          <p:nvPr/>
        </p:nvSpPr>
        <p:spPr>
          <a:xfrm>
            <a:off x="2475375" y="4249075"/>
            <a:ext cx="8793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Developer</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Workstations</a:t>
            </a:r>
            <a:endParaRPr b="1" sz="900">
              <a:solidFill>
                <a:schemeClr val="accent2"/>
              </a:solidFill>
              <a:latin typeface="Red Hat Display"/>
              <a:ea typeface="Red Hat Display"/>
              <a:cs typeface="Red Hat Display"/>
              <a:sym typeface="Red Hat Display"/>
            </a:endParaRPr>
          </a:p>
        </p:txBody>
      </p:sp>
      <p:sp>
        <p:nvSpPr>
          <p:cNvPr id="1158" name="Google Shape;1158;p72"/>
          <p:cNvSpPr txBox="1"/>
          <p:nvPr/>
        </p:nvSpPr>
        <p:spPr>
          <a:xfrm>
            <a:off x="3859952" y="4186625"/>
            <a:ext cx="9303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Container Dev Environment</a:t>
            </a:r>
            <a:endParaRPr b="1" sz="900">
              <a:solidFill>
                <a:schemeClr val="accent2"/>
              </a:solidFill>
              <a:latin typeface="Red Hat Display"/>
              <a:ea typeface="Red Hat Display"/>
              <a:cs typeface="Red Hat Display"/>
              <a:sym typeface="Red Hat Display"/>
            </a:endParaRPr>
          </a:p>
        </p:txBody>
      </p:sp>
      <p:sp>
        <p:nvSpPr>
          <p:cNvPr id="1159" name="Google Shape;1159;p72"/>
          <p:cNvSpPr txBox="1"/>
          <p:nvPr/>
        </p:nvSpPr>
        <p:spPr>
          <a:xfrm>
            <a:off x="4867463" y="4132950"/>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OpenShift</a:t>
            </a:r>
            <a:endParaRPr b="1" sz="900">
              <a:solidFill>
                <a:schemeClr val="accent2"/>
              </a:solidFill>
              <a:latin typeface="Red Hat Display"/>
              <a:ea typeface="Red Hat Display"/>
              <a:cs typeface="Red Hat Display"/>
              <a:sym typeface="Red Hat Display"/>
            </a:endParaRPr>
          </a:p>
        </p:txBody>
      </p:sp>
      <p:sp>
        <p:nvSpPr>
          <p:cNvPr id="1160" name="Google Shape;1160;p72"/>
          <p:cNvSpPr txBox="1"/>
          <p:nvPr/>
        </p:nvSpPr>
        <p:spPr>
          <a:xfrm>
            <a:off x="6171497" y="3478181"/>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CI/CD Scaffolding</a:t>
            </a:r>
            <a:endParaRPr b="1" sz="900">
              <a:solidFill>
                <a:schemeClr val="accent2"/>
              </a:solidFill>
              <a:latin typeface="Red Hat Display"/>
              <a:ea typeface="Red Hat Display"/>
              <a:cs typeface="Red Hat Display"/>
              <a:sym typeface="Red Hat Display"/>
            </a:endParaRPr>
          </a:p>
        </p:txBody>
      </p:sp>
      <p:sp>
        <p:nvSpPr>
          <p:cNvPr id="1161" name="Google Shape;1161;p72"/>
          <p:cNvSpPr txBox="1"/>
          <p:nvPr/>
        </p:nvSpPr>
        <p:spPr>
          <a:xfrm>
            <a:off x="9322676" y="1909725"/>
            <a:ext cx="10182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Secured Supply Chain</a:t>
            </a:r>
            <a:endParaRPr b="1" sz="900">
              <a:solidFill>
                <a:schemeClr val="accent2"/>
              </a:solidFill>
              <a:latin typeface="Red Hat Display"/>
              <a:ea typeface="Red Hat Display"/>
              <a:cs typeface="Red Hat Display"/>
              <a:sym typeface="Red Hat Display"/>
            </a:endParaRPr>
          </a:p>
        </p:txBody>
      </p:sp>
      <p:sp>
        <p:nvSpPr>
          <p:cNvPr id="1162" name="Google Shape;1162;p72"/>
          <p:cNvSpPr txBox="1"/>
          <p:nvPr/>
        </p:nvSpPr>
        <p:spPr>
          <a:xfrm>
            <a:off x="7344609" y="3044294"/>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Zero Trust</a:t>
            </a:r>
            <a:endParaRPr b="1" sz="900">
              <a:solidFill>
                <a:schemeClr val="accent2"/>
              </a:solidFill>
              <a:latin typeface="Red Hat Display"/>
              <a:ea typeface="Red Hat Display"/>
              <a:cs typeface="Red Hat Display"/>
              <a:sym typeface="Red Hat Display"/>
            </a:endParaRPr>
          </a:p>
        </p:txBody>
      </p:sp>
      <p:sp>
        <p:nvSpPr>
          <p:cNvPr id="1163" name="Google Shape;1163;p72"/>
          <p:cNvSpPr txBox="1"/>
          <p:nvPr/>
        </p:nvSpPr>
        <p:spPr>
          <a:xfrm>
            <a:off x="8577919" y="2538656"/>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Multi-Cloud</a:t>
            </a:r>
            <a:endParaRPr b="1" sz="900">
              <a:solidFill>
                <a:schemeClr val="accent2"/>
              </a:solidFill>
              <a:latin typeface="Red Hat Display"/>
              <a:ea typeface="Red Hat Display"/>
              <a:cs typeface="Red Hat Display"/>
              <a:sym typeface="Red Hat Display"/>
            </a:endParaRPr>
          </a:p>
        </p:txBody>
      </p:sp>
      <p:sp>
        <p:nvSpPr>
          <p:cNvPr id="1164" name="Google Shape;1164;p72"/>
          <p:cNvSpPr txBox="1"/>
          <p:nvPr/>
        </p:nvSpPr>
        <p:spPr>
          <a:xfrm>
            <a:off x="4453237" y="60260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Time</a:t>
            </a:r>
            <a:endParaRPr sz="1500">
              <a:latin typeface="Red Hat Text"/>
              <a:ea typeface="Red Hat Text"/>
              <a:cs typeface="Red Hat Text"/>
              <a:sym typeface="Red Hat Text"/>
            </a:endParaRPr>
          </a:p>
        </p:txBody>
      </p:sp>
      <p:cxnSp>
        <p:nvCxnSpPr>
          <p:cNvPr id="1165" name="Google Shape;1165;p72"/>
          <p:cNvCxnSpPr/>
          <p:nvPr/>
        </p:nvCxnSpPr>
        <p:spPr>
          <a:xfrm>
            <a:off x="6019800" y="2085975"/>
            <a:ext cx="0" cy="3524100"/>
          </a:xfrm>
          <a:prstGeom prst="straightConnector1">
            <a:avLst/>
          </a:prstGeom>
          <a:noFill/>
          <a:ln cap="flat" cmpd="sng" w="28575">
            <a:solidFill>
              <a:schemeClr val="accent1"/>
            </a:solidFill>
            <a:prstDash val="dot"/>
            <a:round/>
            <a:headEnd len="med" w="med" type="none"/>
            <a:tailEnd len="med" w="med" type="none"/>
          </a:ln>
        </p:spPr>
      </p:cxnSp>
      <p:cxnSp>
        <p:nvCxnSpPr>
          <p:cNvPr id="1166" name="Google Shape;1166;p72"/>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cxnSp>
        <p:nvCxnSpPr>
          <p:cNvPr id="1167" name="Google Shape;1167;p72"/>
          <p:cNvCxnSpPr/>
          <p:nvPr/>
        </p:nvCxnSpPr>
        <p:spPr>
          <a:xfrm>
            <a:off x="1005191" y="57363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1168" name="Google Shape;1168;p72"/>
          <p:cNvSpPr/>
          <p:nvPr/>
        </p:nvSpPr>
        <p:spPr>
          <a:xfrm>
            <a:off x="944775" y="4480195"/>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69" name="Google Shape;1169;p72"/>
          <p:cNvSpPr/>
          <p:nvPr/>
        </p:nvSpPr>
        <p:spPr>
          <a:xfrm>
            <a:off x="1610620" y="2709938"/>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0" name="Google Shape;1170;p72"/>
          <p:cNvSpPr/>
          <p:nvPr/>
        </p:nvSpPr>
        <p:spPr>
          <a:xfrm>
            <a:off x="1933439" y="2190976"/>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1" name="Google Shape;1171;p72"/>
          <p:cNvSpPr/>
          <p:nvPr/>
        </p:nvSpPr>
        <p:spPr>
          <a:xfrm>
            <a:off x="2475365" y="245011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2" name="Google Shape;1172;p72"/>
          <p:cNvSpPr/>
          <p:nvPr/>
        </p:nvSpPr>
        <p:spPr>
          <a:xfrm>
            <a:off x="2745632" y="3279680"/>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3" name="Google Shape;1173;p72"/>
          <p:cNvSpPr/>
          <p:nvPr/>
        </p:nvSpPr>
        <p:spPr>
          <a:xfrm>
            <a:off x="3076888" y="4026105"/>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4" name="Google Shape;1174;p72"/>
          <p:cNvSpPr/>
          <p:nvPr/>
        </p:nvSpPr>
        <p:spPr>
          <a:xfrm>
            <a:off x="4053423" y="4774193"/>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5" name="Google Shape;1175;p72"/>
          <p:cNvSpPr/>
          <p:nvPr/>
        </p:nvSpPr>
        <p:spPr>
          <a:xfrm>
            <a:off x="5246457" y="4553887"/>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6" name="Google Shape;1176;p72"/>
          <p:cNvSpPr/>
          <p:nvPr/>
        </p:nvSpPr>
        <p:spPr>
          <a:xfrm>
            <a:off x="6392222" y="412385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7" name="Google Shape;1177;p72"/>
          <p:cNvSpPr/>
          <p:nvPr/>
        </p:nvSpPr>
        <p:spPr>
          <a:xfrm>
            <a:off x="8108404" y="3379274"/>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8" name="Google Shape;1178;p72"/>
          <p:cNvSpPr/>
          <p:nvPr/>
        </p:nvSpPr>
        <p:spPr>
          <a:xfrm>
            <a:off x="9094217" y="292876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79" name="Google Shape;1179;p72"/>
          <p:cNvSpPr/>
          <p:nvPr/>
        </p:nvSpPr>
        <p:spPr>
          <a:xfrm>
            <a:off x="10091755" y="2465667"/>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80" name="Google Shape;1180;p72"/>
          <p:cNvSpPr txBox="1"/>
          <p:nvPr/>
        </p:nvSpPr>
        <p:spPr>
          <a:xfrm>
            <a:off x="2656400" y="4683661"/>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Configuration Management</a:t>
            </a:r>
            <a:endParaRPr b="0" i="0" sz="1100" u="none" cap="none" strike="noStrike">
              <a:solidFill>
                <a:srgbClr val="000099"/>
              </a:solidFill>
              <a:latin typeface="Arial"/>
              <a:ea typeface="Arial"/>
              <a:cs typeface="Arial"/>
              <a:sym typeface="Arial"/>
            </a:endParaRPr>
          </a:p>
        </p:txBody>
      </p:sp>
      <p:sp>
        <p:nvSpPr>
          <p:cNvPr id="1181" name="Google Shape;1181;p72"/>
          <p:cNvSpPr txBox="1"/>
          <p:nvPr/>
        </p:nvSpPr>
        <p:spPr>
          <a:xfrm>
            <a:off x="4875924" y="2643067"/>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Security patching</a:t>
            </a:r>
            <a:endParaRPr b="0" i="0" sz="1100" u="none" cap="none" strike="noStrike">
              <a:solidFill>
                <a:srgbClr val="000099"/>
              </a:solidFill>
              <a:latin typeface="Arial"/>
              <a:ea typeface="Arial"/>
              <a:cs typeface="Arial"/>
              <a:sym typeface="Arial"/>
            </a:endParaRPr>
          </a:p>
        </p:txBody>
      </p:sp>
      <p:sp>
        <p:nvSpPr>
          <p:cNvPr id="1182" name="Google Shape;1182;p72"/>
          <p:cNvSpPr txBox="1"/>
          <p:nvPr/>
        </p:nvSpPr>
        <p:spPr>
          <a:xfrm>
            <a:off x="6388873" y="2890138"/>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Product upgrades</a:t>
            </a:r>
            <a:endParaRPr b="0" i="0" sz="1100" u="none" cap="none" strike="noStrike">
              <a:solidFill>
                <a:srgbClr val="000099"/>
              </a:solidFill>
              <a:latin typeface="Arial"/>
              <a:ea typeface="Arial"/>
              <a:cs typeface="Arial"/>
              <a:sym typeface="Arial"/>
            </a:endParaRPr>
          </a:p>
        </p:txBody>
      </p:sp>
      <p:sp>
        <p:nvSpPr>
          <p:cNvPr id="1183" name="Google Shape;1183;p72"/>
          <p:cNvSpPr txBox="1"/>
          <p:nvPr/>
        </p:nvSpPr>
        <p:spPr>
          <a:xfrm>
            <a:off x="7219858" y="4435501"/>
            <a:ext cx="13605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Enterprise grade environment</a:t>
            </a:r>
            <a:endParaRPr b="0" i="0" sz="1100" u="none" cap="none" strike="noStrike">
              <a:solidFill>
                <a:srgbClr val="000099"/>
              </a:solidFill>
              <a:latin typeface="Arial"/>
              <a:ea typeface="Arial"/>
              <a:cs typeface="Arial"/>
              <a:sym typeface="Arial"/>
            </a:endParaRPr>
          </a:p>
        </p:txBody>
      </p:sp>
      <p:sp>
        <p:nvSpPr>
          <p:cNvPr id="1184" name="Google Shape;1184;p72"/>
          <p:cNvSpPr txBox="1"/>
          <p:nvPr/>
        </p:nvSpPr>
        <p:spPr>
          <a:xfrm>
            <a:off x="8521576" y="3961217"/>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Ephemeral environment</a:t>
            </a:r>
            <a:endParaRPr b="0" i="0" sz="1100" u="none" cap="none" strike="noStrike">
              <a:solidFill>
                <a:srgbClr val="000099"/>
              </a:solidFill>
              <a:latin typeface="Arial"/>
              <a:ea typeface="Arial"/>
              <a:cs typeface="Arial"/>
              <a:sym typeface="Arial"/>
            </a:endParaRPr>
          </a:p>
        </p:txBody>
      </p:sp>
      <p:sp>
        <p:nvSpPr>
          <p:cNvPr id="1185" name="Google Shape;1185;p72"/>
          <p:cNvSpPr txBox="1"/>
          <p:nvPr/>
        </p:nvSpPr>
        <p:spPr>
          <a:xfrm>
            <a:off x="9355782" y="3021943"/>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Dynamic scaling </a:t>
            </a:r>
            <a:endParaRPr b="0" i="0" sz="1100" u="none" cap="none" strike="noStrike">
              <a:solidFill>
                <a:srgbClr val="000099"/>
              </a:solidFill>
              <a:latin typeface="Arial"/>
              <a:ea typeface="Arial"/>
              <a:cs typeface="Arial"/>
              <a:sym typeface="Arial"/>
            </a:endParaRPr>
          </a:p>
        </p:txBody>
      </p:sp>
      <p:sp>
        <p:nvSpPr>
          <p:cNvPr id="1186" name="Google Shape;1186;p72"/>
          <p:cNvSpPr/>
          <p:nvPr/>
        </p:nvSpPr>
        <p:spPr>
          <a:xfrm>
            <a:off x="3791125"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Configuration</a:t>
            </a:r>
            <a:endParaRPr b="0" i="0" sz="1100" u="none" cap="none" strike="noStrike">
              <a:solidFill>
                <a:srgbClr val="000000"/>
              </a:solidFill>
              <a:latin typeface="Arial"/>
              <a:ea typeface="Arial"/>
              <a:cs typeface="Arial"/>
              <a:sym typeface="Arial"/>
            </a:endParaRPr>
          </a:p>
        </p:txBody>
      </p:sp>
      <p:sp>
        <p:nvSpPr>
          <p:cNvPr id="1187" name="Google Shape;1187;p72"/>
          <p:cNvSpPr/>
          <p:nvPr/>
        </p:nvSpPr>
        <p:spPr>
          <a:xfrm>
            <a:off x="4814709"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Non-Production</a:t>
            </a:r>
            <a:endParaRPr b="0" i="0" sz="1100" u="none" cap="none" strike="noStrike">
              <a:solidFill>
                <a:srgbClr val="000000"/>
              </a:solidFill>
              <a:latin typeface="Arial"/>
              <a:ea typeface="Arial"/>
              <a:cs typeface="Arial"/>
              <a:sym typeface="Arial"/>
            </a:endParaRPr>
          </a:p>
        </p:txBody>
      </p:sp>
      <p:sp>
        <p:nvSpPr>
          <p:cNvPr id="1188" name="Google Shape;1188;p72"/>
          <p:cNvSpPr/>
          <p:nvPr/>
        </p:nvSpPr>
        <p:spPr>
          <a:xfrm>
            <a:off x="5838292"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Lifecycle Management</a:t>
            </a:r>
            <a:endParaRPr b="1" i="0" sz="800" u="none" cap="none" strike="noStrike">
              <a:solidFill>
                <a:srgbClr val="FFFFFF"/>
              </a:solidFill>
              <a:latin typeface="Calibri"/>
              <a:ea typeface="Calibri"/>
              <a:cs typeface="Calibri"/>
              <a:sym typeface="Calibri"/>
            </a:endParaRPr>
          </a:p>
        </p:txBody>
      </p:sp>
      <p:sp>
        <p:nvSpPr>
          <p:cNvPr id="1189" name="Google Shape;1189;p72"/>
          <p:cNvSpPr/>
          <p:nvPr/>
        </p:nvSpPr>
        <p:spPr>
          <a:xfrm>
            <a:off x="6861876"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GitOps</a:t>
            </a:r>
            <a:endParaRPr b="0" i="0" sz="1100" u="none" cap="none" strike="noStrike">
              <a:solidFill>
                <a:srgbClr val="000000"/>
              </a:solidFill>
              <a:latin typeface="Arial"/>
              <a:ea typeface="Arial"/>
              <a:cs typeface="Arial"/>
              <a:sym typeface="Arial"/>
            </a:endParaRPr>
          </a:p>
        </p:txBody>
      </p:sp>
      <p:sp>
        <p:nvSpPr>
          <p:cNvPr id="1190" name="Google Shape;1190;p72"/>
          <p:cNvSpPr/>
          <p:nvPr/>
        </p:nvSpPr>
        <p:spPr>
          <a:xfrm>
            <a:off x="7885460"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Production Environments</a:t>
            </a:r>
            <a:endParaRPr b="0" i="0" sz="1100" u="none" cap="none" strike="noStrike">
              <a:solidFill>
                <a:srgbClr val="000000"/>
              </a:solidFill>
              <a:latin typeface="Arial"/>
              <a:ea typeface="Arial"/>
              <a:cs typeface="Arial"/>
              <a:sym typeface="Arial"/>
            </a:endParaRPr>
          </a:p>
        </p:txBody>
      </p:sp>
      <p:sp>
        <p:nvSpPr>
          <p:cNvPr id="1191" name="Google Shape;1191;p72"/>
          <p:cNvSpPr/>
          <p:nvPr/>
        </p:nvSpPr>
        <p:spPr>
          <a:xfrm>
            <a:off x="8909043"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Self Service</a:t>
            </a:r>
            <a:endParaRPr b="0" i="0" sz="1100" u="none" cap="none" strike="noStrike">
              <a:solidFill>
                <a:srgbClr val="000000"/>
              </a:solidFill>
              <a:latin typeface="Arial"/>
              <a:ea typeface="Arial"/>
              <a:cs typeface="Arial"/>
              <a:sym typeface="Arial"/>
            </a:endParaRPr>
          </a:p>
        </p:txBody>
      </p:sp>
      <p:sp>
        <p:nvSpPr>
          <p:cNvPr id="1192" name="Google Shape;1192;p72"/>
          <p:cNvSpPr/>
          <p:nvPr/>
        </p:nvSpPr>
        <p:spPr>
          <a:xfrm>
            <a:off x="9932626"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Scale</a:t>
            </a:r>
            <a:endParaRPr b="0" i="0" sz="1100" u="none" cap="none" strike="noStrike">
              <a:solidFill>
                <a:srgbClr val="000000"/>
              </a:solidFill>
              <a:latin typeface="Arial"/>
              <a:ea typeface="Arial"/>
              <a:cs typeface="Arial"/>
              <a:sym typeface="Arial"/>
            </a:endParaRPr>
          </a:p>
        </p:txBody>
      </p:sp>
      <p:sp>
        <p:nvSpPr>
          <p:cNvPr id="1193" name="Google Shape;1193;p72"/>
          <p:cNvSpPr txBox="1"/>
          <p:nvPr/>
        </p:nvSpPr>
        <p:spPr>
          <a:xfrm>
            <a:off x="6325941" y="4099964"/>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Automated deployments</a:t>
            </a:r>
            <a:endParaRPr b="0" i="0" sz="1100" u="none" cap="none" strike="noStrike">
              <a:solidFill>
                <a:srgbClr val="000099"/>
              </a:solidFill>
              <a:latin typeface="Arial"/>
              <a:ea typeface="Arial"/>
              <a:cs typeface="Arial"/>
              <a:sym typeface="Arial"/>
            </a:endParaRPr>
          </a:p>
        </p:txBody>
      </p:sp>
      <p:sp>
        <p:nvSpPr>
          <p:cNvPr id="1194" name="Google Shape;1194;p72"/>
          <p:cNvSpPr/>
          <p:nvPr/>
        </p:nvSpPr>
        <p:spPr>
          <a:xfrm>
            <a:off x="3830631" y="47369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95" name="Google Shape;1195;p72"/>
          <p:cNvSpPr txBox="1"/>
          <p:nvPr/>
        </p:nvSpPr>
        <p:spPr>
          <a:xfrm>
            <a:off x="3866724" y="2145521"/>
            <a:ext cx="9924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Prod-like Sandbox</a:t>
            </a:r>
            <a:endParaRPr b="0" i="0" sz="1100" u="none" cap="none" strike="noStrike">
              <a:solidFill>
                <a:srgbClr val="000099"/>
              </a:solidFill>
              <a:latin typeface="Arial"/>
              <a:ea typeface="Arial"/>
              <a:cs typeface="Arial"/>
              <a:sym typeface="Arial"/>
            </a:endParaRPr>
          </a:p>
        </p:txBody>
      </p:sp>
      <p:sp>
        <p:nvSpPr>
          <p:cNvPr id="1196" name="Google Shape;1196;p72"/>
          <p:cNvSpPr/>
          <p:nvPr/>
        </p:nvSpPr>
        <p:spPr>
          <a:xfrm>
            <a:off x="4535481" y="2908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97" name="Google Shape;1197;p72"/>
          <p:cNvSpPr/>
          <p:nvPr/>
        </p:nvSpPr>
        <p:spPr>
          <a:xfrm>
            <a:off x="5907081" y="2527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98" name="Google Shape;1198;p72"/>
          <p:cNvSpPr/>
          <p:nvPr/>
        </p:nvSpPr>
        <p:spPr>
          <a:xfrm>
            <a:off x="6440481" y="314627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99" name="Google Shape;1199;p72"/>
          <p:cNvSpPr/>
          <p:nvPr/>
        </p:nvSpPr>
        <p:spPr>
          <a:xfrm>
            <a:off x="7202481" y="4051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200" name="Google Shape;1200;p72"/>
          <p:cNvSpPr/>
          <p:nvPr/>
        </p:nvSpPr>
        <p:spPr>
          <a:xfrm>
            <a:off x="7850181" y="43178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201" name="Google Shape;1201;p72"/>
          <p:cNvSpPr/>
          <p:nvPr/>
        </p:nvSpPr>
        <p:spPr>
          <a:xfrm>
            <a:off x="8688381" y="360347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202" name="Google Shape;1202;p72"/>
          <p:cNvSpPr/>
          <p:nvPr/>
        </p:nvSpPr>
        <p:spPr>
          <a:xfrm>
            <a:off x="9678981" y="274622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203" name="Google Shape;1203;p7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Adapted From: Flight Path End to End by Adam Seeley and Bob Mader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73"/>
          <p:cNvSpPr/>
          <p:nvPr/>
        </p:nvSpPr>
        <p:spPr>
          <a:xfrm>
            <a:off x="817800" y="1404375"/>
            <a:ext cx="9914400" cy="4802400"/>
          </a:xfrm>
          <a:prstGeom prst="rect">
            <a:avLst/>
          </a:prstGeom>
          <a:solidFill>
            <a:srgbClr val="F3F3F3"/>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rgbClr val="666666"/>
                </a:solidFill>
                <a:latin typeface="Red Hat Display"/>
                <a:ea typeface="Red Hat Display"/>
                <a:cs typeface="Red Hat Display"/>
                <a:sym typeface="Red Hat Display"/>
              </a:rPr>
              <a:t>Red Hat Infrastructure Standard Adoption Model</a:t>
            </a:r>
            <a:endParaRPr b="1" sz="1600">
              <a:solidFill>
                <a:srgbClr val="666666"/>
              </a:solidFill>
              <a:latin typeface="Red Hat Display"/>
              <a:ea typeface="Red Hat Display"/>
              <a:cs typeface="Red Hat Display"/>
              <a:sym typeface="Red Hat Display"/>
            </a:endParaRPr>
          </a:p>
          <a:p>
            <a:pPr indent="0" lvl="0" marL="114300" rtl="0" algn="l">
              <a:spcBef>
                <a:spcPts val="0"/>
              </a:spcBef>
              <a:spcAft>
                <a:spcPts val="0"/>
              </a:spcAft>
              <a:buNone/>
            </a:pPr>
            <a:r>
              <a:rPr lang="en" sz="1200">
                <a:solidFill>
                  <a:srgbClr val="666666"/>
                </a:solidFill>
                <a:latin typeface="Red Hat Display"/>
                <a:ea typeface="Red Hat Display"/>
                <a:cs typeface="Red Hat Display"/>
                <a:sym typeface="Red Hat Display"/>
              </a:rPr>
              <a:t>A modular framework to support customer infrastructure modernisation - click on components for more information</a:t>
            </a:r>
            <a:endParaRPr sz="1200">
              <a:solidFill>
                <a:srgbClr val="666666"/>
              </a:solidFill>
            </a:endParaRPr>
          </a:p>
        </p:txBody>
      </p:sp>
      <p:sp>
        <p:nvSpPr>
          <p:cNvPr id="1209" name="Google Shape;1209;p73"/>
          <p:cNvSpPr/>
          <p:nvPr/>
        </p:nvSpPr>
        <p:spPr>
          <a:xfrm>
            <a:off x="924825" y="1543350"/>
            <a:ext cx="9659100" cy="2499600"/>
          </a:xfrm>
          <a:prstGeom prst="rect">
            <a:avLst/>
          </a:prstGeom>
          <a:solidFill>
            <a:srgbClr val="D9D9D9"/>
          </a:solidFill>
          <a:ln>
            <a:noFill/>
          </a:ln>
        </p:spPr>
        <p:txBody>
          <a:bodyPr anchorCtr="0" anchor="b" bIns="121900" lIns="121900" spcFirstLastPara="1" rIns="121900" wrap="square" tIns="121900">
            <a:noAutofit/>
          </a:bodyPr>
          <a:lstStyle/>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210" name="Google Shape;1210;p73">
            <a:hlinkClick r:id="rId3"/>
          </p:cNvPr>
          <p:cNvSpPr/>
          <p:nvPr/>
        </p:nvSpPr>
        <p:spPr>
          <a:xfrm>
            <a:off x="10107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1100"/>
              <a:buFont typeface="Arial"/>
              <a:buNone/>
            </a:pPr>
            <a:r>
              <a:rPr lang="en" sz="9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900">
              <a:solidFill>
                <a:srgbClr val="FFFFFF"/>
              </a:solidFill>
            </a:endParaRPr>
          </a:p>
        </p:txBody>
      </p:sp>
      <p:sp>
        <p:nvSpPr>
          <p:cNvPr id="1211" name="Google Shape;1211;p73"/>
          <p:cNvSpPr txBox="1"/>
          <p:nvPr/>
        </p:nvSpPr>
        <p:spPr>
          <a:xfrm>
            <a:off x="860400" y="595033"/>
            <a:ext cx="9752100" cy="726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Red Hat Infrastructure Standard Adoption Model</a:t>
            </a:r>
            <a:endParaRPr sz="2700">
              <a:latin typeface="Red Hat Display Medium"/>
              <a:ea typeface="Red Hat Display Medium"/>
              <a:cs typeface="Red Hat Display Medium"/>
              <a:sym typeface="Red Hat Display Medium"/>
            </a:endParaRPr>
          </a:p>
        </p:txBody>
      </p:sp>
      <p:sp>
        <p:nvSpPr>
          <p:cNvPr id="1212" name="Google Shape;1212;p73"/>
          <p:cNvSpPr/>
          <p:nvPr/>
        </p:nvSpPr>
        <p:spPr>
          <a:xfrm>
            <a:off x="924925" y="4125875"/>
            <a:ext cx="9659100" cy="1450800"/>
          </a:xfrm>
          <a:prstGeom prst="rect">
            <a:avLst/>
          </a:prstGeom>
          <a:solidFill>
            <a:srgbClr val="D9D9D9"/>
          </a:solid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213" name="Google Shape;1213;p73">
            <a:hlinkClick r:id="rId5"/>
          </p:cNvPr>
          <p:cNvSpPr/>
          <p:nvPr/>
        </p:nvSpPr>
        <p:spPr>
          <a:xfrm>
            <a:off x="1010725" y="4907616"/>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a:solidFill>
                  <a:schemeClr val="lt1"/>
                </a:solidFill>
                <a:latin typeface="Red Hat Display Medium"/>
                <a:ea typeface="Red Hat Display Medium"/>
                <a:cs typeface="Red Hat Display Medium"/>
                <a:sym typeface="Red Hat Display Medium"/>
              </a:rPr>
              <a:t>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Engage with Red Hat to fully determine requirements, operational readiness.</a:t>
            </a:r>
            <a:endParaRPr sz="900">
              <a:solidFill>
                <a:srgbClr val="FFFFFF"/>
              </a:solidFill>
            </a:endParaRPr>
          </a:p>
        </p:txBody>
      </p:sp>
      <p:sp>
        <p:nvSpPr>
          <p:cNvPr id="1214" name="Google Shape;1214;p73">
            <a:hlinkClick r:id="rId7"/>
          </p:cNvPr>
          <p:cNvSpPr/>
          <p:nvPr/>
        </p:nvSpPr>
        <p:spPr>
          <a:xfrm>
            <a:off x="1010725" y="4233675"/>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Implement the Red Hat Infrastructure Standard Platform </a:t>
            </a:r>
            <a:r>
              <a:rPr b="1" lang="en">
                <a:solidFill>
                  <a:schemeClr val="lt1"/>
                </a:solidFill>
                <a:latin typeface="Red Hat Display"/>
                <a:ea typeface="Red Hat Display"/>
                <a:cs typeface="Red Hat Display"/>
                <a:sym typeface="Red Hat Display"/>
              </a:rPr>
              <a:t>*</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Required :building a secure, stable, manageable, automated RHEL platform to scale workloads on</a:t>
            </a:r>
            <a:endParaRPr sz="900">
              <a:solidFill>
                <a:srgbClr val="FFFFFF"/>
              </a:solidFill>
            </a:endParaRPr>
          </a:p>
        </p:txBody>
      </p:sp>
      <p:sp>
        <p:nvSpPr>
          <p:cNvPr id="1215" name="Google Shape;1215;p73"/>
          <p:cNvSpPr txBox="1"/>
          <p:nvPr/>
        </p:nvSpPr>
        <p:spPr>
          <a:xfrm>
            <a:off x="894000" y="6430025"/>
            <a:ext cx="8997300" cy="37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000">
                <a:solidFill>
                  <a:schemeClr val="dk1"/>
                </a:solidFill>
                <a:latin typeface="Red Hat Text"/>
                <a:ea typeface="Red Hat Text"/>
                <a:cs typeface="Red Hat Text"/>
                <a:sym typeface="Red Hat Text"/>
              </a:rPr>
              <a:t>* This component is mandatory unless the customer already has a RHEL Standard Operating Environment in place.</a:t>
            </a:r>
            <a:endParaRPr/>
          </a:p>
        </p:txBody>
      </p:sp>
      <p:sp>
        <p:nvSpPr>
          <p:cNvPr id="1216" name="Google Shape;1216;p73"/>
          <p:cNvSpPr txBox="1"/>
          <p:nvPr/>
        </p:nvSpPr>
        <p:spPr>
          <a:xfrm rot="-5400000">
            <a:off x="9747750" y="4615925"/>
            <a:ext cx="13548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Foundational</a:t>
            </a:r>
            <a:endParaRPr sz="1200"/>
          </a:p>
        </p:txBody>
      </p:sp>
      <p:sp>
        <p:nvSpPr>
          <p:cNvPr id="1217" name="Google Shape;1217;p73"/>
          <p:cNvSpPr txBox="1"/>
          <p:nvPr/>
        </p:nvSpPr>
        <p:spPr>
          <a:xfrm rot="-5400000">
            <a:off x="8881200" y="2605730"/>
            <a:ext cx="27831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Plugable Solutions</a:t>
            </a:r>
            <a:endParaRPr sz="12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at least one + Contribute</a:t>
            </a:r>
            <a:endParaRPr sz="1200">
              <a:solidFill>
                <a:schemeClr val="dk1"/>
              </a:solidFill>
              <a:latin typeface="Red Hat Text"/>
              <a:ea typeface="Red Hat Text"/>
              <a:cs typeface="Red Hat Text"/>
              <a:sym typeface="Red Hat Text"/>
            </a:endParaRPr>
          </a:p>
        </p:txBody>
      </p:sp>
      <p:sp>
        <p:nvSpPr>
          <p:cNvPr id="1218" name="Google Shape;1218;p73">
            <a:hlinkClick r:id="rId8"/>
          </p:cNvPr>
          <p:cNvSpPr/>
          <p:nvPr/>
        </p:nvSpPr>
        <p:spPr>
          <a:xfrm>
            <a:off x="23823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Analysing and converting in-place rpm based operating systems to RHEL.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This allows in-place upgrade to eliminate technical debt.</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endParaRPr>
          </a:p>
        </p:txBody>
      </p:sp>
      <p:sp>
        <p:nvSpPr>
          <p:cNvPr id="1219" name="Google Shape;1219;p73">
            <a:hlinkClick r:id="rId10"/>
          </p:cNvPr>
          <p:cNvSpPr/>
          <p:nvPr/>
        </p:nvSpPr>
        <p:spPr>
          <a:xfrm>
            <a:off x="37539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a:solidFill>
                  <a:schemeClr val="lt1"/>
                </a:solidFill>
                <a:latin typeface="Red Hat Display Medium"/>
                <a:ea typeface="Red Hat Display Medium"/>
                <a:cs typeface="Red Hat Display Medium"/>
                <a:sym typeface="Red Hat Display Medium"/>
              </a:rPr>
              <a:t>8 or 9</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in-place upgrading servers running older versions of RHEL to RHEL8 or RHEL9.</a:t>
            </a:r>
            <a:endParaRPr sz="900">
              <a:solidFill>
                <a:schemeClr val="lt1"/>
              </a:solidFill>
              <a:latin typeface="Red Hat Text"/>
              <a:ea typeface="Red Hat Text"/>
              <a:cs typeface="Red Hat Text"/>
              <a:sym typeface="Red Hat Text"/>
            </a:endParaRPr>
          </a:p>
        </p:txBody>
      </p:sp>
      <p:sp>
        <p:nvSpPr>
          <p:cNvPr id="1220" name="Google Shape;1220;p73">
            <a:hlinkClick r:id="rId12"/>
          </p:cNvPr>
          <p:cNvSpPr/>
          <p:nvPr/>
        </p:nvSpPr>
        <p:spPr>
          <a:xfrm>
            <a:off x="6471001" y="16406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Modernize Application Delivery</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migration of applications running any operating system to a standard methodology</a:t>
            </a:r>
            <a:endParaRPr sz="1600">
              <a:solidFill>
                <a:srgbClr val="FFFFFF"/>
              </a:solidFill>
            </a:endParaRPr>
          </a:p>
        </p:txBody>
      </p:sp>
      <p:sp>
        <p:nvSpPr>
          <p:cNvPr id="1221" name="Google Shape;1221;p73"/>
          <p:cNvSpPr/>
          <p:nvPr/>
        </p:nvSpPr>
        <p:spPr>
          <a:xfrm>
            <a:off x="81712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222" name="Google Shape;1222;p73"/>
          <p:cNvSpPr/>
          <p:nvPr/>
        </p:nvSpPr>
        <p:spPr>
          <a:xfrm>
            <a:off x="8052151"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223" name="Google Shape;1223;p73"/>
          <p:cNvSpPr/>
          <p:nvPr/>
        </p:nvSpPr>
        <p:spPr>
          <a:xfrm>
            <a:off x="79426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224" name="Google Shape;1224;p73">
            <a:hlinkClick r:id="rId13"/>
          </p:cNvPr>
          <p:cNvSpPr/>
          <p:nvPr/>
        </p:nvSpPr>
        <p:spPr>
          <a:xfrm>
            <a:off x="7842601" y="1640681"/>
            <a:ext cx="1274100" cy="2304600"/>
          </a:xfrm>
          <a:prstGeom prst="rect">
            <a:avLst/>
          </a:prstGeom>
          <a:solidFill>
            <a:srgbClr val="999999"/>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Deliver All Standard Workloads through Automation</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600">
              <a:solidFill>
                <a:srgbClr val="FFFFFF"/>
              </a:solidFill>
            </a:endParaRPr>
          </a:p>
        </p:txBody>
      </p:sp>
      <p:sp>
        <p:nvSpPr>
          <p:cNvPr id="1225" name="Google Shape;1225;p73">
            <a:hlinkClick r:id="rId14"/>
          </p:cNvPr>
          <p:cNvSpPr/>
          <p:nvPr/>
        </p:nvSpPr>
        <p:spPr>
          <a:xfrm>
            <a:off x="5112463" y="1649725"/>
            <a:ext cx="1274100" cy="23046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Modernize</a:t>
            </a:r>
            <a:br>
              <a:rPr lang="en">
                <a:solidFill>
                  <a:schemeClr val="lt1"/>
                </a:solidFill>
                <a:latin typeface="Red Hat Display Medium"/>
                <a:ea typeface="Red Hat Display Medium"/>
                <a:cs typeface="Red Hat Display Medium"/>
                <a:sym typeface="Red Hat Display Medium"/>
              </a:rPr>
            </a:br>
            <a:r>
              <a:rPr lang="en">
                <a:solidFill>
                  <a:schemeClr val="lt1"/>
                </a:solidFill>
                <a:latin typeface="Red Hat Display Medium"/>
                <a:ea typeface="Red Hat Display Medium"/>
                <a:cs typeface="Red Hat Display Medium"/>
                <a:sym typeface="Red Hat Display Medium"/>
              </a:rPr>
              <a:t>Virtualization</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Deploy New Virtualization Platforms and migrate workloads onto it.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1226" name="Google Shape;1226;p7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7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232" name="Google Shape;1232;p74"/>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is a Standard Operating </a:t>
            </a:r>
            <a:r>
              <a:rPr lang="en"/>
              <a:t>Environment</a:t>
            </a:r>
            <a:r>
              <a:rPr lang="en"/>
              <a:t> and how will developing one benefit my business</a:t>
            </a:r>
            <a:endParaRPr/>
          </a:p>
        </p:txBody>
      </p:sp>
      <p:sp>
        <p:nvSpPr>
          <p:cNvPr id="1233" name="Google Shape;1233;p74"/>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A Standard Operating Environment</a:t>
            </a:r>
            <a:endParaRPr/>
          </a:p>
        </p:txBody>
      </p:sp>
      <p:sp>
        <p:nvSpPr>
          <p:cNvPr id="1234" name="Google Shape;1234;p7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7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sp>
        <p:nvSpPr>
          <p:cNvPr id="1240" name="Google Shape;1240;p7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241" name="Google Shape;1241;p75"/>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What is a </a:t>
            </a:r>
            <a:r>
              <a:rPr b="1" lang="en"/>
              <a:t>Standard Operating Environment</a:t>
            </a:r>
            <a:r>
              <a:rPr lang="en">
                <a:latin typeface="Red Hat Display Medium"/>
                <a:ea typeface="Red Hat Display Medium"/>
                <a:cs typeface="Red Hat Display Medium"/>
                <a:sym typeface="Red Hat Display Medium"/>
              </a:rPr>
              <a:t>?</a:t>
            </a:r>
            <a:endParaRPr>
              <a:latin typeface="Red Hat Display Medium"/>
              <a:ea typeface="Red Hat Display Medium"/>
              <a:cs typeface="Red Hat Display Medium"/>
              <a:sym typeface="Red Hat Display Medium"/>
            </a:endParaRPr>
          </a:p>
        </p:txBody>
      </p:sp>
      <p:sp>
        <p:nvSpPr>
          <p:cNvPr id="1242" name="Google Shape;1242;p7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243" name="Google Shape;1243;p75"/>
          <p:cNvSpPr txBox="1"/>
          <p:nvPr/>
        </p:nvSpPr>
        <p:spPr>
          <a:xfrm>
            <a:off x="2428875" y="1895475"/>
            <a:ext cx="82485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latin typeface="Red Hat Display"/>
                <a:ea typeface="Red Hat Display"/>
                <a:cs typeface="Red Hat Display"/>
                <a:sym typeface="Red Hat Display"/>
              </a:rPr>
              <a:t>A</a:t>
            </a:r>
            <a:r>
              <a:rPr lang="en" sz="2800">
                <a:latin typeface="Red Hat Display"/>
                <a:ea typeface="Red Hat Display"/>
                <a:cs typeface="Red Hat Display"/>
                <a:sym typeface="Red Hat Display"/>
              </a:rPr>
              <a:t> </a:t>
            </a:r>
            <a:r>
              <a:rPr b="1" lang="en" sz="2800">
                <a:solidFill>
                  <a:srgbClr val="A30000"/>
                </a:solidFill>
                <a:latin typeface="Red Hat Display"/>
                <a:ea typeface="Red Hat Display"/>
                <a:cs typeface="Red Hat Display"/>
                <a:sym typeface="Red Hat Display"/>
              </a:rPr>
              <a:t>model</a:t>
            </a:r>
            <a:r>
              <a:rPr lang="en" sz="2800">
                <a:latin typeface="Red Hat Display"/>
                <a:ea typeface="Red Hat Display"/>
                <a:cs typeface="Red Hat Display"/>
                <a:sym typeface="Red Hat Display"/>
              </a:rPr>
              <a:t>  for the </a:t>
            </a:r>
            <a:r>
              <a:rPr b="1" lang="en" sz="2800">
                <a:solidFill>
                  <a:srgbClr val="A30000"/>
                </a:solidFill>
                <a:latin typeface="Red Hat Display"/>
                <a:ea typeface="Red Hat Display"/>
                <a:cs typeface="Red Hat Display"/>
                <a:sym typeface="Red Hat Display"/>
              </a:rPr>
              <a:t>conditions</a:t>
            </a:r>
            <a:r>
              <a:rPr lang="en" sz="2800">
                <a:latin typeface="Red Hat Display"/>
                <a:ea typeface="Red Hat Display"/>
                <a:cs typeface="Red Hat Display"/>
                <a:sym typeface="Red Hat Display"/>
              </a:rPr>
              <a:t> under which we </a:t>
            </a:r>
            <a:r>
              <a:rPr b="1" lang="en" sz="2800">
                <a:solidFill>
                  <a:srgbClr val="A30000"/>
                </a:solidFill>
                <a:latin typeface="Red Hat Display"/>
                <a:ea typeface="Red Hat Display"/>
                <a:cs typeface="Red Hat Display"/>
                <a:sym typeface="Red Hat Display"/>
              </a:rPr>
              <a:t>control</a:t>
            </a:r>
            <a:r>
              <a:rPr lang="en" sz="2800">
                <a:latin typeface="Red Hat Display"/>
                <a:ea typeface="Red Hat Display"/>
                <a:cs typeface="Red Hat Display"/>
                <a:sym typeface="Red Hat Display"/>
              </a:rPr>
              <a:t> our machines, systems and processes.</a:t>
            </a:r>
            <a:endParaRPr sz="2800">
              <a:latin typeface="Red Hat Display"/>
              <a:ea typeface="Red Hat Display"/>
              <a:cs typeface="Red Hat Display"/>
              <a:sym typeface="Red Hat Display"/>
            </a:endParaRPr>
          </a:p>
          <a:p>
            <a:pPr indent="0" lvl="0" marL="0" rtl="0" algn="l">
              <a:spcBef>
                <a:spcPts val="0"/>
              </a:spcBef>
              <a:spcAft>
                <a:spcPts val="0"/>
              </a:spcAft>
              <a:buNone/>
            </a:pPr>
            <a:r>
              <a:t/>
            </a:r>
            <a:endParaRPr sz="1100">
              <a:latin typeface="Red Hat Display"/>
              <a:ea typeface="Red Hat Display"/>
              <a:cs typeface="Red Hat Display"/>
              <a:sym typeface="Red Hat Display"/>
            </a:endParaRPr>
          </a:p>
        </p:txBody>
      </p:sp>
      <p:sp>
        <p:nvSpPr>
          <p:cNvPr id="1244" name="Google Shape;1244;p75"/>
          <p:cNvSpPr txBox="1"/>
          <p:nvPr/>
        </p:nvSpPr>
        <p:spPr>
          <a:xfrm>
            <a:off x="2452495" y="5394777"/>
            <a:ext cx="819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latin typeface="Red Hat Display"/>
                <a:ea typeface="Red Hat Display"/>
                <a:cs typeface="Red Hat Display"/>
                <a:sym typeface="Red Hat Display"/>
              </a:rPr>
              <a:t>A primary goal of the RH-ISAM project is to describe the components used in, and provide automation for, delivering infrastructure to ease and codify the building and maintaining of SOEs for Red Hat Enterprise Linux environments. </a:t>
            </a:r>
            <a:endParaRPr>
              <a:latin typeface="Red Hat Display"/>
              <a:ea typeface="Red Hat Display"/>
              <a:cs typeface="Red Hat Display"/>
              <a:sym typeface="Red Hat Display"/>
            </a:endParaRPr>
          </a:p>
        </p:txBody>
      </p:sp>
      <p:sp>
        <p:nvSpPr>
          <p:cNvPr id="1245" name="Google Shape;1245;p75"/>
          <p:cNvSpPr txBox="1"/>
          <p:nvPr/>
        </p:nvSpPr>
        <p:spPr>
          <a:xfrm>
            <a:off x="2428875" y="3114675"/>
            <a:ext cx="82485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latin typeface="Red Hat Display"/>
                <a:ea typeface="Red Hat Display"/>
                <a:cs typeface="Red Hat Display"/>
                <a:sym typeface="Red Hat Display"/>
              </a:rPr>
              <a:t>Value</a:t>
            </a:r>
            <a:r>
              <a:rPr lang="en" sz="2800">
                <a:latin typeface="Red Hat Display"/>
                <a:ea typeface="Red Hat Display"/>
                <a:cs typeface="Red Hat Display"/>
                <a:sym typeface="Red Hat Display"/>
              </a:rPr>
              <a:t> is created when we can refactor to a short, discrete list of SOEs using select tools designed to work together in well-defined processes, providing a path to integrated </a:t>
            </a:r>
            <a:r>
              <a:rPr b="1" lang="en" sz="2800">
                <a:solidFill>
                  <a:srgbClr val="A30000"/>
                </a:solidFill>
                <a:latin typeface="Red Hat Display"/>
                <a:ea typeface="Red Hat Display"/>
                <a:cs typeface="Red Hat Display"/>
                <a:sym typeface="Red Hat Display"/>
              </a:rPr>
              <a:t>Automation</a:t>
            </a:r>
            <a:r>
              <a:rPr lang="en" sz="2800">
                <a:latin typeface="Red Hat Display"/>
                <a:ea typeface="Red Hat Display"/>
                <a:cs typeface="Red Hat Display"/>
                <a:sym typeface="Red Hat Display"/>
              </a:rPr>
              <a:t>.</a:t>
            </a:r>
            <a:endParaRPr sz="2800">
              <a:latin typeface="Red Hat Display"/>
              <a:ea typeface="Red Hat Display"/>
              <a:cs typeface="Red Hat Display"/>
              <a:sym typeface="Red Hat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7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latin typeface="Red Hat Display SemiBold"/>
                <a:ea typeface="Red Hat Display SemiBold"/>
                <a:cs typeface="Red Hat Display SemiBold"/>
                <a:sym typeface="Red Hat Display SemiBold"/>
              </a:rPr>
              <a:t>Red Hat Infrastructure Standard Adoption Model</a:t>
            </a:r>
            <a:endParaRPr/>
          </a:p>
        </p:txBody>
      </p:sp>
      <p:sp>
        <p:nvSpPr>
          <p:cNvPr id="1251" name="Google Shape;1251;p7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252" name="Google Shape;1252;p76"/>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But Why an SOE?</a:t>
            </a:r>
            <a:endParaRPr>
              <a:latin typeface="Red Hat Display Medium"/>
              <a:ea typeface="Red Hat Display Medium"/>
              <a:cs typeface="Red Hat Display Medium"/>
              <a:sym typeface="Red Hat Display Medium"/>
            </a:endParaRPr>
          </a:p>
        </p:txBody>
      </p:sp>
      <p:sp>
        <p:nvSpPr>
          <p:cNvPr id="1253" name="Google Shape;1253;p76"/>
          <p:cNvSpPr txBox="1"/>
          <p:nvPr/>
        </p:nvSpPr>
        <p:spPr>
          <a:xfrm>
            <a:off x="1324625" y="1561575"/>
            <a:ext cx="22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Efficiency</a:t>
            </a:r>
            <a:endParaRPr b="1">
              <a:latin typeface="Red Hat Display"/>
              <a:ea typeface="Red Hat Display"/>
              <a:cs typeface="Red Hat Display"/>
              <a:sym typeface="Red Hat Display"/>
            </a:endParaRPr>
          </a:p>
        </p:txBody>
      </p:sp>
      <p:sp>
        <p:nvSpPr>
          <p:cNvPr id="1254" name="Google Shape;1254;p76"/>
          <p:cNvSpPr txBox="1"/>
          <p:nvPr/>
        </p:nvSpPr>
        <p:spPr>
          <a:xfrm>
            <a:off x="3839300"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Simplified Onboarding and Support</a:t>
            </a:r>
            <a:endParaRPr b="1">
              <a:latin typeface="Red Hat Display"/>
              <a:ea typeface="Red Hat Display"/>
              <a:cs typeface="Red Hat Display"/>
              <a:sym typeface="Red Hat Display"/>
            </a:endParaRPr>
          </a:p>
        </p:txBody>
      </p:sp>
      <p:sp>
        <p:nvSpPr>
          <p:cNvPr id="1255" name="Google Shape;1255;p76"/>
          <p:cNvSpPr txBox="1"/>
          <p:nvPr/>
        </p:nvSpPr>
        <p:spPr>
          <a:xfrm>
            <a:off x="6353825"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Enhanced Compliance and Security</a:t>
            </a:r>
            <a:endParaRPr b="1">
              <a:latin typeface="Red Hat Display"/>
              <a:ea typeface="Red Hat Display"/>
              <a:cs typeface="Red Hat Display"/>
              <a:sym typeface="Red Hat Display"/>
            </a:endParaRPr>
          </a:p>
        </p:txBody>
      </p:sp>
      <p:sp>
        <p:nvSpPr>
          <p:cNvPr id="1256" name="Google Shape;1256;p76"/>
          <p:cNvSpPr txBox="1"/>
          <p:nvPr/>
        </p:nvSpPr>
        <p:spPr>
          <a:xfrm>
            <a:off x="8868425"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Healthy Patterns sustain Automation</a:t>
            </a:r>
            <a:endParaRPr b="1">
              <a:latin typeface="Red Hat Display"/>
              <a:ea typeface="Red Hat Display"/>
              <a:cs typeface="Red Hat Display"/>
              <a:sym typeface="Red Hat Display"/>
            </a:endParaRPr>
          </a:p>
        </p:txBody>
      </p:sp>
      <p:sp>
        <p:nvSpPr>
          <p:cNvPr id="1257" name="Google Shape;1257;p76"/>
          <p:cNvSpPr/>
          <p:nvPr/>
        </p:nvSpPr>
        <p:spPr>
          <a:xfrm>
            <a:off x="1324625" y="2469075"/>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simplifies and streamlines delivery and operations.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reduces volume of documentation, special procedures, and allows easier drift detection.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Infrastructure operations become more responsive as a result </a:t>
            </a:r>
            <a:endParaRPr>
              <a:latin typeface="Red Hat Display"/>
              <a:ea typeface="Red Hat Display"/>
              <a:cs typeface="Red Hat Display"/>
              <a:sym typeface="Red Hat Display"/>
            </a:endParaRPr>
          </a:p>
        </p:txBody>
      </p:sp>
      <p:sp>
        <p:nvSpPr>
          <p:cNvPr id="1258" name="Google Shape;1258;p76"/>
          <p:cNvSpPr/>
          <p:nvPr/>
        </p:nvSpPr>
        <p:spPr>
          <a:xfrm>
            <a:off x="3839225" y="2469075"/>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reduces silos, tribal knowledge and allows for deeper knowledge to develop in teams</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helps new-hires get to day2 faster</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Operations and Helpdesk throughput increases</a:t>
            </a:r>
            <a:endParaRPr>
              <a:latin typeface="Red Hat Display"/>
              <a:ea typeface="Red Hat Display"/>
              <a:cs typeface="Red Hat Display"/>
              <a:sym typeface="Red Hat Display"/>
            </a:endParaRPr>
          </a:p>
        </p:txBody>
      </p:sp>
      <p:sp>
        <p:nvSpPr>
          <p:cNvPr id="1259" name="Google Shape;1259;p76"/>
          <p:cNvSpPr/>
          <p:nvPr/>
        </p:nvSpPr>
        <p:spPr>
          <a:xfrm>
            <a:off x="6353825" y="2469075"/>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allows for faster anomaly detection. Configuration, behaviour and logging exceptions outside the norm are more easily spotted.</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helps teams move beyond the checkbox and deliver on cybersecurity maturity</a:t>
            </a:r>
            <a:endParaRPr>
              <a:latin typeface="Red Hat Display"/>
              <a:ea typeface="Red Hat Display"/>
              <a:cs typeface="Red Hat Display"/>
              <a:sym typeface="Red Hat Display"/>
            </a:endParaRPr>
          </a:p>
        </p:txBody>
      </p:sp>
      <p:sp>
        <p:nvSpPr>
          <p:cNvPr id="1260" name="Google Shape;1260;p76"/>
          <p:cNvSpPr/>
          <p:nvPr/>
        </p:nvSpPr>
        <p:spPr>
          <a:xfrm>
            <a:off x="8868425" y="2469075"/>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is a precursor to sustainable automation.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Delivering on proven design patterns allows for the extension of automation process  beyond simple configuration and extend to systems generation and event driven response</a:t>
            </a:r>
            <a:endParaRPr>
              <a:latin typeface="Red Hat Display"/>
              <a:ea typeface="Red Hat Display"/>
              <a:cs typeface="Red Hat Display"/>
              <a:sym typeface="Red Hat Display"/>
            </a:endParaRPr>
          </a:p>
        </p:txBody>
      </p:sp>
      <p:sp>
        <p:nvSpPr>
          <p:cNvPr id="1261" name="Google Shape;1261;p76"/>
          <p:cNvSpPr txBox="1"/>
          <p:nvPr>
            <p:ph idx="4294967295" type="subTitle"/>
          </p:nvPr>
        </p:nvSpPr>
        <p:spPr>
          <a:xfrm>
            <a:off x="885125" y="11963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chemeClr val="accent2"/>
                </a:solidFill>
              </a:rPr>
              <a:t>What Hyperscalers do isn’t magic.</a:t>
            </a:r>
            <a:endParaRPr>
              <a:solidFill>
                <a:schemeClr val="accent2"/>
              </a:solidFill>
            </a:endParaRPr>
          </a:p>
        </p:txBody>
      </p:sp>
      <p:sp>
        <p:nvSpPr>
          <p:cNvPr id="1262" name="Google Shape;1262;p7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263" name="Google Shape;1263;p76"/>
          <p:cNvSpPr/>
          <p:nvPr/>
        </p:nvSpPr>
        <p:spPr>
          <a:xfrm>
            <a:off x="1324625" y="5629413"/>
            <a:ext cx="9751500" cy="4002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These are only a few of the benefits organizations realize… also, easier development, rapid solution delivery, stability, etc..</a:t>
            </a:r>
            <a:endParaRPr>
              <a:latin typeface="Red Hat Display"/>
              <a:ea typeface="Red Hat Display"/>
              <a:cs typeface="Red Hat Display"/>
              <a:sym typeface="Red Hat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grpSp>
        <p:nvGrpSpPr>
          <p:cNvPr id="1268" name="Google Shape;1268;p77"/>
          <p:cNvGrpSpPr/>
          <p:nvPr/>
        </p:nvGrpSpPr>
        <p:grpSpPr>
          <a:xfrm>
            <a:off x="115196" y="1035769"/>
            <a:ext cx="11888603" cy="4977176"/>
            <a:chOff x="127533" y="929814"/>
            <a:chExt cx="8916675" cy="3732975"/>
          </a:xfrm>
        </p:grpSpPr>
        <p:cxnSp>
          <p:nvCxnSpPr>
            <p:cNvPr id="1269" name="Google Shape;1269;p77"/>
            <p:cNvCxnSpPr/>
            <p:nvPr/>
          </p:nvCxnSpPr>
          <p:spPr>
            <a:xfrm>
              <a:off x="4721416" y="1442743"/>
              <a:ext cx="0" cy="2774400"/>
            </a:xfrm>
            <a:prstGeom prst="straightConnector1">
              <a:avLst/>
            </a:prstGeom>
            <a:noFill/>
            <a:ln cap="flat" cmpd="sng" w="38100">
              <a:solidFill>
                <a:srgbClr val="EE0000"/>
              </a:solidFill>
              <a:prstDash val="solid"/>
              <a:round/>
              <a:headEnd len="med" w="med" type="none"/>
              <a:tailEnd len="med" w="med" type="none"/>
            </a:ln>
          </p:spPr>
        </p:cxnSp>
        <p:grpSp>
          <p:nvGrpSpPr>
            <p:cNvPr id="1270" name="Google Shape;1270;p77"/>
            <p:cNvGrpSpPr/>
            <p:nvPr/>
          </p:nvGrpSpPr>
          <p:grpSpPr>
            <a:xfrm>
              <a:off x="3209733" y="1619546"/>
              <a:ext cx="3022843" cy="2420525"/>
              <a:chOff x="2935975" y="1211775"/>
              <a:chExt cx="3009900" cy="3021125"/>
            </a:xfrm>
          </p:grpSpPr>
          <p:sp>
            <p:nvSpPr>
              <p:cNvPr id="1271" name="Google Shape;1271;p77"/>
              <p:cNvSpPr/>
              <p:nvPr/>
            </p:nvSpPr>
            <p:spPr>
              <a:xfrm>
                <a:off x="2935975" y="1211775"/>
                <a:ext cx="2857500" cy="2857500"/>
              </a:xfrm>
              <a:prstGeom prst="pie">
                <a:avLst>
                  <a:gd fmla="val 10812404" name="adj1"/>
                  <a:gd fmla="val 16200000" name="adj2"/>
                </a:avLst>
              </a:prstGeom>
              <a:solidFill>
                <a:schemeClr val="lt2"/>
              </a:solidFill>
              <a:ln>
                <a:noFill/>
              </a:ln>
            </p:spPr>
            <p:txBody>
              <a:bodyPr anchorCtr="0" anchor="ctr" bIns="122400" lIns="122400" spcFirstLastPara="1" rIns="122400" wrap="square" tIns="122400">
                <a:noAutofit/>
              </a:bodyPr>
              <a:lstStyle/>
              <a:p>
                <a:pPr indent="0" lvl="0" marL="0" rtl="0" algn="l">
                  <a:spcBef>
                    <a:spcPts val="0"/>
                  </a:spcBef>
                  <a:spcAft>
                    <a:spcPts val="0"/>
                  </a:spcAft>
                  <a:buNone/>
                </a:pPr>
                <a:r>
                  <a:t/>
                </a:r>
                <a:endParaRPr/>
              </a:p>
            </p:txBody>
          </p:sp>
          <p:sp>
            <p:nvSpPr>
              <p:cNvPr id="1272" name="Google Shape;1272;p77"/>
              <p:cNvSpPr/>
              <p:nvPr/>
            </p:nvSpPr>
            <p:spPr>
              <a:xfrm rot="5400000">
                <a:off x="3088375" y="1211775"/>
                <a:ext cx="2857500" cy="2857500"/>
              </a:xfrm>
              <a:prstGeom prst="pie">
                <a:avLst>
                  <a:gd fmla="val 10812404" name="adj1"/>
                  <a:gd fmla="val 16200000" name="adj2"/>
                </a:avLst>
              </a:prstGeom>
              <a:solidFill>
                <a:schemeClr val="lt2"/>
              </a:solidFill>
              <a:ln>
                <a:noFill/>
              </a:ln>
            </p:spPr>
            <p:txBody>
              <a:bodyPr anchorCtr="0" anchor="ctr" bIns="122400" lIns="122400" spcFirstLastPara="1" rIns="122400" wrap="square" tIns="122400">
                <a:noAutofit/>
              </a:bodyPr>
              <a:lstStyle/>
              <a:p>
                <a:pPr indent="0" lvl="0" marL="0" rtl="0" algn="l">
                  <a:spcBef>
                    <a:spcPts val="0"/>
                  </a:spcBef>
                  <a:spcAft>
                    <a:spcPts val="0"/>
                  </a:spcAft>
                  <a:buNone/>
                </a:pPr>
                <a:r>
                  <a:t/>
                </a:r>
                <a:endParaRPr/>
              </a:p>
            </p:txBody>
          </p:sp>
          <p:sp>
            <p:nvSpPr>
              <p:cNvPr id="1273" name="Google Shape;1273;p77"/>
              <p:cNvSpPr/>
              <p:nvPr/>
            </p:nvSpPr>
            <p:spPr>
              <a:xfrm rot="10800000">
                <a:off x="3088375" y="1375400"/>
                <a:ext cx="2857500" cy="2857500"/>
              </a:xfrm>
              <a:prstGeom prst="pie">
                <a:avLst>
                  <a:gd fmla="val 10812404" name="adj1"/>
                  <a:gd fmla="val 16200000" name="adj2"/>
                </a:avLst>
              </a:prstGeom>
              <a:solidFill>
                <a:schemeClr val="lt2"/>
              </a:solidFill>
              <a:ln>
                <a:noFill/>
              </a:ln>
            </p:spPr>
            <p:txBody>
              <a:bodyPr anchorCtr="0" anchor="ctr" bIns="122400" lIns="122400" spcFirstLastPara="1" rIns="122400" wrap="square" tIns="122400">
                <a:noAutofit/>
              </a:bodyPr>
              <a:lstStyle/>
              <a:p>
                <a:pPr indent="0" lvl="0" marL="0" rtl="0" algn="l">
                  <a:spcBef>
                    <a:spcPts val="0"/>
                  </a:spcBef>
                  <a:spcAft>
                    <a:spcPts val="0"/>
                  </a:spcAft>
                  <a:buNone/>
                </a:pPr>
                <a:r>
                  <a:t/>
                </a:r>
                <a:endParaRPr/>
              </a:p>
            </p:txBody>
          </p:sp>
          <p:sp>
            <p:nvSpPr>
              <p:cNvPr id="1274" name="Google Shape;1274;p77"/>
              <p:cNvSpPr/>
              <p:nvPr/>
            </p:nvSpPr>
            <p:spPr>
              <a:xfrm rot="-5400000">
                <a:off x="2935975" y="1375400"/>
                <a:ext cx="2857500" cy="2857500"/>
              </a:xfrm>
              <a:prstGeom prst="pie">
                <a:avLst>
                  <a:gd fmla="val 10812404" name="adj1"/>
                  <a:gd fmla="val 16200000" name="adj2"/>
                </a:avLst>
              </a:prstGeom>
              <a:solidFill>
                <a:schemeClr val="lt2"/>
              </a:solidFill>
              <a:ln>
                <a:noFill/>
              </a:ln>
            </p:spPr>
            <p:txBody>
              <a:bodyPr anchorCtr="0" anchor="ctr" bIns="122400" lIns="122400" spcFirstLastPara="1" rIns="122400" wrap="square" tIns="122400">
                <a:noAutofit/>
              </a:bodyPr>
              <a:lstStyle/>
              <a:p>
                <a:pPr indent="0" lvl="0" marL="0" rtl="0" algn="l">
                  <a:spcBef>
                    <a:spcPts val="0"/>
                  </a:spcBef>
                  <a:spcAft>
                    <a:spcPts val="0"/>
                  </a:spcAft>
                  <a:buNone/>
                </a:pPr>
                <a:r>
                  <a:t/>
                </a:r>
                <a:endParaRPr/>
              </a:p>
            </p:txBody>
          </p:sp>
        </p:grpSp>
        <p:cxnSp>
          <p:nvCxnSpPr>
            <p:cNvPr id="1275" name="Google Shape;1275;p77"/>
            <p:cNvCxnSpPr/>
            <p:nvPr/>
          </p:nvCxnSpPr>
          <p:spPr>
            <a:xfrm>
              <a:off x="4721462" y="1091135"/>
              <a:ext cx="0" cy="3477600"/>
            </a:xfrm>
            <a:prstGeom prst="straightConnector1">
              <a:avLst/>
            </a:prstGeom>
            <a:noFill/>
            <a:ln cap="flat" cmpd="sng" w="38100">
              <a:solidFill>
                <a:srgbClr val="EE0000"/>
              </a:solidFill>
              <a:prstDash val="solid"/>
              <a:round/>
              <a:headEnd len="med" w="med" type="none"/>
              <a:tailEnd len="med" w="med" type="none"/>
            </a:ln>
          </p:spPr>
        </p:cxnSp>
        <p:sp>
          <p:nvSpPr>
            <p:cNvPr id="1276" name="Google Shape;1276;p77"/>
            <p:cNvSpPr txBox="1"/>
            <p:nvPr/>
          </p:nvSpPr>
          <p:spPr>
            <a:xfrm>
              <a:off x="4206097" y="1176544"/>
              <a:ext cx="1077300" cy="312300"/>
            </a:xfrm>
            <a:prstGeom prst="rect">
              <a:avLst/>
            </a:prstGeom>
            <a:solidFill>
              <a:srgbClr val="EE0000"/>
            </a:solidFill>
            <a:ln cap="flat" cmpd="sng" w="9525">
              <a:solidFill>
                <a:srgbClr val="EE0000"/>
              </a:solidFill>
              <a:prstDash val="solid"/>
              <a:round/>
              <a:headEnd len="sm" w="sm" type="none"/>
              <a:tailEnd len="sm" w="sm" type="none"/>
            </a:ln>
          </p:spPr>
          <p:txBody>
            <a:bodyPr anchorCtr="0" anchor="t" bIns="122400" lIns="122400" spcFirstLastPara="1" rIns="122400" wrap="square" tIns="122400">
              <a:spAutoFit/>
            </a:bodyPr>
            <a:lstStyle/>
            <a:p>
              <a:pPr indent="0" lvl="0" marL="0" rtl="0" algn="ctr">
                <a:spcBef>
                  <a:spcPts val="0"/>
                </a:spcBef>
                <a:spcAft>
                  <a:spcPts val="0"/>
                </a:spcAft>
                <a:buNone/>
              </a:pPr>
              <a:r>
                <a:rPr lang="en" sz="1100">
                  <a:solidFill>
                    <a:srgbClr val="FFFFFF"/>
                  </a:solidFill>
                  <a:latin typeface="Red Hat Display Black"/>
                  <a:ea typeface="Red Hat Display Black"/>
                  <a:cs typeface="Red Hat Display Black"/>
                  <a:sym typeface="Red Hat Display Black"/>
                </a:rPr>
                <a:t>TANGIBLE</a:t>
              </a:r>
              <a:endParaRPr sz="1100">
                <a:solidFill>
                  <a:srgbClr val="FFFFFF"/>
                </a:solidFill>
                <a:latin typeface="Red Hat Display Black"/>
                <a:ea typeface="Red Hat Display Black"/>
                <a:cs typeface="Red Hat Display Black"/>
                <a:sym typeface="Red Hat Display Black"/>
              </a:endParaRPr>
            </a:p>
          </p:txBody>
        </p:sp>
        <p:sp>
          <p:nvSpPr>
            <p:cNvPr id="1277" name="Google Shape;1277;p77"/>
            <p:cNvSpPr txBox="1"/>
            <p:nvPr/>
          </p:nvSpPr>
          <p:spPr>
            <a:xfrm>
              <a:off x="4263142" y="4224445"/>
              <a:ext cx="1077300" cy="312300"/>
            </a:xfrm>
            <a:prstGeom prst="rect">
              <a:avLst/>
            </a:prstGeom>
            <a:solidFill>
              <a:srgbClr val="EE0000"/>
            </a:solidFill>
            <a:ln cap="flat" cmpd="sng" w="9525">
              <a:solidFill>
                <a:srgbClr val="EE0000"/>
              </a:solidFill>
              <a:prstDash val="solid"/>
              <a:round/>
              <a:headEnd len="sm" w="sm" type="none"/>
              <a:tailEnd len="sm" w="sm" type="none"/>
            </a:ln>
          </p:spPr>
          <p:txBody>
            <a:bodyPr anchorCtr="0" anchor="t" bIns="122400" lIns="122400" spcFirstLastPara="1" rIns="122400" wrap="square" tIns="122400">
              <a:spAutoFit/>
            </a:bodyPr>
            <a:lstStyle/>
            <a:p>
              <a:pPr indent="0" lvl="0" marL="0" rtl="0" algn="ctr">
                <a:spcBef>
                  <a:spcPts val="0"/>
                </a:spcBef>
                <a:spcAft>
                  <a:spcPts val="0"/>
                </a:spcAft>
                <a:buNone/>
              </a:pPr>
              <a:r>
                <a:rPr lang="en" sz="1100">
                  <a:solidFill>
                    <a:srgbClr val="FFFFFF"/>
                  </a:solidFill>
                  <a:latin typeface="Red Hat Display Black"/>
                  <a:ea typeface="Red Hat Display Black"/>
                  <a:cs typeface="Red Hat Display Black"/>
                  <a:sym typeface="Red Hat Display Black"/>
                </a:rPr>
                <a:t>INTANGIBLE</a:t>
              </a:r>
              <a:endParaRPr sz="1100">
                <a:solidFill>
                  <a:srgbClr val="FFFFFF"/>
                </a:solidFill>
                <a:latin typeface="Red Hat Display Black"/>
                <a:ea typeface="Red Hat Display Black"/>
                <a:cs typeface="Red Hat Display Black"/>
                <a:sym typeface="Red Hat Display Black"/>
              </a:endParaRPr>
            </a:p>
          </p:txBody>
        </p:sp>
        <p:sp>
          <p:nvSpPr>
            <p:cNvPr id="1278" name="Google Shape;1278;p77"/>
            <p:cNvSpPr txBox="1"/>
            <p:nvPr/>
          </p:nvSpPr>
          <p:spPr>
            <a:xfrm>
              <a:off x="6460242" y="2630338"/>
              <a:ext cx="1362000" cy="312300"/>
            </a:xfrm>
            <a:prstGeom prst="rect">
              <a:avLst/>
            </a:prstGeom>
            <a:solidFill>
              <a:srgbClr val="EE0000"/>
            </a:solidFill>
            <a:ln cap="flat" cmpd="sng" w="9525">
              <a:solidFill>
                <a:srgbClr val="EE0000"/>
              </a:solidFill>
              <a:prstDash val="solid"/>
              <a:round/>
              <a:headEnd len="sm" w="sm" type="none"/>
              <a:tailEnd len="sm" w="sm" type="none"/>
            </a:ln>
          </p:spPr>
          <p:txBody>
            <a:bodyPr anchorCtr="0" anchor="t" bIns="122400" lIns="27525" spcFirstLastPara="1" rIns="27525" wrap="square" tIns="122400">
              <a:spAutoFit/>
            </a:bodyPr>
            <a:lstStyle/>
            <a:p>
              <a:pPr indent="0" lvl="0" marL="0" rtl="0" algn="ctr">
                <a:spcBef>
                  <a:spcPts val="0"/>
                </a:spcBef>
                <a:spcAft>
                  <a:spcPts val="0"/>
                </a:spcAft>
                <a:buNone/>
              </a:pPr>
              <a:r>
                <a:rPr lang="en" sz="1100">
                  <a:solidFill>
                    <a:srgbClr val="FFFFFF"/>
                  </a:solidFill>
                  <a:latin typeface="Red Hat Display Black"/>
                  <a:ea typeface="Red Hat Display Black"/>
                  <a:cs typeface="Red Hat Display Black"/>
                  <a:sym typeface="Red Hat Display Black"/>
                </a:rPr>
                <a:t>BOTTOM LINE</a:t>
              </a:r>
              <a:endParaRPr sz="1100">
                <a:solidFill>
                  <a:srgbClr val="FFFFFF"/>
                </a:solidFill>
                <a:latin typeface="Red Hat Display Black"/>
                <a:ea typeface="Red Hat Display Black"/>
                <a:cs typeface="Red Hat Display Black"/>
                <a:sym typeface="Red Hat Display Black"/>
              </a:endParaRPr>
            </a:p>
          </p:txBody>
        </p:sp>
        <p:sp>
          <p:nvSpPr>
            <p:cNvPr id="1279" name="Google Shape;1279;p77"/>
            <p:cNvSpPr txBox="1"/>
            <p:nvPr/>
          </p:nvSpPr>
          <p:spPr>
            <a:xfrm>
              <a:off x="1620983" y="2630338"/>
              <a:ext cx="1362000" cy="312300"/>
            </a:xfrm>
            <a:prstGeom prst="rect">
              <a:avLst/>
            </a:prstGeom>
            <a:solidFill>
              <a:srgbClr val="EE0000"/>
            </a:solidFill>
            <a:ln cap="flat" cmpd="sng" w="9525">
              <a:solidFill>
                <a:srgbClr val="EE0000"/>
              </a:solidFill>
              <a:prstDash val="solid"/>
              <a:round/>
              <a:headEnd len="sm" w="sm" type="none"/>
              <a:tailEnd len="sm" w="sm" type="none"/>
            </a:ln>
          </p:spPr>
          <p:txBody>
            <a:bodyPr anchorCtr="0" anchor="t" bIns="122400" lIns="122400" spcFirstLastPara="1" rIns="122400" wrap="square" tIns="122400">
              <a:spAutoFit/>
            </a:bodyPr>
            <a:lstStyle/>
            <a:p>
              <a:pPr indent="0" lvl="0" marL="0" rtl="0" algn="ctr">
                <a:spcBef>
                  <a:spcPts val="0"/>
                </a:spcBef>
                <a:spcAft>
                  <a:spcPts val="0"/>
                </a:spcAft>
                <a:buNone/>
              </a:pPr>
              <a:r>
                <a:rPr lang="en" sz="1100">
                  <a:solidFill>
                    <a:srgbClr val="FFFFFF"/>
                  </a:solidFill>
                  <a:latin typeface="Red Hat Display Black"/>
                  <a:ea typeface="Red Hat Display Black"/>
                  <a:cs typeface="Red Hat Display Black"/>
                  <a:sym typeface="Red Hat Display Black"/>
                </a:rPr>
                <a:t>TOP LINE</a:t>
              </a:r>
              <a:endParaRPr sz="1100">
                <a:solidFill>
                  <a:srgbClr val="FFFFFF"/>
                </a:solidFill>
                <a:latin typeface="Red Hat Display Black"/>
                <a:ea typeface="Red Hat Display Black"/>
                <a:cs typeface="Red Hat Display Black"/>
                <a:sym typeface="Red Hat Display Black"/>
              </a:endParaRPr>
            </a:p>
          </p:txBody>
        </p:sp>
        <p:grpSp>
          <p:nvGrpSpPr>
            <p:cNvPr id="1280" name="Google Shape;1280;p77"/>
            <p:cNvGrpSpPr/>
            <p:nvPr/>
          </p:nvGrpSpPr>
          <p:grpSpPr>
            <a:xfrm>
              <a:off x="4898355" y="2023535"/>
              <a:ext cx="1334175" cy="553725"/>
              <a:chOff x="6531140" y="2698047"/>
              <a:chExt cx="1778900" cy="738300"/>
            </a:xfrm>
          </p:grpSpPr>
          <p:sp>
            <p:nvSpPr>
              <p:cNvPr id="1281" name="Google Shape;1281;p77"/>
              <p:cNvSpPr/>
              <p:nvPr/>
            </p:nvSpPr>
            <p:spPr>
              <a:xfrm>
                <a:off x="6542660" y="2717427"/>
                <a:ext cx="1664100" cy="702300"/>
              </a:xfrm>
              <a:prstGeom prst="rect">
                <a:avLst/>
              </a:prstGeom>
              <a:solidFill>
                <a:srgbClr val="EEEEEE"/>
              </a:solidFill>
              <a:ln>
                <a:noFill/>
              </a:ln>
              <a:effectLst>
                <a:outerShdw blurRad="57150" rotWithShape="0" algn="bl" dir="5520000" dist="19050">
                  <a:srgbClr val="000000">
                    <a:alpha val="58000"/>
                  </a:srgbClr>
                </a:outerShdw>
              </a:effectLst>
            </p:spPr>
            <p:txBody>
              <a:bodyPr anchorCtr="0" anchor="ctr" bIns="122400" lIns="122400" spcFirstLastPara="1" rIns="122400" wrap="square" tIns="122400">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1282" name="Google Shape;1282;p77"/>
              <p:cNvSpPr txBox="1"/>
              <p:nvPr/>
            </p:nvSpPr>
            <p:spPr>
              <a:xfrm>
                <a:off x="6873640" y="2698047"/>
                <a:ext cx="1436400" cy="738300"/>
              </a:xfrm>
              <a:prstGeom prst="rect">
                <a:avLst/>
              </a:prstGeom>
              <a:noFill/>
              <a:ln>
                <a:noFill/>
              </a:ln>
            </p:spPr>
            <p:txBody>
              <a:bodyPr anchorCtr="0" anchor="ctr" bIns="122400" lIns="122400" spcFirstLastPara="1" rIns="122400" wrap="square" tIns="122400">
                <a:noAutofit/>
              </a:bodyPr>
              <a:lstStyle/>
              <a:p>
                <a:pPr indent="0" lvl="0" marL="0" marR="0" rtl="0" algn="l">
                  <a:lnSpc>
                    <a:spcPct val="100000"/>
                  </a:lnSpc>
                  <a:spcBef>
                    <a:spcPts val="0"/>
                  </a:spcBef>
                  <a:spcAft>
                    <a:spcPts val="0"/>
                  </a:spcAft>
                  <a:buNone/>
                </a:pPr>
                <a:r>
                  <a:rPr b="1" lang="en" sz="1300">
                    <a:solidFill>
                      <a:srgbClr val="EE0000"/>
                    </a:solidFill>
                    <a:latin typeface="Red Hat Display"/>
                    <a:ea typeface="Red Hat Display"/>
                    <a:cs typeface="Red Hat Display"/>
                    <a:sym typeface="Red Hat Display"/>
                  </a:rPr>
                  <a:t>Cost Optimization</a:t>
                </a:r>
                <a:endParaRPr b="1" sz="1300">
                  <a:solidFill>
                    <a:srgbClr val="EE0000"/>
                  </a:solidFill>
                  <a:latin typeface="Red Hat Display"/>
                  <a:ea typeface="Red Hat Display"/>
                  <a:cs typeface="Red Hat Display"/>
                  <a:sym typeface="Red Hat Display"/>
                </a:endParaRPr>
              </a:p>
            </p:txBody>
          </p:sp>
          <p:pic>
            <p:nvPicPr>
              <p:cNvPr id="1283" name="Google Shape;1283;p77"/>
              <p:cNvPicPr preferRelativeResize="0"/>
              <p:nvPr/>
            </p:nvPicPr>
            <p:blipFill rotWithShape="1">
              <a:blip r:embed="rId3">
                <a:alphaModFix/>
              </a:blip>
              <a:srcRect b="0" l="0" r="0" t="0"/>
              <a:stretch/>
            </p:blipFill>
            <p:spPr>
              <a:xfrm>
                <a:off x="6531140" y="2803982"/>
                <a:ext cx="474083" cy="474074"/>
              </a:xfrm>
              <a:prstGeom prst="rect">
                <a:avLst/>
              </a:prstGeom>
              <a:noFill/>
              <a:ln>
                <a:noFill/>
              </a:ln>
            </p:spPr>
          </p:pic>
        </p:grpSp>
        <p:grpSp>
          <p:nvGrpSpPr>
            <p:cNvPr id="1284" name="Google Shape;1284;p77"/>
            <p:cNvGrpSpPr/>
            <p:nvPr/>
          </p:nvGrpSpPr>
          <p:grpSpPr>
            <a:xfrm>
              <a:off x="4903701" y="3014126"/>
              <a:ext cx="1251412" cy="553632"/>
              <a:chOff x="6538267" y="4018835"/>
              <a:chExt cx="1668549" cy="738177"/>
            </a:xfrm>
          </p:grpSpPr>
          <p:grpSp>
            <p:nvGrpSpPr>
              <p:cNvPr id="1285" name="Google Shape;1285;p77"/>
              <p:cNvGrpSpPr/>
              <p:nvPr/>
            </p:nvGrpSpPr>
            <p:grpSpPr>
              <a:xfrm>
                <a:off x="6538267" y="4018835"/>
                <a:ext cx="1668549" cy="738177"/>
                <a:chOff x="4738164" y="2992505"/>
                <a:chExt cx="1143155" cy="633900"/>
              </a:xfrm>
            </p:grpSpPr>
            <p:sp>
              <p:nvSpPr>
                <p:cNvPr id="1286" name="Google Shape;1286;p77"/>
                <p:cNvSpPr/>
                <p:nvPr/>
              </p:nvSpPr>
              <p:spPr>
                <a:xfrm>
                  <a:off x="4738164" y="3017754"/>
                  <a:ext cx="1140000" cy="555900"/>
                </a:xfrm>
                <a:prstGeom prst="rect">
                  <a:avLst/>
                </a:prstGeom>
                <a:solidFill>
                  <a:srgbClr val="EEEEEE"/>
                </a:solidFill>
                <a:ln>
                  <a:noFill/>
                </a:ln>
                <a:effectLst>
                  <a:outerShdw blurRad="57150" rotWithShape="0" algn="bl" dir="5520000" dist="19050">
                    <a:srgbClr val="000000">
                      <a:alpha val="58000"/>
                    </a:srgbClr>
                  </a:outerShdw>
                </a:effectLst>
              </p:spPr>
              <p:txBody>
                <a:bodyPr anchorCtr="0" anchor="ctr" bIns="122400" lIns="122400" spcFirstLastPara="1" rIns="122400" wrap="square" tIns="122400">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1287" name="Google Shape;1287;p77"/>
                <p:cNvSpPr txBox="1"/>
                <p:nvPr/>
              </p:nvSpPr>
              <p:spPr>
                <a:xfrm>
                  <a:off x="5058719" y="2992505"/>
                  <a:ext cx="822600" cy="633900"/>
                </a:xfrm>
                <a:prstGeom prst="rect">
                  <a:avLst/>
                </a:prstGeom>
                <a:noFill/>
                <a:ln>
                  <a:noFill/>
                </a:ln>
              </p:spPr>
              <p:txBody>
                <a:bodyPr anchorCtr="0" anchor="ctr" bIns="122400" lIns="122400" spcFirstLastPara="1" rIns="122400" wrap="square" tIns="122400">
                  <a:noAutofit/>
                </a:bodyPr>
                <a:lstStyle/>
                <a:p>
                  <a:pPr indent="0" lvl="0" marL="0" rtl="0" algn="l">
                    <a:spcBef>
                      <a:spcPts val="0"/>
                    </a:spcBef>
                    <a:spcAft>
                      <a:spcPts val="0"/>
                    </a:spcAft>
                    <a:buNone/>
                  </a:pPr>
                  <a:r>
                    <a:rPr b="1" lang="en" sz="1300">
                      <a:solidFill>
                        <a:srgbClr val="EE0000"/>
                      </a:solidFill>
                      <a:latin typeface="Red Hat Display"/>
                      <a:ea typeface="Red Hat Display"/>
                      <a:cs typeface="Red Hat Display"/>
                      <a:sym typeface="Red Hat Display"/>
                    </a:rPr>
                    <a:t>Risk Mngmnt</a:t>
                  </a:r>
                  <a:endParaRPr b="1" sz="1300">
                    <a:solidFill>
                      <a:srgbClr val="EE0000"/>
                    </a:solidFill>
                    <a:latin typeface="Red Hat Display"/>
                    <a:ea typeface="Red Hat Display"/>
                    <a:cs typeface="Red Hat Display"/>
                    <a:sym typeface="Red Hat Display"/>
                  </a:endParaRPr>
                </a:p>
              </p:txBody>
            </p:sp>
          </p:grpSp>
          <p:pic>
            <p:nvPicPr>
              <p:cNvPr id="1288" name="Google Shape;1288;p77"/>
              <p:cNvPicPr preferRelativeResize="0"/>
              <p:nvPr/>
            </p:nvPicPr>
            <p:blipFill rotWithShape="1">
              <a:blip r:embed="rId4">
                <a:alphaModFix/>
              </a:blip>
              <a:srcRect b="0" l="0" r="0" t="0"/>
              <a:stretch/>
            </p:blipFill>
            <p:spPr>
              <a:xfrm>
                <a:off x="6646789" y="4120507"/>
                <a:ext cx="390000" cy="389986"/>
              </a:xfrm>
              <a:prstGeom prst="rect">
                <a:avLst/>
              </a:prstGeom>
              <a:noFill/>
              <a:ln>
                <a:noFill/>
              </a:ln>
            </p:spPr>
          </p:pic>
        </p:grpSp>
        <p:grpSp>
          <p:nvGrpSpPr>
            <p:cNvPr id="1289" name="Google Shape;1289;p77"/>
            <p:cNvGrpSpPr/>
            <p:nvPr/>
          </p:nvGrpSpPr>
          <p:grpSpPr>
            <a:xfrm>
              <a:off x="3222462" y="3040985"/>
              <a:ext cx="1316596" cy="609817"/>
              <a:chOff x="4296617" y="4054646"/>
              <a:chExt cx="1755461" cy="813090"/>
            </a:xfrm>
          </p:grpSpPr>
          <p:grpSp>
            <p:nvGrpSpPr>
              <p:cNvPr id="1290" name="Google Shape;1290;p77"/>
              <p:cNvGrpSpPr/>
              <p:nvPr/>
            </p:nvGrpSpPr>
            <p:grpSpPr>
              <a:xfrm>
                <a:off x="4296617" y="4054646"/>
                <a:ext cx="1755461" cy="813090"/>
                <a:chOff x="3202366" y="3023257"/>
                <a:chExt cx="1202700" cy="698231"/>
              </a:xfrm>
            </p:grpSpPr>
            <p:sp>
              <p:nvSpPr>
                <p:cNvPr id="1291" name="Google Shape;1291;p77"/>
                <p:cNvSpPr/>
                <p:nvPr/>
              </p:nvSpPr>
              <p:spPr>
                <a:xfrm>
                  <a:off x="3202366" y="3023257"/>
                  <a:ext cx="1202700" cy="555900"/>
                </a:xfrm>
                <a:prstGeom prst="rect">
                  <a:avLst/>
                </a:prstGeom>
                <a:solidFill>
                  <a:srgbClr val="EEEEEE"/>
                </a:solidFill>
                <a:ln>
                  <a:noFill/>
                </a:ln>
                <a:effectLst>
                  <a:outerShdw blurRad="57150" rotWithShape="0" algn="bl" dir="5520000" dist="19050">
                    <a:srgbClr val="000000">
                      <a:alpha val="58000"/>
                    </a:srgbClr>
                  </a:outerShdw>
                </a:effectLst>
              </p:spPr>
              <p:txBody>
                <a:bodyPr anchorCtr="0" anchor="ctr" bIns="122400" lIns="122400" spcFirstLastPara="1" rIns="122400" wrap="square" tIns="122400">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1292" name="Google Shape;1292;p77"/>
                <p:cNvSpPr txBox="1"/>
                <p:nvPr/>
              </p:nvSpPr>
              <p:spPr>
                <a:xfrm>
                  <a:off x="3253860" y="3087588"/>
                  <a:ext cx="727200" cy="633900"/>
                </a:xfrm>
                <a:prstGeom prst="rect">
                  <a:avLst/>
                </a:prstGeom>
                <a:noFill/>
                <a:ln>
                  <a:noFill/>
                </a:ln>
              </p:spPr>
              <p:txBody>
                <a:bodyPr anchorCtr="0" anchor="ctr" bIns="122400" lIns="122400" spcFirstLastPara="1" rIns="122400" wrap="square" tIns="122400">
                  <a:noAutofit/>
                </a:bodyPr>
                <a:lstStyle/>
                <a:p>
                  <a:pPr indent="0" lvl="0" marL="0" rtl="0" algn="r">
                    <a:spcBef>
                      <a:spcPts val="0"/>
                    </a:spcBef>
                    <a:spcAft>
                      <a:spcPts val="0"/>
                    </a:spcAft>
                    <a:buNone/>
                  </a:pPr>
                  <a:r>
                    <a:rPr b="1" lang="en" sz="1300">
                      <a:solidFill>
                        <a:srgbClr val="EE0000"/>
                      </a:solidFill>
                      <a:latin typeface="Red Hat Display"/>
                      <a:ea typeface="Red Hat Display"/>
                      <a:cs typeface="Red Hat Display"/>
                      <a:sym typeface="Red Hat Display"/>
                    </a:rPr>
                    <a:t>Strategic </a:t>
                  </a:r>
                  <a:endParaRPr b="1" sz="1300">
                    <a:solidFill>
                      <a:srgbClr val="EE0000"/>
                    </a:solidFill>
                    <a:latin typeface="Red Hat Display"/>
                    <a:ea typeface="Red Hat Display"/>
                    <a:cs typeface="Red Hat Display"/>
                    <a:sym typeface="Red Hat Display"/>
                  </a:endParaRPr>
                </a:p>
                <a:p>
                  <a:pPr indent="0" lvl="0" marL="0" rtl="0" algn="r">
                    <a:spcBef>
                      <a:spcPts val="0"/>
                    </a:spcBef>
                    <a:spcAft>
                      <a:spcPts val="0"/>
                    </a:spcAft>
                    <a:buNone/>
                  </a:pPr>
                  <a:r>
                    <a:rPr b="1" lang="en" sz="1300">
                      <a:solidFill>
                        <a:srgbClr val="EE0000"/>
                      </a:solidFill>
                      <a:latin typeface="Red Hat Display"/>
                      <a:ea typeface="Red Hat Display"/>
                      <a:cs typeface="Red Hat Display"/>
                      <a:sym typeface="Red Hat Display"/>
                    </a:rPr>
                    <a:t>Goals</a:t>
                  </a:r>
                  <a:endParaRPr b="1" sz="1300">
                    <a:solidFill>
                      <a:srgbClr val="EE0000"/>
                    </a:solidFill>
                    <a:latin typeface="Red Hat Display"/>
                    <a:ea typeface="Red Hat Display"/>
                    <a:cs typeface="Red Hat Display"/>
                    <a:sym typeface="Red Hat Display"/>
                  </a:endParaRPr>
                </a:p>
              </p:txBody>
            </p:sp>
          </p:grpSp>
          <p:pic>
            <p:nvPicPr>
              <p:cNvPr id="1293" name="Google Shape;1293;p77"/>
              <p:cNvPicPr preferRelativeResize="0"/>
              <p:nvPr/>
            </p:nvPicPr>
            <p:blipFill rotWithShape="1">
              <a:blip r:embed="rId5">
                <a:alphaModFix/>
              </a:blip>
              <a:srcRect b="0" l="0" r="0" t="0"/>
              <a:stretch/>
            </p:blipFill>
            <p:spPr>
              <a:xfrm>
                <a:off x="5469581" y="4115856"/>
                <a:ext cx="474079" cy="474075"/>
              </a:xfrm>
              <a:prstGeom prst="rect">
                <a:avLst/>
              </a:prstGeom>
              <a:noFill/>
              <a:ln>
                <a:noFill/>
              </a:ln>
            </p:spPr>
          </p:pic>
        </p:grpSp>
        <p:grpSp>
          <p:nvGrpSpPr>
            <p:cNvPr id="1294" name="Google Shape;1294;p77"/>
            <p:cNvGrpSpPr/>
            <p:nvPr/>
          </p:nvGrpSpPr>
          <p:grpSpPr>
            <a:xfrm>
              <a:off x="3227789" y="2025952"/>
              <a:ext cx="1316700" cy="553725"/>
              <a:chOff x="4303718" y="2701269"/>
              <a:chExt cx="1755600" cy="738300"/>
            </a:xfrm>
          </p:grpSpPr>
          <p:sp>
            <p:nvSpPr>
              <p:cNvPr id="1295" name="Google Shape;1295;p77"/>
              <p:cNvSpPr/>
              <p:nvPr/>
            </p:nvSpPr>
            <p:spPr>
              <a:xfrm>
                <a:off x="4303718" y="2701269"/>
                <a:ext cx="1755600" cy="738300"/>
              </a:xfrm>
              <a:prstGeom prst="rect">
                <a:avLst/>
              </a:prstGeom>
              <a:solidFill>
                <a:srgbClr val="EEEEEE"/>
              </a:solidFill>
              <a:ln>
                <a:noFill/>
              </a:ln>
              <a:effectLst>
                <a:outerShdw blurRad="57150" rotWithShape="0" algn="bl" dir="5520000" dist="19050">
                  <a:srgbClr val="000000">
                    <a:alpha val="58000"/>
                  </a:srgbClr>
                </a:outerShdw>
              </a:effectLst>
            </p:spPr>
            <p:txBody>
              <a:bodyPr anchorCtr="0" anchor="ctr" bIns="122400" lIns="122400" spcFirstLastPara="1" rIns="122400" wrap="square" tIns="122400">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1296" name="Google Shape;1296;p77"/>
              <p:cNvSpPr txBox="1"/>
              <p:nvPr/>
            </p:nvSpPr>
            <p:spPr>
              <a:xfrm>
                <a:off x="4397581" y="2717325"/>
                <a:ext cx="1101000" cy="647400"/>
              </a:xfrm>
              <a:prstGeom prst="rect">
                <a:avLst/>
              </a:prstGeom>
              <a:noFill/>
              <a:ln>
                <a:noFill/>
              </a:ln>
            </p:spPr>
            <p:txBody>
              <a:bodyPr anchorCtr="0" anchor="ctr" bIns="122400" lIns="122400" spcFirstLastPara="1" rIns="122400" wrap="square" tIns="122400">
                <a:noAutofit/>
              </a:bodyPr>
              <a:lstStyle/>
              <a:p>
                <a:pPr indent="0" lvl="0" marL="0" rtl="0" algn="r">
                  <a:spcBef>
                    <a:spcPts val="0"/>
                  </a:spcBef>
                  <a:spcAft>
                    <a:spcPts val="0"/>
                  </a:spcAft>
                  <a:buNone/>
                </a:pPr>
                <a:r>
                  <a:rPr b="1" lang="en" sz="1300">
                    <a:solidFill>
                      <a:srgbClr val="EE0000"/>
                    </a:solidFill>
                    <a:latin typeface="Red Hat Display"/>
                    <a:ea typeface="Red Hat Display"/>
                    <a:cs typeface="Red Hat Display"/>
                    <a:sym typeface="Red Hat Display"/>
                  </a:rPr>
                  <a:t>Revenue Growth</a:t>
                </a:r>
                <a:endParaRPr b="1" sz="1300">
                  <a:solidFill>
                    <a:srgbClr val="EE0000"/>
                  </a:solidFill>
                  <a:latin typeface="Red Hat Display"/>
                  <a:ea typeface="Red Hat Display"/>
                  <a:cs typeface="Red Hat Display"/>
                  <a:sym typeface="Red Hat Display"/>
                </a:endParaRPr>
              </a:p>
            </p:txBody>
          </p:sp>
          <p:pic>
            <p:nvPicPr>
              <p:cNvPr id="1297" name="Google Shape;1297;p77"/>
              <p:cNvPicPr preferRelativeResize="0"/>
              <p:nvPr/>
            </p:nvPicPr>
            <p:blipFill rotWithShape="1">
              <a:blip r:embed="rId6">
                <a:alphaModFix/>
              </a:blip>
              <a:srcRect b="0" l="0" r="0" t="0"/>
              <a:stretch/>
            </p:blipFill>
            <p:spPr>
              <a:xfrm>
                <a:off x="5498719" y="2816327"/>
                <a:ext cx="474079" cy="474088"/>
              </a:xfrm>
              <a:prstGeom prst="rect">
                <a:avLst/>
              </a:prstGeom>
              <a:noFill/>
              <a:ln>
                <a:noFill/>
              </a:ln>
            </p:spPr>
          </p:pic>
        </p:grpSp>
        <p:sp>
          <p:nvSpPr>
            <p:cNvPr id="1298" name="Google Shape;1298;p77"/>
            <p:cNvSpPr/>
            <p:nvPr/>
          </p:nvSpPr>
          <p:spPr>
            <a:xfrm>
              <a:off x="160156" y="973889"/>
              <a:ext cx="1244700" cy="1539300"/>
            </a:xfrm>
            <a:prstGeom prst="roundRect">
              <a:avLst>
                <a:gd fmla="val 7644" name="adj"/>
              </a:avLst>
            </a:prstGeom>
            <a:solidFill>
              <a:schemeClr val="dk1"/>
            </a:solidFill>
            <a:ln>
              <a:noFill/>
            </a:ln>
            <a:effectLst>
              <a:outerShdw blurRad="114300" rotWithShape="0" algn="bl" dir="5400000" dist="95250">
                <a:srgbClr val="000000">
                  <a:alpha val="20000"/>
                </a:srgbClr>
              </a:outerShdw>
            </a:effectLst>
          </p:spPr>
          <p:txBody>
            <a:bodyPr anchorCtr="0" anchor="ctr" bIns="34400" lIns="68875" spcFirstLastPara="1" rIns="68875" wrap="square" tIns="34400">
              <a:noAutofit/>
            </a:bodyPr>
            <a:lstStyle/>
            <a:p>
              <a:pPr indent="0" lvl="1" marL="0" marR="0" rtl="0" algn="ctr">
                <a:lnSpc>
                  <a:spcPct val="100000"/>
                </a:lnSpc>
                <a:spcBef>
                  <a:spcPts val="0"/>
                </a:spcBef>
                <a:spcAft>
                  <a:spcPts val="0"/>
                </a:spcAft>
                <a:buNone/>
              </a:pPr>
              <a:r>
                <a:t/>
              </a:r>
              <a:endParaRPr b="1" sz="1300"/>
            </a:p>
          </p:txBody>
        </p:sp>
        <p:grpSp>
          <p:nvGrpSpPr>
            <p:cNvPr id="1299" name="Google Shape;1299;p77"/>
            <p:cNvGrpSpPr/>
            <p:nvPr/>
          </p:nvGrpSpPr>
          <p:grpSpPr>
            <a:xfrm>
              <a:off x="127533" y="1123239"/>
              <a:ext cx="1362000" cy="1848000"/>
              <a:chOff x="127470" y="1142206"/>
              <a:chExt cx="1362000" cy="1848000"/>
            </a:xfrm>
          </p:grpSpPr>
          <p:sp>
            <p:nvSpPr>
              <p:cNvPr id="1300" name="Google Shape;1300;p77"/>
              <p:cNvSpPr txBox="1"/>
              <p:nvPr/>
            </p:nvSpPr>
            <p:spPr>
              <a:xfrm>
                <a:off x="127470" y="1142206"/>
                <a:ext cx="1362000" cy="1848000"/>
              </a:xfrm>
              <a:prstGeom prst="rect">
                <a:avLst/>
              </a:prstGeom>
              <a:noFill/>
              <a:ln>
                <a:noFill/>
              </a:ln>
            </p:spPr>
            <p:txBody>
              <a:bodyPr anchorCtr="0" anchor="t" bIns="122425" lIns="122425" spcFirstLastPara="1" rIns="122425" wrap="square" tIns="122425">
                <a:spAutoFit/>
              </a:bodyPr>
              <a:lstStyle/>
              <a:p>
                <a:pPr indent="0" lvl="0" marL="609600" rtl="0" algn="l">
                  <a:spcBef>
                    <a:spcPts val="0"/>
                  </a:spcBef>
                  <a:spcAft>
                    <a:spcPts val="0"/>
                  </a:spcAft>
                  <a:buNone/>
                </a:pPr>
                <a:r>
                  <a:rPr lang="en" sz="1200">
                    <a:solidFill>
                      <a:schemeClr val="lt1"/>
                    </a:solidFill>
                    <a:latin typeface="Red Hat Text"/>
                    <a:ea typeface="Red Hat Text"/>
                    <a:cs typeface="Red Hat Text"/>
                    <a:sym typeface="Red Hat Text"/>
                  </a:rPr>
                  <a:t>Revenue</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rPr lang="en" sz="1200">
                    <a:solidFill>
                      <a:schemeClr val="lt1"/>
                    </a:solidFill>
                    <a:latin typeface="Red Hat Text"/>
                    <a:ea typeface="Red Hat Text"/>
                    <a:cs typeface="Red Hat Text"/>
                    <a:sym typeface="Red Hat Text"/>
                  </a:rPr>
                  <a:t>AppDev productivity</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rPr lang="en" sz="1200">
                    <a:solidFill>
                      <a:schemeClr val="lt1"/>
                    </a:solidFill>
                    <a:latin typeface="Red Hat Text"/>
                    <a:ea typeface="Red Hat Text"/>
                    <a:cs typeface="Red Hat Text"/>
                    <a:sym typeface="Red Hat Text"/>
                  </a:rPr>
                  <a:t>NPS</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rPr lang="en" sz="1200">
                    <a:solidFill>
                      <a:schemeClr val="lt1"/>
                    </a:solidFill>
                    <a:latin typeface="Red Hat Text"/>
                    <a:ea typeface="Red Hat Text"/>
                    <a:cs typeface="Red Hat Text"/>
                    <a:sym typeface="Red Hat Text"/>
                  </a:rPr>
                  <a:t>Market share</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p:txBody>
          </p:sp>
          <p:sp>
            <p:nvSpPr>
              <p:cNvPr id="1301" name="Google Shape;1301;p77"/>
              <p:cNvSpPr/>
              <p:nvPr/>
            </p:nvSpPr>
            <p:spPr>
              <a:xfrm flipH="1">
                <a:off x="299095" y="1142206"/>
                <a:ext cx="292500" cy="12936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grpSp>
        <p:grpSp>
          <p:nvGrpSpPr>
            <p:cNvPr id="1302" name="Google Shape;1302;p77"/>
            <p:cNvGrpSpPr/>
            <p:nvPr/>
          </p:nvGrpSpPr>
          <p:grpSpPr>
            <a:xfrm>
              <a:off x="7884408" y="929814"/>
              <a:ext cx="1159800" cy="1635000"/>
              <a:chOff x="7898242" y="949750"/>
              <a:chExt cx="1159800" cy="1635000"/>
            </a:xfrm>
          </p:grpSpPr>
          <p:sp>
            <p:nvSpPr>
              <p:cNvPr id="1303" name="Google Shape;1303;p77"/>
              <p:cNvSpPr/>
              <p:nvPr/>
            </p:nvSpPr>
            <p:spPr>
              <a:xfrm>
                <a:off x="7898242" y="949750"/>
                <a:ext cx="1159800" cy="1635000"/>
              </a:xfrm>
              <a:prstGeom prst="roundRect">
                <a:avLst>
                  <a:gd fmla="val 7644" name="adj"/>
                </a:avLst>
              </a:prstGeom>
              <a:solidFill>
                <a:schemeClr val="dk1"/>
              </a:solidFill>
              <a:ln>
                <a:noFill/>
              </a:ln>
              <a:effectLst>
                <a:outerShdw blurRad="114300" rotWithShape="0" algn="bl" dir="2760000" dist="95250">
                  <a:srgbClr val="000000">
                    <a:alpha val="21000"/>
                  </a:srgbClr>
                </a:outerShdw>
              </a:effectLst>
            </p:spPr>
            <p:txBody>
              <a:bodyPr anchorCtr="0" anchor="ctr" bIns="34400" lIns="68875" spcFirstLastPara="1" rIns="68875" wrap="square" tIns="34400">
                <a:noAutofit/>
              </a:bodyPr>
              <a:lstStyle/>
              <a:p>
                <a:pPr indent="0" lvl="1" marL="0" marR="0" rtl="0" algn="ctr">
                  <a:lnSpc>
                    <a:spcPct val="100000"/>
                  </a:lnSpc>
                  <a:spcBef>
                    <a:spcPts val="0"/>
                  </a:spcBef>
                  <a:spcAft>
                    <a:spcPts val="0"/>
                  </a:spcAft>
                  <a:buNone/>
                </a:pPr>
                <a:r>
                  <a:t/>
                </a:r>
                <a:endParaRPr b="1" sz="1300"/>
              </a:p>
            </p:txBody>
          </p:sp>
          <p:grpSp>
            <p:nvGrpSpPr>
              <p:cNvPr id="1304" name="Google Shape;1304;p77"/>
              <p:cNvGrpSpPr/>
              <p:nvPr/>
            </p:nvGrpSpPr>
            <p:grpSpPr>
              <a:xfrm>
                <a:off x="8009430" y="1057991"/>
                <a:ext cx="292816" cy="1343477"/>
                <a:chOff x="8009430" y="1058960"/>
                <a:chExt cx="292816" cy="1343477"/>
              </a:xfrm>
            </p:grpSpPr>
            <p:sp>
              <p:nvSpPr>
                <p:cNvPr id="1305" name="Google Shape;1305;p77"/>
                <p:cNvSpPr/>
                <p:nvPr/>
              </p:nvSpPr>
              <p:spPr>
                <a:xfrm rot="10800000">
                  <a:off x="8009430" y="1058960"/>
                  <a:ext cx="292800" cy="629400"/>
                </a:xfrm>
                <a:prstGeom prst="upArrow">
                  <a:avLst>
                    <a:gd fmla="val 50000" name="adj1"/>
                    <a:gd fmla="val 50000" name="adj2"/>
                  </a:avLst>
                </a:prstGeom>
                <a:solidFill>
                  <a:srgbClr val="AEDCDD"/>
                </a:solidFill>
                <a:ln>
                  <a:noFill/>
                </a:ln>
                <a:effectLst>
                  <a:outerShdw blurRad="57150" rotWithShape="0" algn="bl" dir="2760000" dist="19050">
                    <a:srgbClr val="000000">
                      <a:alpha val="21000"/>
                    </a:srgbClr>
                  </a:outerShdw>
                </a:effectLst>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solidFill>
                      <a:srgbClr val="007FFF"/>
                    </a:solidFill>
                  </a:endParaRPr>
                </a:p>
              </p:txBody>
            </p:sp>
            <p:sp>
              <p:nvSpPr>
                <p:cNvPr id="1306" name="Google Shape;1306;p77"/>
                <p:cNvSpPr/>
                <p:nvPr/>
              </p:nvSpPr>
              <p:spPr>
                <a:xfrm flipH="1">
                  <a:off x="8009446" y="1771537"/>
                  <a:ext cx="292800" cy="630900"/>
                </a:xfrm>
                <a:prstGeom prst="upArrow">
                  <a:avLst>
                    <a:gd fmla="val 50000" name="adj1"/>
                    <a:gd fmla="val 50000" name="adj2"/>
                  </a:avLst>
                </a:prstGeom>
                <a:solidFill>
                  <a:srgbClr val="AEDCDD"/>
                </a:solidFill>
                <a:ln>
                  <a:noFill/>
                </a:ln>
                <a:effectLst>
                  <a:outerShdw blurRad="57150" rotWithShape="0" algn="bl" dir="2760000" dist="19050">
                    <a:srgbClr val="000000">
                      <a:alpha val="21000"/>
                    </a:srgbClr>
                  </a:outerShdw>
                </a:effectLst>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solidFill>
                      <a:srgbClr val="007FFF"/>
                    </a:solidFill>
                  </a:endParaRPr>
                </a:p>
              </p:txBody>
            </p:sp>
          </p:grpSp>
        </p:grpSp>
        <p:grpSp>
          <p:nvGrpSpPr>
            <p:cNvPr id="1307" name="Google Shape;1307;p77"/>
            <p:cNvGrpSpPr/>
            <p:nvPr/>
          </p:nvGrpSpPr>
          <p:grpSpPr>
            <a:xfrm>
              <a:off x="7884134" y="3082914"/>
              <a:ext cx="1159800" cy="1575900"/>
              <a:chOff x="7884134" y="3067461"/>
              <a:chExt cx="1159800" cy="1575900"/>
            </a:xfrm>
          </p:grpSpPr>
          <p:sp>
            <p:nvSpPr>
              <p:cNvPr id="1308" name="Google Shape;1308;p77"/>
              <p:cNvSpPr/>
              <p:nvPr/>
            </p:nvSpPr>
            <p:spPr>
              <a:xfrm>
                <a:off x="7884134" y="3067461"/>
                <a:ext cx="1159800" cy="1575900"/>
              </a:xfrm>
              <a:prstGeom prst="roundRect">
                <a:avLst>
                  <a:gd fmla="val 7644" name="adj"/>
                </a:avLst>
              </a:prstGeom>
              <a:solidFill>
                <a:schemeClr val="dk1"/>
              </a:solidFill>
              <a:ln>
                <a:noFill/>
              </a:ln>
              <a:effectLst>
                <a:outerShdw blurRad="114300" rotWithShape="0" algn="bl" dir="12480000" dist="95250">
                  <a:srgbClr val="000000">
                    <a:alpha val="21000"/>
                  </a:srgbClr>
                </a:outerShdw>
              </a:effectLst>
            </p:spPr>
            <p:txBody>
              <a:bodyPr anchorCtr="0" anchor="ctr" bIns="34400" lIns="68875" spcFirstLastPara="1" rIns="68875" wrap="square" tIns="34400">
                <a:noAutofit/>
              </a:bodyPr>
              <a:lstStyle/>
              <a:p>
                <a:pPr indent="0" lvl="1" marL="0" marR="0" rtl="0" algn="ctr">
                  <a:lnSpc>
                    <a:spcPct val="100000"/>
                  </a:lnSpc>
                  <a:spcBef>
                    <a:spcPts val="0"/>
                  </a:spcBef>
                  <a:spcAft>
                    <a:spcPts val="0"/>
                  </a:spcAft>
                  <a:buNone/>
                </a:pPr>
                <a:r>
                  <a:t/>
                </a:r>
                <a:endParaRPr b="1" sz="1300"/>
              </a:p>
            </p:txBody>
          </p:sp>
          <p:grpSp>
            <p:nvGrpSpPr>
              <p:cNvPr id="1309" name="Google Shape;1309;p77"/>
              <p:cNvGrpSpPr/>
              <p:nvPr/>
            </p:nvGrpSpPr>
            <p:grpSpPr>
              <a:xfrm>
                <a:off x="7995908" y="3257061"/>
                <a:ext cx="298925" cy="1204675"/>
                <a:chOff x="7995908" y="3231780"/>
                <a:chExt cx="298925" cy="1204675"/>
              </a:xfrm>
            </p:grpSpPr>
            <p:sp>
              <p:nvSpPr>
                <p:cNvPr id="1310" name="Google Shape;1310;p77"/>
                <p:cNvSpPr/>
                <p:nvPr/>
              </p:nvSpPr>
              <p:spPr>
                <a:xfrm flipH="1">
                  <a:off x="7995908" y="3231780"/>
                  <a:ext cx="292800" cy="4854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sp>
              <p:nvSpPr>
                <p:cNvPr id="1311" name="Google Shape;1311;p77"/>
                <p:cNvSpPr/>
                <p:nvPr/>
              </p:nvSpPr>
              <p:spPr>
                <a:xfrm rot="10800000">
                  <a:off x="7997533" y="3835855"/>
                  <a:ext cx="297300" cy="6006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grpSp>
        </p:grpSp>
        <p:sp>
          <p:nvSpPr>
            <p:cNvPr id="1312" name="Google Shape;1312;p77"/>
            <p:cNvSpPr/>
            <p:nvPr/>
          </p:nvSpPr>
          <p:spPr>
            <a:xfrm>
              <a:off x="160158" y="3086889"/>
              <a:ext cx="1244700" cy="1575900"/>
            </a:xfrm>
            <a:prstGeom prst="roundRect">
              <a:avLst>
                <a:gd fmla="val 7644" name="adj"/>
              </a:avLst>
            </a:prstGeom>
            <a:solidFill>
              <a:schemeClr val="dk1"/>
            </a:solidFill>
            <a:ln>
              <a:noFill/>
            </a:ln>
            <a:effectLst>
              <a:outerShdw blurRad="114300" rotWithShape="0" algn="bl" dir="1800000" dist="95250">
                <a:srgbClr val="000000">
                  <a:alpha val="21000"/>
                </a:srgbClr>
              </a:outerShdw>
            </a:effectLst>
          </p:spPr>
          <p:txBody>
            <a:bodyPr anchorCtr="0" anchor="ctr" bIns="34400" lIns="68875" spcFirstLastPara="1" rIns="68875" wrap="square" tIns="34400">
              <a:noAutofit/>
            </a:bodyPr>
            <a:lstStyle/>
            <a:p>
              <a:pPr indent="0" lvl="1" marL="0" marR="0" rtl="0" algn="ctr">
                <a:lnSpc>
                  <a:spcPct val="100000"/>
                </a:lnSpc>
                <a:spcBef>
                  <a:spcPts val="0"/>
                </a:spcBef>
                <a:spcAft>
                  <a:spcPts val="0"/>
                </a:spcAft>
                <a:buNone/>
              </a:pPr>
              <a:r>
                <a:t/>
              </a:r>
              <a:endParaRPr b="1" sz="1300"/>
            </a:p>
          </p:txBody>
        </p:sp>
      </p:grpSp>
      <p:sp>
        <p:nvSpPr>
          <p:cNvPr id="1313" name="Google Shape;1313;p77"/>
          <p:cNvSpPr txBox="1"/>
          <p:nvPr/>
        </p:nvSpPr>
        <p:spPr>
          <a:xfrm>
            <a:off x="10984000" y="1180133"/>
            <a:ext cx="1040100" cy="986100"/>
          </a:xfrm>
          <a:prstGeom prst="rect">
            <a:avLst/>
          </a:prstGeom>
          <a:noFill/>
          <a:ln>
            <a:noFill/>
          </a:ln>
          <a:effectLst>
            <a:outerShdw blurRad="57150" rotWithShape="0" algn="bl" dir="2760000" dist="19050">
              <a:srgbClr val="000000">
                <a:alpha val="21000"/>
              </a:srgbClr>
            </a:outerShdw>
          </a:effectLst>
        </p:spPr>
        <p:txBody>
          <a:bodyPr anchorCtr="0" anchor="t" bIns="122425" lIns="122425" spcFirstLastPara="1" rIns="122425" wrap="square" tIns="122425">
            <a:spAutoFit/>
          </a:bodyPr>
          <a:lstStyle/>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Budget</a:t>
            </a:r>
            <a:endParaRPr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OpEx</a:t>
            </a:r>
            <a:endParaRPr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 </a:t>
            </a:r>
            <a:endParaRPr sz="1200">
              <a:solidFill>
                <a:schemeClr val="lt1"/>
              </a:solidFill>
              <a:latin typeface="Red Hat Text"/>
              <a:ea typeface="Red Hat Text"/>
              <a:cs typeface="Red Hat Text"/>
              <a:sym typeface="Red Hat Text"/>
            </a:endParaRPr>
          </a:p>
        </p:txBody>
      </p:sp>
      <p:sp>
        <p:nvSpPr>
          <p:cNvPr id="1314" name="Google Shape;1314;p77"/>
          <p:cNvSpPr txBox="1"/>
          <p:nvPr/>
        </p:nvSpPr>
        <p:spPr>
          <a:xfrm>
            <a:off x="10761333" y="3967800"/>
            <a:ext cx="1266900" cy="1909800"/>
          </a:xfrm>
          <a:prstGeom prst="rect">
            <a:avLst/>
          </a:prstGeom>
          <a:noFill/>
          <a:ln>
            <a:noFill/>
          </a:ln>
        </p:spPr>
        <p:txBody>
          <a:bodyPr anchorCtr="0" anchor="t" bIns="122425" lIns="122425" spcFirstLastPara="1" rIns="122425" wrap="square" tIns="122425">
            <a:spAutoFit/>
          </a:bodyPr>
          <a:lstStyle/>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Security posture &amp; stability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Remediation</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Downtime</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p:txBody>
      </p:sp>
      <p:sp>
        <p:nvSpPr>
          <p:cNvPr id="1315" name="Google Shape;1315;p77"/>
          <p:cNvSpPr txBox="1"/>
          <p:nvPr/>
        </p:nvSpPr>
        <p:spPr>
          <a:xfrm>
            <a:off x="2073675" y="1180125"/>
            <a:ext cx="2847000" cy="1739400"/>
          </a:xfrm>
          <a:prstGeom prst="rect">
            <a:avLst/>
          </a:prstGeom>
          <a:noFill/>
          <a:ln>
            <a:noFill/>
          </a:ln>
        </p:spPr>
        <p:txBody>
          <a:bodyPr anchorCtr="0" anchor="t" bIns="68575" lIns="68575" spcFirstLastPara="1" rIns="68575" wrap="square" tIns="68575">
            <a:spAutoFit/>
          </a:bodyPr>
          <a:lstStyle/>
          <a:p>
            <a:pPr indent="-158750" lvl="0" marL="139700" rtl="0" algn="l">
              <a:spcBef>
                <a:spcPts val="0"/>
              </a:spcBef>
              <a:spcAft>
                <a:spcPts val="0"/>
              </a:spcAft>
              <a:buClr>
                <a:srgbClr val="EE0000"/>
              </a:buClr>
              <a:buSzPts val="1300"/>
              <a:buFont typeface="Red Hat Text"/>
              <a:buChar char="▸"/>
            </a:pPr>
            <a:r>
              <a:rPr b="1" lang="en" sz="1300">
                <a:solidFill>
                  <a:schemeClr val="dk1"/>
                </a:solidFill>
                <a:latin typeface="Red Hat Text"/>
                <a:ea typeface="Red Hat Text"/>
                <a:cs typeface="Red Hat Text"/>
                <a:sym typeface="Red Hat Text"/>
              </a:rPr>
              <a:t>Consistently build and test in the same environment, accelerating delivery for AppDev</a:t>
            </a:r>
            <a:endParaRPr b="1" sz="1300">
              <a:solidFill>
                <a:schemeClr val="dk1"/>
              </a:solidFill>
              <a:latin typeface="Red Hat Text"/>
              <a:ea typeface="Red Hat Text"/>
              <a:cs typeface="Red Hat Text"/>
              <a:sym typeface="Red Hat Text"/>
            </a:endParaRPr>
          </a:p>
          <a:p>
            <a:pPr indent="-158750" lvl="0" marL="139700" rtl="0" algn="l">
              <a:spcBef>
                <a:spcPts val="0"/>
              </a:spcBef>
              <a:spcAft>
                <a:spcPts val="0"/>
              </a:spcAft>
              <a:buClr>
                <a:srgbClr val="EE0000"/>
              </a:buClr>
              <a:buSzPts val="1300"/>
              <a:buFont typeface="Red Hat Text"/>
              <a:buChar char="▸"/>
            </a:pPr>
            <a:r>
              <a:rPr lang="en" sz="1300">
                <a:solidFill>
                  <a:schemeClr val="dk1"/>
                </a:solidFill>
                <a:latin typeface="Red Hat Text"/>
                <a:ea typeface="Red Hat Text"/>
                <a:cs typeface="Red Hat Text"/>
                <a:sym typeface="Red Hat Text"/>
              </a:rPr>
              <a:t>HW and SW vendor certs extend mkt reach</a:t>
            </a:r>
            <a:endParaRPr sz="1300">
              <a:solidFill>
                <a:schemeClr val="dk1"/>
              </a:solidFill>
              <a:latin typeface="Red Hat Text"/>
              <a:ea typeface="Red Hat Text"/>
              <a:cs typeface="Red Hat Text"/>
              <a:sym typeface="Red Hat Text"/>
            </a:endParaRPr>
          </a:p>
          <a:p>
            <a:pPr indent="-158750" lvl="0" marL="139700" rtl="0" algn="l">
              <a:spcBef>
                <a:spcPts val="0"/>
              </a:spcBef>
              <a:spcAft>
                <a:spcPts val="0"/>
              </a:spcAft>
              <a:buClr>
                <a:srgbClr val="EE0000"/>
              </a:buClr>
              <a:buSzPts val="1300"/>
              <a:buFont typeface="Red Hat Text"/>
              <a:buChar char="▸"/>
            </a:pPr>
            <a:r>
              <a:rPr b="1" lang="en" sz="1300">
                <a:solidFill>
                  <a:schemeClr val="dk1"/>
                </a:solidFill>
                <a:latin typeface="Red Hat Text"/>
                <a:ea typeface="Red Hat Text"/>
                <a:cs typeface="Red Hat Text"/>
                <a:sym typeface="Red Hat Text"/>
              </a:rPr>
              <a:t>Platform ubiquity - RHEL anywhere, any cloud</a:t>
            </a:r>
            <a:endParaRPr b="1" sz="1300">
              <a:solidFill>
                <a:schemeClr val="dk1"/>
              </a:solidFill>
              <a:latin typeface="Red Hat Text"/>
              <a:ea typeface="Red Hat Text"/>
              <a:cs typeface="Red Hat Text"/>
              <a:sym typeface="Red Hat Text"/>
            </a:endParaRPr>
          </a:p>
        </p:txBody>
      </p:sp>
      <p:sp>
        <p:nvSpPr>
          <p:cNvPr id="1316" name="Google Shape;1316;p77"/>
          <p:cNvSpPr txBox="1"/>
          <p:nvPr/>
        </p:nvSpPr>
        <p:spPr>
          <a:xfrm>
            <a:off x="2071900" y="4828800"/>
            <a:ext cx="3201900" cy="1339200"/>
          </a:xfrm>
          <a:prstGeom prst="rect">
            <a:avLst/>
          </a:prstGeom>
          <a:noFill/>
          <a:ln>
            <a:noFill/>
          </a:ln>
        </p:spPr>
        <p:txBody>
          <a:bodyPr anchorCtr="0" anchor="t" bIns="68575" lIns="68575" spcFirstLastPara="1" rIns="68575" wrap="square" tIns="68575">
            <a:spAutoFit/>
          </a:bodyPr>
          <a:lstStyle/>
          <a:p>
            <a:pPr indent="-260350" lvl="0" marL="152400" rtl="0" algn="l">
              <a:spcBef>
                <a:spcPts val="0"/>
              </a:spcBef>
              <a:spcAft>
                <a:spcPts val="0"/>
              </a:spcAft>
              <a:buClr>
                <a:srgbClr val="EE0000"/>
              </a:buClr>
              <a:buSzPts val="1300"/>
              <a:buFont typeface="Red Hat Display"/>
              <a:buChar char="▸"/>
            </a:pPr>
            <a:r>
              <a:rPr lang="en" sz="1300">
                <a:solidFill>
                  <a:schemeClr val="dk1"/>
                </a:solidFill>
                <a:latin typeface="Red Hat Display"/>
                <a:ea typeface="Red Hat Display"/>
                <a:cs typeface="Red Hat Display"/>
                <a:sym typeface="Red Hat Display"/>
              </a:rPr>
              <a:t>Largest catalog of certified partners and ISVs</a:t>
            </a:r>
            <a:endParaRPr sz="1300">
              <a:solidFill>
                <a:schemeClr val="dk1"/>
              </a:solidFill>
              <a:latin typeface="Red Hat Display"/>
              <a:ea typeface="Red Hat Display"/>
              <a:cs typeface="Red Hat Display"/>
              <a:sym typeface="Red Hat Display"/>
            </a:endParaRPr>
          </a:p>
          <a:p>
            <a:pPr indent="-260350" lvl="0" marL="152400" rtl="0" algn="l">
              <a:spcBef>
                <a:spcPts val="0"/>
              </a:spcBef>
              <a:spcAft>
                <a:spcPts val="0"/>
              </a:spcAft>
              <a:buClr>
                <a:srgbClr val="EE0000"/>
              </a:buClr>
              <a:buSzPts val="1300"/>
              <a:buFont typeface="Red Hat Display"/>
              <a:buChar char="▸"/>
            </a:pPr>
            <a:r>
              <a:rPr b="1" lang="en" sz="1300">
                <a:solidFill>
                  <a:schemeClr val="dk1"/>
                </a:solidFill>
                <a:latin typeface="Red Hat Display"/>
                <a:ea typeface="Red Hat Display"/>
                <a:cs typeface="Red Hat Display"/>
                <a:sym typeface="Red Hat Display"/>
              </a:rPr>
              <a:t>Integrations with fleet management tools</a:t>
            </a:r>
            <a:endParaRPr b="1" sz="1300">
              <a:solidFill>
                <a:schemeClr val="dk1"/>
              </a:solidFill>
              <a:latin typeface="Red Hat Display"/>
              <a:ea typeface="Red Hat Display"/>
              <a:cs typeface="Red Hat Display"/>
              <a:sym typeface="Red Hat Display"/>
            </a:endParaRPr>
          </a:p>
          <a:p>
            <a:pPr indent="-260350" lvl="0" marL="152400" rtl="0" algn="l">
              <a:spcBef>
                <a:spcPts val="0"/>
              </a:spcBef>
              <a:spcAft>
                <a:spcPts val="0"/>
              </a:spcAft>
              <a:buClr>
                <a:srgbClr val="EE0000"/>
              </a:buClr>
              <a:buSzPts val="1300"/>
              <a:buFont typeface="Red Hat Display"/>
              <a:buChar char="▸"/>
            </a:pPr>
            <a:r>
              <a:rPr b="1" lang="en" sz="1300">
                <a:solidFill>
                  <a:schemeClr val="dk1"/>
                </a:solidFill>
                <a:latin typeface="Red Hat Display"/>
                <a:ea typeface="Red Hat Display"/>
                <a:cs typeface="Red Hat Display"/>
                <a:sym typeface="Red Hat Display"/>
              </a:rPr>
              <a:t>Toil reduced through standardization</a:t>
            </a:r>
            <a:endParaRPr b="1" sz="1300">
              <a:solidFill>
                <a:schemeClr val="dk1"/>
              </a:solidFill>
              <a:latin typeface="Red Hat Display"/>
              <a:ea typeface="Red Hat Display"/>
              <a:cs typeface="Red Hat Display"/>
              <a:sym typeface="Red Hat Display"/>
            </a:endParaRPr>
          </a:p>
          <a:p>
            <a:pPr indent="-260350" lvl="0" marL="152400" rtl="0" algn="l">
              <a:spcBef>
                <a:spcPts val="0"/>
              </a:spcBef>
              <a:spcAft>
                <a:spcPts val="0"/>
              </a:spcAft>
              <a:buClr>
                <a:srgbClr val="EE0000"/>
              </a:buClr>
              <a:buSzPts val="1300"/>
              <a:buFont typeface="Red Hat Display"/>
              <a:buChar char="▸"/>
            </a:pPr>
            <a:r>
              <a:rPr lang="en" sz="1300">
                <a:solidFill>
                  <a:schemeClr val="dk1"/>
                </a:solidFill>
                <a:latin typeface="Red Hat Display"/>
                <a:ea typeface="Red Hat Display"/>
                <a:cs typeface="Red Hat Display"/>
                <a:sym typeface="Red Hat Display"/>
              </a:rPr>
              <a:t>Power of Open Source community</a:t>
            </a:r>
            <a:endParaRPr sz="1300">
              <a:solidFill>
                <a:schemeClr val="dk1"/>
              </a:solidFill>
              <a:latin typeface="Red Hat Display"/>
              <a:ea typeface="Red Hat Display"/>
              <a:cs typeface="Red Hat Display"/>
              <a:sym typeface="Red Hat Display"/>
            </a:endParaRPr>
          </a:p>
        </p:txBody>
      </p:sp>
      <p:sp>
        <p:nvSpPr>
          <p:cNvPr id="1317" name="Google Shape;1317;p77"/>
          <p:cNvSpPr txBox="1"/>
          <p:nvPr/>
        </p:nvSpPr>
        <p:spPr>
          <a:xfrm>
            <a:off x="7025267" y="1130167"/>
            <a:ext cx="3326100" cy="1339200"/>
          </a:xfrm>
          <a:prstGeom prst="rect">
            <a:avLst/>
          </a:prstGeom>
          <a:noFill/>
          <a:ln>
            <a:noFill/>
          </a:ln>
        </p:spPr>
        <p:txBody>
          <a:bodyPr anchorCtr="0" anchor="t" bIns="68575" lIns="68575" spcFirstLastPara="1" rIns="68575" wrap="square" tIns="68575">
            <a:spAutoFit/>
          </a:bodyPr>
          <a:lstStyle/>
          <a:p>
            <a:pPr indent="-260350" lvl="0" marL="381000" rtl="0" algn="l">
              <a:spcBef>
                <a:spcPts val="0"/>
              </a:spcBef>
              <a:spcAft>
                <a:spcPts val="0"/>
              </a:spcAft>
              <a:buClr>
                <a:srgbClr val="EE0000"/>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Streamlined management at scale, across environments</a:t>
            </a:r>
            <a:endParaRPr b="1" sz="1300">
              <a:solidFill>
                <a:schemeClr val="dk1"/>
              </a:solidFill>
              <a:latin typeface="Red Hat Display"/>
              <a:ea typeface="Red Hat Display"/>
              <a:cs typeface="Red Hat Display"/>
              <a:sym typeface="Red Hat Display"/>
            </a:endParaRPr>
          </a:p>
          <a:p>
            <a:pPr indent="-260350" lvl="0" marL="381000" rtl="0" algn="l">
              <a:spcBef>
                <a:spcPts val="0"/>
              </a:spcBef>
              <a:spcAft>
                <a:spcPts val="0"/>
              </a:spcAft>
              <a:buClr>
                <a:srgbClr val="EE0000"/>
              </a:buClr>
              <a:buSzPts val="1300"/>
              <a:buFont typeface="Red Hat Text"/>
              <a:buChar char="▸"/>
            </a:pPr>
            <a:r>
              <a:rPr b="1" lang="en" sz="1300">
                <a:solidFill>
                  <a:schemeClr val="dk1"/>
                </a:solidFill>
                <a:highlight>
                  <a:schemeClr val="lt1"/>
                </a:highlight>
                <a:latin typeface="Red Hat Display"/>
                <a:ea typeface="Red Hat Display"/>
                <a:cs typeface="Red Hat Display"/>
                <a:sym typeface="Red Hat Display"/>
              </a:rPr>
              <a:t>Automated identification and remediation of vulnerabilities</a:t>
            </a:r>
            <a:endParaRPr b="1" sz="1300">
              <a:solidFill>
                <a:schemeClr val="dk1"/>
              </a:solidFill>
              <a:highlight>
                <a:schemeClr val="lt1"/>
              </a:highlight>
              <a:latin typeface="Red Hat Display"/>
              <a:ea typeface="Red Hat Display"/>
              <a:cs typeface="Red Hat Display"/>
              <a:sym typeface="Red Hat Display"/>
            </a:endParaRPr>
          </a:p>
          <a:p>
            <a:pPr indent="-260350" lvl="0" marL="381000" rtl="0" algn="l">
              <a:spcBef>
                <a:spcPts val="0"/>
              </a:spcBef>
              <a:spcAft>
                <a:spcPts val="0"/>
              </a:spcAft>
              <a:buClr>
                <a:srgbClr val="EE0000"/>
              </a:buClr>
              <a:buSzPts val="1300"/>
              <a:buFont typeface="Red Hat Text"/>
              <a:buChar char="▸"/>
            </a:pPr>
            <a:r>
              <a:rPr b="1" lang="en" sz="1300">
                <a:solidFill>
                  <a:schemeClr val="dk1"/>
                </a:solidFill>
                <a:highlight>
                  <a:schemeClr val="lt1"/>
                </a:highlight>
                <a:latin typeface="Red Hat Display"/>
                <a:ea typeface="Red Hat Display"/>
                <a:cs typeface="Red Hat Display"/>
                <a:sym typeface="Red Hat Display"/>
              </a:rPr>
              <a:t>Predictive analytics that turn break-fixes into scheduled actions</a:t>
            </a:r>
            <a:r>
              <a:rPr b="1" lang="en" sz="1300">
                <a:solidFill>
                  <a:schemeClr val="dk1"/>
                </a:solidFill>
                <a:latin typeface="Red Hat Display"/>
                <a:ea typeface="Red Hat Display"/>
                <a:cs typeface="Red Hat Display"/>
                <a:sym typeface="Red Hat Display"/>
              </a:rPr>
              <a:t> </a:t>
            </a:r>
            <a:endParaRPr b="1" sz="1300">
              <a:solidFill>
                <a:schemeClr val="dk1"/>
              </a:solidFill>
              <a:latin typeface="Red Hat Display"/>
              <a:ea typeface="Red Hat Display"/>
              <a:cs typeface="Red Hat Display"/>
              <a:sym typeface="Red Hat Display"/>
            </a:endParaRPr>
          </a:p>
        </p:txBody>
      </p:sp>
      <p:sp>
        <p:nvSpPr>
          <p:cNvPr id="1318" name="Google Shape;1318;p77"/>
          <p:cNvSpPr txBox="1"/>
          <p:nvPr/>
        </p:nvSpPr>
        <p:spPr>
          <a:xfrm>
            <a:off x="10906414" y="2426065"/>
            <a:ext cx="1170300" cy="432000"/>
          </a:xfrm>
          <a:prstGeom prst="rect">
            <a:avLst/>
          </a:prstGeom>
          <a:noFill/>
          <a:ln>
            <a:noFill/>
          </a:ln>
          <a:effectLst>
            <a:outerShdw blurRad="57150" rotWithShape="0" algn="bl" dir="2760000" dist="19050">
              <a:srgbClr val="000000">
                <a:alpha val="21000"/>
              </a:srgbClr>
            </a:outerShdw>
          </a:effectLst>
        </p:spPr>
        <p:txBody>
          <a:bodyPr anchorCtr="0" anchor="t" bIns="122425" lIns="122425" spcFirstLastPara="1" rIns="122425" wrap="square" tIns="122425">
            <a:spAutoFit/>
          </a:bodyPr>
          <a:lstStyle/>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Productivity </a:t>
            </a:r>
            <a:endParaRPr sz="1200">
              <a:solidFill>
                <a:schemeClr val="lt1"/>
              </a:solidFill>
              <a:latin typeface="Red Hat Text"/>
              <a:ea typeface="Red Hat Text"/>
              <a:cs typeface="Red Hat Text"/>
              <a:sym typeface="Red Hat Text"/>
            </a:endParaRPr>
          </a:p>
        </p:txBody>
      </p:sp>
      <p:sp>
        <p:nvSpPr>
          <p:cNvPr id="1319" name="Google Shape;1319;p77"/>
          <p:cNvSpPr txBox="1"/>
          <p:nvPr/>
        </p:nvSpPr>
        <p:spPr>
          <a:xfrm>
            <a:off x="7044611" y="4828800"/>
            <a:ext cx="3326100" cy="1739400"/>
          </a:xfrm>
          <a:prstGeom prst="rect">
            <a:avLst/>
          </a:prstGeom>
          <a:noFill/>
          <a:ln>
            <a:noFill/>
          </a:ln>
        </p:spPr>
        <p:txBody>
          <a:bodyPr anchorCtr="0" anchor="t" bIns="68575" lIns="68575" spcFirstLastPara="1" rIns="68575" wrap="square" tIns="68575">
            <a:spAutoFit/>
          </a:bodyPr>
          <a:lstStyle/>
          <a:p>
            <a:pPr indent="-260350" lvl="0" marL="342900" rtl="0" algn="l">
              <a:spcBef>
                <a:spcPts val="0"/>
              </a:spcBef>
              <a:spcAft>
                <a:spcPts val="0"/>
              </a:spcAft>
              <a:buClr>
                <a:srgbClr val="EE0000"/>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Secure software supply chain</a:t>
            </a:r>
            <a:endParaRPr b="1" sz="1300">
              <a:solidFill>
                <a:schemeClr val="dk1"/>
              </a:solidFill>
              <a:highlight>
                <a:schemeClr val="lt1"/>
              </a:highlight>
              <a:latin typeface="Red Hat Display"/>
              <a:ea typeface="Red Hat Display"/>
              <a:cs typeface="Red Hat Display"/>
              <a:sym typeface="Red Hat Display"/>
            </a:endParaRPr>
          </a:p>
          <a:p>
            <a:pPr indent="-260350" lvl="0" marL="342900" rtl="0" algn="l">
              <a:spcBef>
                <a:spcPts val="0"/>
              </a:spcBef>
              <a:spcAft>
                <a:spcPts val="0"/>
              </a:spcAft>
              <a:buClr>
                <a:srgbClr val="EE0000"/>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Automated detection of config  drift</a:t>
            </a:r>
            <a:endParaRPr b="1" sz="1300">
              <a:solidFill>
                <a:schemeClr val="dk1"/>
              </a:solidFill>
              <a:highlight>
                <a:schemeClr val="lt1"/>
              </a:highlight>
              <a:latin typeface="Red Hat Display"/>
              <a:ea typeface="Red Hat Display"/>
              <a:cs typeface="Red Hat Display"/>
              <a:sym typeface="Red Hat Display"/>
            </a:endParaRPr>
          </a:p>
          <a:p>
            <a:pPr indent="-260350" lvl="0" marL="342900" rtl="0" algn="l">
              <a:spcBef>
                <a:spcPts val="0"/>
              </a:spcBef>
              <a:spcAft>
                <a:spcPts val="0"/>
              </a:spcAft>
              <a:buClr>
                <a:srgbClr val="F01716"/>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Faster tracking of system patch status</a:t>
            </a:r>
            <a:endParaRPr b="1" sz="1300">
              <a:solidFill>
                <a:schemeClr val="dk1"/>
              </a:solidFill>
              <a:highlight>
                <a:schemeClr val="lt1"/>
              </a:highlight>
              <a:latin typeface="Red Hat Display"/>
              <a:ea typeface="Red Hat Display"/>
              <a:cs typeface="Red Hat Display"/>
              <a:sym typeface="Red Hat Display"/>
            </a:endParaRPr>
          </a:p>
          <a:p>
            <a:pPr indent="-260350" lvl="0" marL="342900" rtl="0" algn="l">
              <a:spcBef>
                <a:spcPts val="0"/>
              </a:spcBef>
              <a:spcAft>
                <a:spcPts val="0"/>
              </a:spcAft>
              <a:buClr>
                <a:srgbClr val="EE0000"/>
              </a:buClr>
              <a:buSzPts val="1300"/>
              <a:buFont typeface="Red Hat Display"/>
              <a:buChar char="▸"/>
            </a:pPr>
            <a:r>
              <a:rPr lang="en" sz="1300">
                <a:solidFill>
                  <a:schemeClr val="dk1"/>
                </a:solidFill>
                <a:highlight>
                  <a:schemeClr val="lt1"/>
                </a:highlight>
                <a:latin typeface="Red Hat Display"/>
                <a:ea typeface="Red Hat Display"/>
                <a:cs typeface="Red Hat Display"/>
                <a:sym typeface="Red Hat Display"/>
              </a:rPr>
              <a:t>Gov and public sector certifications</a:t>
            </a:r>
            <a:endParaRPr sz="1300">
              <a:solidFill>
                <a:schemeClr val="dk1"/>
              </a:solidFill>
              <a:highlight>
                <a:schemeClr val="lt1"/>
              </a:highlight>
              <a:latin typeface="Red Hat Display"/>
              <a:ea typeface="Red Hat Display"/>
              <a:cs typeface="Red Hat Display"/>
              <a:sym typeface="Red Hat Display"/>
            </a:endParaRPr>
          </a:p>
          <a:p>
            <a:pPr indent="-260350" lvl="0" marL="342900" rtl="0" algn="l">
              <a:spcBef>
                <a:spcPts val="0"/>
              </a:spcBef>
              <a:spcAft>
                <a:spcPts val="0"/>
              </a:spcAft>
              <a:buClr>
                <a:srgbClr val="EE0000"/>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Audit reports generation</a:t>
            </a:r>
            <a:endParaRPr b="1" sz="1300">
              <a:solidFill>
                <a:schemeClr val="dk1"/>
              </a:solidFill>
              <a:highlight>
                <a:schemeClr val="lt1"/>
              </a:highlight>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highlight>
                <a:schemeClr val="lt1"/>
              </a:highlight>
              <a:latin typeface="Red Hat Display"/>
              <a:ea typeface="Red Hat Display"/>
              <a:cs typeface="Red Hat Display"/>
              <a:sym typeface="Red Hat Display"/>
            </a:endParaRPr>
          </a:p>
        </p:txBody>
      </p:sp>
      <p:sp>
        <p:nvSpPr>
          <p:cNvPr id="1320" name="Google Shape;1320;p77"/>
          <p:cNvSpPr/>
          <p:nvPr/>
        </p:nvSpPr>
        <p:spPr>
          <a:xfrm flipH="1">
            <a:off x="378092" y="4144338"/>
            <a:ext cx="390300" cy="7977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sp>
        <p:nvSpPr>
          <p:cNvPr id="1321" name="Google Shape;1321;p77"/>
          <p:cNvSpPr txBox="1"/>
          <p:nvPr/>
        </p:nvSpPr>
        <p:spPr>
          <a:xfrm>
            <a:off x="628800" y="4144333"/>
            <a:ext cx="1170300" cy="1725000"/>
          </a:xfrm>
          <a:prstGeom prst="rect">
            <a:avLst/>
          </a:prstGeom>
          <a:noFill/>
          <a:ln>
            <a:noFill/>
          </a:ln>
        </p:spPr>
        <p:txBody>
          <a:bodyPr anchorCtr="0" anchor="t" bIns="122425" lIns="122425" spcFirstLastPara="1" rIns="122425" wrap="square" tIns="122425">
            <a:spAutoFit/>
          </a:bodyPr>
          <a:lstStyle/>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Innovation</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Turnover</a:t>
            </a:r>
            <a:endParaRPr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    Burn-out</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p:txBody>
      </p:sp>
      <p:sp>
        <p:nvSpPr>
          <p:cNvPr id="1322" name="Google Shape;1322;p77"/>
          <p:cNvSpPr/>
          <p:nvPr/>
        </p:nvSpPr>
        <p:spPr>
          <a:xfrm rot="10800000">
            <a:off x="378102" y="5157202"/>
            <a:ext cx="390300" cy="5532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sp>
        <p:nvSpPr>
          <p:cNvPr id="1323" name="Google Shape;1323;p77"/>
          <p:cNvSpPr txBox="1"/>
          <p:nvPr/>
        </p:nvSpPr>
        <p:spPr>
          <a:xfrm>
            <a:off x="628800" y="6613475"/>
            <a:ext cx="7369500" cy="384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900"/>
              <a:t>*includes Insights</a:t>
            </a:r>
            <a:endParaRPr sz="900"/>
          </a:p>
        </p:txBody>
      </p:sp>
      <p:sp>
        <p:nvSpPr>
          <p:cNvPr id="1324" name="Google Shape;1324;p77"/>
          <p:cNvSpPr txBox="1"/>
          <p:nvPr/>
        </p:nvSpPr>
        <p:spPr>
          <a:xfrm>
            <a:off x="548626" y="135475"/>
            <a:ext cx="10480500" cy="81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 sz="2800">
                <a:latin typeface="Red Hat Display ExtraBold"/>
                <a:ea typeface="Red Hat Display ExtraBold"/>
                <a:cs typeface="Red Hat Display ExtraBold"/>
                <a:sym typeface="Red Hat Display ExtraBold"/>
              </a:rPr>
              <a:t>The Business Value of RHEL Standardization</a:t>
            </a:r>
            <a:endParaRPr sz="2800">
              <a:solidFill>
                <a:srgbClr val="000000"/>
              </a:solidFill>
              <a:latin typeface="Red Hat Display ExtraBold"/>
              <a:ea typeface="Red Hat Display ExtraBold"/>
              <a:cs typeface="Red Hat Display ExtraBold"/>
              <a:sym typeface="Red Hat Display ExtraBold"/>
            </a:endParaRPr>
          </a:p>
          <a:p>
            <a:pPr indent="0" lvl="0" marL="0" rtl="0" algn="l">
              <a:spcBef>
                <a:spcPts val="0"/>
              </a:spcBef>
              <a:spcAft>
                <a:spcPts val="0"/>
              </a:spcAft>
              <a:buClr>
                <a:srgbClr val="000000"/>
              </a:buClr>
              <a:buSzPts val="2800"/>
              <a:buFont typeface="Arial"/>
              <a:buNone/>
            </a:pPr>
            <a:r>
              <a:rPr lang="en" sz="1900">
                <a:solidFill>
                  <a:srgbClr val="EE0000"/>
                </a:solidFill>
                <a:latin typeface="Red Hat Display"/>
                <a:ea typeface="Red Hat Display"/>
                <a:cs typeface="Red Hat Display"/>
                <a:sym typeface="Red Hat Display"/>
              </a:rPr>
              <a:t>Articulating the Value of Automation + RHEL SOEs </a:t>
            </a:r>
            <a:endParaRPr sz="1900">
              <a:solidFill>
                <a:srgbClr val="EE0000"/>
              </a:solidFill>
              <a:latin typeface="Red Hat Display ExtraBold"/>
              <a:ea typeface="Red Hat Display ExtraBold"/>
              <a:cs typeface="Red Hat Display ExtraBold"/>
              <a:sym typeface="Red Hat Display ExtraBold"/>
            </a:endParaRPr>
          </a:p>
        </p:txBody>
      </p:sp>
      <p:sp>
        <p:nvSpPr>
          <p:cNvPr id="1325" name="Google Shape;1325;p7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7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331" name="Google Shape;1331;p78"/>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Tools We Use</a:t>
            </a:r>
            <a:endParaRPr>
              <a:latin typeface="Red Hat Display"/>
              <a:ea typeface="Red Hat Display"/>
              <a:cs typeface="Red Hat Display"/>
              <a:sym typeface="Red Hat Display"/>
            </a:endParaRPr>
          </a:p>
        </p:txBody>
      </p:sp>
      <p:sp>
        <p:nvSpPr>
          <p:cNvPr id="1332" name="Google Shape;1332;p7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333" name="Google Shape;1333;p78"/>
          <p:cNvSpPr txBox="1"/>
          <p:nvPr>
            <p:ph idx="2" type="subTitle"/>
          </p:nvPr>
        </p:nvSpPr>
        <p:spPr>
          <a:xfrm>
            <a:off x="9251450" y="1743725"/>
            <a:ext cx="2619000" cy="3309000"/>
          </a:xfrm>
          <a:prstGeom prst="rect">
            <a:avLst/>
          </a:prstGeom>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sz="1800">
                <a:solidFill>
                  <a:schemeClr val="dk1"/>
                </a:solidFill>
              </a:rPr>
              <a:t>A quick introduction to the elements of the </a:t>
            </a:r>
            <a:endParaRPr sz="1800">
              <a:solidFill>
                <a:schemeClr val="dk1"/>
              </a:solidFill>
            </a:endParaRPr>
          </a:p>
          <a:p>
            <a:pPr indent="0" lvl="0" marL="0" rtl="0" algn="l">
              <a:lnSpc>
                <a:spcPct val="140000"/>
              </a:lnSpc>
              <a:spcBef>
                <a:spcPts val="500"/>
              </a:spcBef>
              <a:spcAft>
                <a:spcPts val="500"/>
              </a:spcAft>
              <a:buClr>
                <a:schemeClr val="dk1"/>
              </a:buClr>
              <a:buSzPts val="1100"/>
              <a:buFont typeface="Arial"/>
              <a:buNone/>
            </a:pPr>
            <a:r>
              <a:rPr lang="en" sz="1800">
                <a:solidFill>
                  <a:schemeClr val="dk1"/>
                </a:solidFill>
              </a:rPr>
              <a:t>Red Hat Infrastructure Standard</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79"/>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Red Hat </a:t>
            </a:r>
            <a:r>
              <a:rPr lang="en">
                <a:latin typeface="Red Hat Display Medium"/>
                <a:ea typeface="Red Hat Display Medium"/>
                <a:cs typeface="Red Hat Display Medium"/>
                <a:sym typeface="Red Hat Display Medium"/>
              </a:rPr>
              <a:t>Management Portfolio</a:t>
            </a:r>
            <a:endParaRPr>
              <a:latin typeface="Red Hat Display Medium"/>
              <a:ea typeface="Red Hat Display Medium"/>
              <a:cs typeface="Red Hat Display Medium"/>
              <a:sym typeface="Red Hat Display Medium"/>
            </a:endParaRPr>
          </a:p>
        </p:txBody>
      </p:sp>
      <p:sp>
        <p:nvSpPr>
          <p:cNvPr id="1339" name="Google Shape;1339;p79"/>
          <p:cNvSpPr/>
          <p:nvPr/>
        </p:nvSpPr>
        <p:spPr>
          <a:xfrm>
            <a:off x="813675" y="200437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grpSp>
        <p:nvGrpSpPr>
          <p:cNvPr id="1340" name="Google Shape;1340;p79"/>
          <p:cNvGrpSpPr/>
          <p:nvPr/>
        </p:nvGrpSpPr>
        <p:grpSpPr>
          <a:xfrm>
            <a:off x="945392" y="2153580"/>
            <a:ext cx="1417320" cy="585826"/>
            <a:chOff x="9952773" y="5067484"/>
            <a:chExt cx="3928271" cy="1619197"/>
          </a:xfrm>
        </p:grpSpPr>
        <p:pic>
          <p:nvPicPr>
            <p:cNvPr id="1341" name="Google Shape;1341;p79"/>
            <p:cNvPicPr preferRelativeResize="0"/>
            <p:nvPr/>
          </p:nvPicPr>
          <p:blipFill>
            <a:blip r:embed="rId3">
              <a:alphaModFix/>
            </a:blip>
            <a:stretch>
              <a:fillRect/>
            </a:stretch>
          </p:blipFill>
          <p:spPr>
            <a:xfrm>
              <a:off x="9952773" y="5067484"/>
              <a:ext cx="3928271" cy="1619197"/>
            </a:xfrm>
            <a:prstGeom prst="rect">
              <a:avLst/>
            </a:prstGeom>
            <a:noFill/>
            <a:ln>
              <a:noFill/>
            </a:ln>
          </p:spPr>
        </p:pic>
        <p:sp>
          <p:nvSpPr>
            <p:cNvPr id="1342" name="Google Shape;1342;p79"/>
            <p:cNvSpPr txBox="1"/>
            <p:nvPr/>
          </p:nvSpPr>
          <p:spPr>
            <a:xfrm>
              <a:off x="10728818" y="5518340"/>
              <a:ext cx="2249700" cy="769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lang="en" sz="1304">
                  <a:latin typeface="Red Hat Display SemiBold"/>
                  <a:ea typeface="Red Hat Display SemiBold"/>
                  <a:cs typeface="Red Hat Display SemiBold"/>
                  <a:sym typeface="Red Hat Display SemiBold"/>
                </a:rPr>
                <a:t>Identity</a:t>
              </a:r>
              <a:endParaRPr sz="1304">
                <a:latin typeface="Red Hat Display SemiBold"/>
                <a:ea typeface="Red Hat Display SemiBold"/>
                <a:cs typeface="Red Hat Display SemiBold"/>
                <a:sym typeface="Red Hat Display SemiBold"/>
              </a:endParaRPr>
            </a:p>
          </p:txBody>
        </p:sp>
      </p:grpSp>
      <p:sp>
        <p:nvSpPr>
          <p:cNvPr id="1343" name="Google Shape;1343;p79"/>
          <p:cNvSpPr txBox="1"/>
          <p:nvPr/>
        </p:nvSpPr>
        <p:spPr>
          <a:xfrm>
            <a:off x="818725" y="286675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MANAGE LINUX IDENTITY AND POLICY</a:t>
            </a:r>
            <a:endParaRPr b="1" sz="15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 </a:t>
            </a:r>
            <a:endParaRPr sz="1300">
              <a:solidFill>
                <a:srgbClr val="4C4C4C"/>
              </a:solidFill>
              <a:latin typeface="Red Hat Display"/>
              <a:ea typeface="Red Hat Display"/>
              <a:cs typeface="Red Hat Display"/>
              <a:sym typeface="Red Hat Display"/>
            </a:endParaRPr>
          </a:p>
          <a:p>
            <a:pPr indent="0" lvl="0" marL="0" rtl="0" algn="l">
              <a:lnSpc>
                <a:spcPct val="100000"/>
              </a:lnSpc>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Single Sign-On, sudo, RBAC, HBAC, SELinux Policy, identity mapping,  native AD Integration.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300">
                <a:solidFill>
                  <a:srgbClr val="4C4C4C"/>
                </a:solidFill>
                <a:latin typeface="Red Hat Display"/>
                <a:ea typeface="Red Hat Display"/>
                <a:cs typeface="Red Hat Display"/>
                <a:sym typeface="Red Hat Display"/>
              </a:rPr>
              <a:t>Included</a:t>
            </a:r>
            <a:r>
              <a:rPr lang="en" sz="1300">
                <a:solidFill>
                  <a:srgbClr val="4C4C4C"/>
                </a:solidFill>
                <a:latin typeface="Red Hat Display"/>
                <a:ea typeface="Red Hat Display"/>
                <a:cs typeface="Red Hat Display"/>
                <a:sym typeface="Red Hat Display"/>
              </a:rPr>
              <a:t> with Red Hat Enterprise Linux. </a:t>
            </a:r>
            <a:endParaRPr b="1" sz="1500">
              <a:solidFill>
                <a:srgbClr val="4C4C4C"/>
              </a:solidFill>
              <a:latin typeface="Red Hat Display"/>
              <a:ea typeface="Red Hat Display"/>
              <a:cs typeface="Red Hat Display"/>
              <a:sym typeface="Red Hat Display"/>
            </a:endParaRPr>
          </a:p>
        </p:txBody>
      </p:sp>
      <p:grpSp>
        <p:nvGrpSpPr>
          <p:cNvPr id="1344" name="Google Shape;1344;p79"/>
          <p:cNvGrpSpPr/>
          <p:nvPr/>
        </p:nvGrpSpPr>
        <p:grpSpPr>
          <a:xfrm>
            <a:off x="1793813" y="5509800"/>
            <a:ext cx="569125" cy="569175"/>
            <a:chOff x="4308875" y="4855363"/>
            <a:chExt cx="569125" cy="569175"/>
          </a:xfrm>
        </p:grpSpPr>
        <p:sp>
          <p:nvSpPr>
            <p:cNvPr id="1345" name="Google Shape;1345;p79"/>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6" name="Google Shape;1346;p79"/>
            <p:cNvPicPr preferRelativeResize="0"/>
            <p:nvPr/>
          </p:nvPicPr>
          <p:blipFill>
            <a:blip r:embed="rId4">
              <a:alphaModFix/>
            </a:blip>
            <a:stretch>
              <a:fillRect/>
            </a:stretch>
          </p:blipFill>
          <p:spPr>
            <a:xfrm>
              <a:off x="4308875" y="4855363"/>
              <a:ext cx="569125" cy="569175"/>
            </a:xfrm>
            <a:prstGeom prst="rect">
              <a:avLst/>
            </a:prstGeom>
            <a:noFill/>
            <a:ln>
              <a:noFill/>
            </a:ln>
          </p:spPr>
        </p:pic>
      </p:grpSp>
      <p:sp>
        <p:nvSpPr>
          <p:cNvPr id="1347" name="Google Shape;1347;p79"/>
          <p:cNvSpPr/>
          <p:nvPr/>
        </p:nvSpPr>
        <p:spPr>
          <a:xfrm>
            <a:off x="3548485" y="2003730"/>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sp>
        <p:nvSpPr>
          <p:cNvPr id="1348" name="Google Shape;1348;p79"/>
          <p:cNvSpPr txBox="1"/>
          <p:nvPr/>
        </p:nvSpPr>
        <p:spPr>
          <a:xfrm>
            <a:off x="3562485" y="2866106"/>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FLEXIBILITY TO MANAGE RED HAT ENTERPRISE LINUX</a:t>
            </a:r>
            <a:endParaRPr sz="13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Secure software supply chain and content lifecycle on-premise or in the cloud with Satellite and Red Hat Hybrid Cloud Console</a:t>
            </a:r>
            <a:endParaRPr b="1" sz="1500">
              <a:solidFill>
                <a:srgbClr val="4C4C4C"/>
              </a:solidFill>
              <a:latin typeface="Red Hat Display"/>
              <a:ea typeface="Red Hat Display"/>
              <a:cs typeface="Red Hat Display"/>
              <a:sym typeface="Red Hat Display"/>
            </a:endParaRPr>
          </a:p>
        </p:txBody>
      </p:sp>
      <p:grpSp>
        <p:nvGrpSpPr>
          <p:cNvPr id="1349" name="Google Shape;1349;p79"/>
          <p:cNvGrpSpPr/>
          <p:nvPr/>
        </p:nvGrpSpPr>
        <p:grpSpPr>
          <a:xfrm>
            <a:off x="4553235" y="5509156"/>
            <a:ext cx="537800" cy="537800"/>
            <a:chOff x="6681800" y="5400650"/>
            <a:chExt cx="537800" cy="537800"/>
          </a:xfrm>
        </p:grpSpPr>
        <p:pic>
          <p:nvPicPr>
            <p:cNvPr id="1350" name="Google Shape;1350;p79"/>
            <p:cNvPicPr preferRelativeResize="0"/>
            <p:nvPr/>
          </p:nvPicPr>
          <p:blipFill>
            <a:blip r:embed="rId5">
              <a:alphaModFix/>
            </a:blip>
            <a:stretch>
              <a:fillRect/>
            </a:stretch>
          </p:blipFill>
          <p:spPr>
            <a:xfrm>
              <a:off x="6681800" y="5400650"/>
              <a:ext cx="537800" cy="537800"/>
            </a:xfrm>
            <a:prstGeom prst="rect">
              <a:avLst/>
            </a:prstGeom>
            <a:noFill/>
            <a:ln>
              <a:noFill/>
            </a:ln>
          </p:spPr>
        </p:pic>
        <p:sp>
          <p:nvSpPr>
            <p:cNvPr id="1351" name="Google Shape;1351;p79"/>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2" name="Google Shape;1352;p79"/>
          <p:cNvSpPr/>
          <p:nvPr/>
        </p:nvSpPr>
        <p:spPr>
          <a:xfrm>
            <a:off x="6292976" y="2005986"/>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marR="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pic>
        <p:nvPicPr>
          <p:cNvPr id="1353" name="Google Shape;1353;p79"/>
          <p:cNvPicPr preferRelativeResize="0"/>
          <p:nvPr/>
        </p:nvPicPr>
        <p:blipFill>
          <a:blip r:embed="rId6">
            <a:alphaModFix/>
          </a:blip>
          <a:stretch>
            <a:fillRect/>
          </a:stretch>
        </p:blipFill>
        <p:spPr>
          <a:xfrm>
            <a:off x="6448676" y="2136212"/>
            <a:ext cx="1987373" cy="604875"/>
          </a:xfrm>
          <a:prstGeom prst="rect">
            <a:avLst/>
          </a:prstGeom>
          <a:noFill/>
          <a:ln>
            <a:noFill/>
          </a:ln>
        </p:spPr>
      </p:pic>
      <p:sp>
        <p:nvSpPr>
          <p:cNvPr id="1354" name="Google Shape;1354;p79"/>
          <p:cNvSpPr txBox="1"/>
          <p:nvPr/>
        </p:nvSpPr>
        <p:spPr>
          <a:xfrm>
            <a:off x="6287901" y="2865162"/>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AUTOMATION FOR EVERYONE</a:t>
            </a:r>
            <a:endParaRPr b="1" sz="15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600">
              <a:solidFill>
                <a:srgbClr val="4C4C4C"/>
              </a:solidFill>
              <a:latin typeface="Red Hat Display"/>
              <a:ea typeface="Red Hat Display"/>
              <a:cs typeface="Red Hat Display"/>
              <a:sym typeface="Red Hat Display"/>
            </a:endParaRPr>
          </a:p>
          <a:p>
            <a:pPr indent="0" lvl="0" marL="0" rtl="0" algn="l">
              <a:lnSpc>
                <a:spcPct val="150000"/>
              </a:lnSpc>
              <a:spcBef>
                <a:spcPts val="1000"/>
              </a:spcBef>
              <a:spcAft>
                <a:spcPts val="0"/>
              </a:spcAft>
              <a:buNone/>
            </a:pPr>
            <a:r>
              <a:rPr lang="en" sz="1300">
                <a:solidFill>
                  <a:srgbClr val="4C4C4C"/>
                </a:solidFill>
                <a:latin typeface="Red Hat Display"/>
                <a:ea typeface="Red Hat Display"/>
                <a:cs typeface="Red Hat Display"/>
                <a:sym typeface="Red Hat Display"/>
              </a:rPr>
              <a:t>Simple, </a:t>
            </a:r>
            <a:r>
              <a:rPr lang="en" sz="1300">
                <a:solidFill>
                  <a:srgbClr val="4C4C4C"/>
                </a:solidFill>
                <a:latin typeface="Red Hat Display"/>
                <a:ea typeface="Red Hat Display"/>
                <a:cs typeface="Red Hat Display"/>
                <a:sym typeface="Red Hat Display"/>
              </a:rPr>
              <a:t>Powerful</a:t>
            </a:r>
            <a:r>
              <a:rPr lang="en" sz="1300">
                <a:solidFill>
                  <a:srgbClr val="4C4C4C"/>
                </a:solidFill>
                <a:latin typeface="Red Hat Display"/>
                <a:ea typeface="Red Hat Display"/>
                <a:cs typeface="Red Hat Display"/>
                <a:sym typeface="Red Hat Display"/>
              </a:rPr>
              <a:t>, Agentless</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Cross Platform</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Systems, Network, Storage, Cloud</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Human Readable</a:t>
            </a:r>
            <a:endParaRPr>
              <a:latin typeface="Red Hat Display"/>
              <a:ea typeface="Red Hat Display"/>
              <a:cs typeface="Red Hat Display"/>
              <a:sym typeface="Red Hat Display"/>
            </a:endParaRPr>
          </a:p>
        </p:txBody>
      </p:sp>
      <p:pic>
        <p:nvPicPr>
          <p:cNvPr id="1355" name="Google Shape;1355;p79"/>
          <p:cNvPicPr preferRelativeResize="0"/>
          <p:nvPr/>
        </p:nvPicPr>
        <p:blipFill>
          <a:blip r:embed="rId7">
            <a:alphaModFix/>
          </a:blip>
          <a:stretch>
            <a:fillRect/>
          </a:stretch>
        </p:blipFill>
        <p:spPr>
          <a:xfrm>
            <a:off x="7285301" y="5508212"/>
            <a:ext cx="537800" cy="536390"/>
          </a:xfrm>
          <a:prstGeom prst="rect">
            <a:avLst/>
          </a:prstGeom>
          <a:noFill/>
          <a:ln>
            <a:noFill/>
          </a:ln>
        </p:spPr>
      </p:pic>
      <p:sp>
        <p:nvSpPr>
          <p:cNvPr id="1356" name="Google Shape;1356;p79"/>
          <p:cNvSpPr/>
          <p:nvPr/>
        </p:nvSpPr>
        <p:spPr>
          <a:xfrm>
            <a:off x="9023904" y="2005086"/>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sp>
        <p:nvSpPr>
          <p:cNvPr id="1357" name="Google Shape;1357;p79"/>
          <p:cNvSpPr txBox="1"/>
          <p:nvPr/>
        </p:nvSpPr>
        <p:spPr>
          <a:xfrm>
            <a:off x="9023559" y="2865162"/>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PREVENT CRITICAL ISSUES BEFORE THEY OCCUR</a:t>
            </a:r>
            <a:endParaRPr sz="16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rgbClr val="4C4C4C"/>
                </a:solidFill>
                <a:latin typeface="Red Hat Display"/>
                <a:ea typeface="Red Hat Display"/>
                <a:cs typeface="Red Hat Display"/>
                <a:sym typeface="Red Hat Display"/>
              </a:rPr>
              <a:t>Red Hat “Insights” </a:t>
            </a:r>
            <a:r>
              <a:rPr b="1" lang="en" sz="1300">
                <a:solidFill>
                  <a:srgbClr val="4C4C4C"/>
                </a:solidFill>
                <a:latin typeface="Red Hat Display"/>
                <a:ea typeface="Red Hat Display"/>
                <a:cs typeface="Red Hat Display"/>
                <a:sym typeface="Red Hat Display"/>
              </a:rPr>
              <a:t>Included</a:t>
            </a:r>
            <a:r>
              <a:rPr lang="en" sz="1300">
                <a:solidFill>
                  <a:srgbClr val="4C4C4C"/>
                </a:solidFill>
                <a:latin typeface="Red Hat Display"/>
                <a:ea typeface="Red Hat Display"/>
                <a:cs typeface="Red Hat Display"/>
                <a:sym typeface="Red Hat Display"/>
              </a:rPr>
              <a:t> with Red Hat Enterprise Linux.</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1000"/>
              </a:spcBef>
              <a:spcAft>
                <a:spcPts val="0"/>
              </a:spcAft>
              <a:buNone/>
            </a:pPr>
            <a:r>
              <a:rPr lang="en" sz="1300">
                <a:solidFill>
                  <a:srgbClr val="4C4C4C"/>
                </a:solidFill>
                <a:latin typeface="Red Hat Display"/>
                <a:ea typeface="Red Hat Display"/>
                <a:cs typeface="Red Hat Display"/>
                <a:sym typeface="Red Hat Display"/>
              </a:rPr>
              <a:t>Red Hat Hybrid Cloud Console</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Clr>
                <a:schemeClr val="dk1"/>
              </a:buClr>
              <a:buSzPts val="1100"/>
              <a:buFont typeface="Arial"/>
              <a:buNone/>
            </a:pPr>
            <a:r>
              <a:rPr lang="en" sz="1300">
                <a:solidFill>
                  <a:srgbClr val="4C4C4C"/>
                </a:solidFill>
                <a:latin typeface="Red Hat Display"/>
                <a:ea typeface="Red Hat Display"/>
                <a:cs typeface="Red Hat Display"/>
                <a:sym typeface="Red Hat Display"/>
              </a:rPr>
              <a:t>Red Hat Image Builder</a:t>
            </a:r>
            <a:endParaRPr sz="1300">
              <a:solidFill>
                <a:srgbClr val="4C4C4C"/>
              </a:solidFill>
              <a:latin typeface="Red Hat Display"/>
              <a:ea typeface="Red Hat Display"/>
              <a:cs typeface="Red Hat Display"/>
              <a:sym typeface="Red Hat Display"/>
            </a:endParaRPr>
          </a:p>
        </p:txBody>
      </p:sp>
      <p:pic>
        <p:nvPicPr>
          <p:cNvPr id="1358" name="Google Shape;1358;p79"/>
          <p:cNvPicPr preferRelativeResize="0"/>
          <p:nvPr/>
        </p:nvPicPr>
        <p:blipFill>
          <a:blip r:embed="rId8">
            <a:alphaModFix/>
          </a:blip>
          <a:stretch>
            <a:fillRect/>
          </a:stretch>
        </p:blipFill>
        <p:spPr>
          <a:xfrm>
            <a:off x="10006079" y="5508212"/>
            <a:ext cx="554262" cy="559800"/>
          </a:xfrm>
          <a:prstGeom prst="rect">
            <a:avLst/>
          </a:prstGeom>
          <a:noFill/>
          <a:ln>
            <a:noFill/>
          </a:ln>
        </p:spPr>
      </p:pic>
      <p:pic>
        <p:nvPicPr>
          <p:cNvPr id="1359" name="Google Shape;1359;p79"/>
          <p:cNvPicPr preferRelativeResize="0"/>
          <p:nvPr/>
        </p:nvPicPr>
        <p:blipFill>
          <a:blip r:embed="rId9">
            <a:alphaModFix/>
          </a:blip>
          <a:stretch>
            <a:fillRect/>
          </a:stretch>
        </p:blipFill>
        <p:spPr>
          <a:xfrm>
            <a:off x="9204742" y="2136200"/>
            <a:ext cx="1595276" cy="417650"/>
          </a:xfrm>
          <a:prstGeom prst="rect">
            <a:avLst/>
          </a:prstGeom>
          <a:noFill/>
          <a:ln>
            <a:noFill/>
          </a:ln>
        </p:spPr>
      </p:pic>
      <p:pic>
        <p:nvPicPr>
          <p:cNvPr id="1360" name="Google Shape;1360;p79"/>
          <p:cNvPicPr preferRelativeResize="0"/>
          <p:nvPr/>
        </p:nvPicPr>
        <p:blipFill>
          <a:blip r:embed="rId10">
            <a:alphaModFix/>
          </a:blip>
          <a:stretch>
            <a:fillRect/>
          </a:stretch>
        </p:blipFill>
        <p:spPr>
          <a:xfrm>
            <a:off x="3732994" y="2136200"/>
            <a:ext cx="1058674" cy="417650"/>
          </a:xfrm>
          <a:prstGeom prst="rect">
            <a:avLst/>
          </a:prstGeom>
          <a:noFill/>
          <a:ln>
            <a:noFill/>
          </a:ln>
        </p:spPr>
      </p:pic>
      <p:sp>
        <p:nvSpPr>
          <p:cNvPr id="1361" name="Google Shape;1361;p79"/>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
        <p:nvSpPr>
          <p:cNvPr id="1362" name="Google Shape;1362;p79"/>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9"/>
                                        </p:tgtEl>
                                        <p:attrNameLst>
                                          <p:attrName>style.visibility</p:attrName>
                                        </p:attrNameLst>
                                      </p:cBhvr>
                                      <p:to>
                                        <p:strVal val="visible"/>
                                      </p:to>
                                    </p:set>
                                    <p:animEffect filter="fade" transition="in">
                                      <p:cBhvr>
                                        <p:cTn dur="1000"/>
                                        <p:tgtEl>
                                          <p:spTgt spid="1339"/>
                                        </p:tgtEl>
                                      </p:cBhvr>
                                    </p:animEffect>
                                  </p:childTnLst>
                                </p:cTn>
                              </p:par>
                              <p:par>
                                <p:cTn fill="hold" nodeType="with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1000"/>
                                        <p:tgtEl>
                                          <p:spTgt spid="1340"/>
                                        </p:tgtEl>
                                      </p:cBhvr>
                                    </p:animEffect>
                                  </p:childTnLst>
                                </p:cTn>
                              </p:par>
                              <p:par>
                                <p:cTn fill="hold" nodeType="withEffect" presetClass="entr" presetID="10" presetSubtype="0">
                                  <p:stCondLst>
                                    <p:cond delay="0"/>
                                  </p:stCondLst>
                                  <p:childTnLst>
                                    <p:set>
                                      <p:cBhvr>
                                        <p:cTn dur="1" fill="hold">
                                          <p:stCondLst>
                                            <p:cond delay="0"/>
                                          </p:stCondLst>
                                        </p:cTn>
                                        <p:tgtEl>
                                          <p:spTgt spid="1343"/>
                                        </p:tgtEl>
                                        <p:attrNameLst>
                                          <p:attrName>style.visibility</p:attrName>
                                        </p:attrNameLst>
                                      </p:cBhvr>
                                      <p:to>
                                        <p:strVal val="visible"/>
                                      </p:to>
                                    </p:set>
                                    <p:animEffect filter="fade" transition="in">
                                      <p:cBhvr>
                                        <p:cTn dur="1000"/>
                                        <p:tgtEl>
                                          <p:spTgt spid="1343"/>
                                        </p:tgtEl>
                                      </p:cBhvr>
                                    </p:animEffect>
                                  </p:childTnLst>
                                </p:cTn>
                              </p:par>
                              <p:par>
                                <p:cTn fill="hold" nodeType="withEffect" presetClass="entr" presetID="10" presetSubtype="0">
                                  <p:stCondLst>
                                    <p:cond delay="0"/>
                                  </p:stCondLst>
                                  <p:childTnLst>
                                    <p:set>
                                      <p:cBhvr>
                                        <p:cTn dur="1" fill="hold">
                                          <p:stCondLst>
                                            <p:cond delay="0"/>
                                          </p:stCondLst>
                                        </p:cTn>
                                        <p:tgtEl>
                                          <p:spTgt spid="1344"/>
                                        </p:tgtEl>
                                        <p:attrNameLst>
                                          <p:attrName>style.visibility</p:attrName>
                                        </p:attrNameLst>
                                      </p:cBhvr>
                                      <p:to>
                                        <p:strVal val="visible"/>
                                      </p:to>
                                    </p:set>
                                    <p:animEffect filter="fade" transition="in">
                                      <p:cBhvr>
                                        <p:cTn dur="1000"/>
                                        <p:tgtEl>
                                          <p:spTgt spid="1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7"/>
                                        </p:tgtEl>
                                        <p:attrNameLst>
                                          <p:attrName>style.visibility</p:attrName>
                                        </p:attrNameLst>
                                      </p:cBhvr>
                                      <p:to>
                                        <p:strVal val="visible"/>
                                      </p:to>
                                    </p:set>
                                    <p:animEffect filter="fade" transition="in">
                                      <p:cBhvr>
                                        <p:cTn dur="1000"/>
                                        <p:tgtEl>
                                          <p:spTgt spid="1347"/>
                                        </p:tgtEl>
                                      </p:cBhvr>
                                    </p:animEffect>
                                  </p:childTnLst>
                                </p:cTn>
                              </p:par>
                              <p:par>
                                <p:cTn fill="hold" nodeType="with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1000"/>
                                        <p:tgtEl>
                                          <p:spTgt spid="1348"/>
                                        </p:tgtEl>
                                      </p:cBhvr>
                                    </p:animEffect>
                                  </p:childTnLst>
                                </p:cTn>
                              </p:par>
                              <p:par>
                                <p:cTn fill="hold" nodeType="with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1000"/>
                                        <p:tgtEl>
                                          <p:spTgt spid="1349"/>
                                        </p:tgtEl>
                                      </p:cBhvr>
                                    </p:animEffect>
                                  </p:childTnLst>
                                </p:cTn>
                              </p:par>
                              <p:par>
                                <p:cTn fill="hold" nodeType="withEffect" presetClass="entr" presetID="10" presetSubtype="0">
                                  <p:stCondLst>
                                    <p:cond delay="0"/>
                                  </p:stCondLst>
                                  <p:childTnLst>
                                    <p:set>
                                      <p:cBhvr>
                                        <p:cTn dur="1" fill="hold">
                                          <p:stCondLst>
                                            <p:cond delay="0"/>
                                          </p:stCondLst>
                                        </p:cTn>
                                        <p:tgtEl>
                                          <p:spTgt spid="1360"/>
                                        </p:tgtEl>
                                        <p:attrNameLst>
                                          <p:attrName>style.visibility</p:attrName>
                                        </p:attrNameLst>
                                      </p:cBhvr>
                                      <p:to>
                                        <p:strVal val="visible"/>
                                      </p:to>
                                    </p:set>
                                    <p:animEffect filter="fade" transition="in">
                                      <p:cBhvr>
                                        <p:cTn dur="1000"/>
                                        <p:tgtEl>
                                          <p:spTgt spid="1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1000"/>
                                        <p:tgtEl>
                                          <p:spTgt spid="1352"/>
                                        </p:tgtEl>
                                      </p:cBhvr>
                                    </p:animEffect>
                                  </p:childTnLst>
                                </p:cTn>
                              </p:par>
                              <p:par>
                                <p:cTn fill="hold" nodeType="with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1000"/>
                                        <p:tgtEl>
                                          <p:spTgt spid="1353"/>
                                        </p:tgtEl>
                                      </p:cBhvr>
                                    </p:animEffect>
                                  </p:childTnLst>
                                </p:cTn>
                              </p:par>
                              <p:par>
                                <p:cTn fill="hold" nodeType="withEffect" presetClass="entr" presetID="10" presetSubtype="0">
                                  <p:stCondLst>
                                    <p:cond delay="0"/>
                                  </p:stCondLst>
                                  <p:childTnLst>
                                    <p:set>
                                      <p:cBhvr>
                                        <p:cTn dur="1" fill="hold">
                                          <p:stCondLst>
                                            <p:cond delay="0"/>
                                          </p:stCondLst>
                                        </p:cTn>
                                        <p:tgtEl>
                                          <p:spTgt spid="1354"/>
                                        </p:tgtEl>
                                        <p:attrNameLst>
                                          <p:attrName>style.visibility</p:attrName>
                                        </p:attrNameLst>
                                      </p:cBhvr>
                                      <p:to>
                                        <p:strVal val="visible"/>
                                      </p:to>
                                    </p:set>
                                    <p:animEffect filter="fade" transition="in">
                                      <p:cBhvr>
                                        <p:cTn dur="1000"/>
                                        <p:tgtEl>
                                          <p:spTgt spid="1354"/>
                                        </p:tgtEl>
                                      </p:cBhvr>
                                    </p:animEffect>
                                  </p:childTnLst>
                                </p:cTn>
                              </p:par>
                              <p:par>
                                <p:cTn fill="hold" nodeType="withEffect" presetClass="entr" presetID="10" presetSubtype="0">
                                  <p:stCondLst>
                                    <p:cond delay="0"/>
                                  </p:stCondLst>
                                  <p:childTnLst>
                                    <p:set>
                                      <p:cBhvr>
                                        <p:cTn dur="1" fill="hold">
                                          <p:stCondLst>
                                            <p:cond delay="0"/>
                                          </p:stCondLst>
                                        </p:cTn>
                                        <p:tgtEl>
                                          <p:spTgt spid="1355"/>
                                        </p:tgtEl>
                                        <p:attrNameLst>
                                          <p:attrName>style.visibility</p:attrName>
                                        </p:attrNameLst>
                                      </p:cBhvr>
                                      <p:to>
                                        <p:strVal val="visible"/>
                                      </p:to>
                                    </p:set>
                                    <p:animEffect filter="fade" transition="in">
                                      <p:cBhvr>
                                        <p:cTn dur="1000"/>
                                        <p:tgtEl>
                                          <p:spTgt spid="1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gtEl>
                                        <p:attrNameLst>
                                          <p:attrName>style.visibility</p:attrName>
                                        </p:attrNameLst>
                                      </p:cBhvr>
                                      <p:to>
                                        <p:strVal val="visible"/>
                                      </p:to>
                                    </p:set>
                                    <p:animEffect filter="fade" transition="in">
                                      <p:cBhvr>
                                        <p:cTn dur="1000"/>
                                        <p:tgtEl>
                                          <p:spTgt spid="1356"/>
                                        </p:tgtEl>
                                      </p:cBhvr>
                                    </p:animEffect>
                                  </p:childTnLst>
                                </p:cTn>
                              </p:par>
                              <p:par>
                                <p:cTn fill="hold" nodeType="withEffect" presetClass="entr" presetID="10" presetSubtype="0">
                                  <p:stCondLst>
                                    <p:cond delay="0"/>
                                  </p:stCondLst>
                                  <p:childTnLst>
                                    <p:set>
                                      <p:cBhvr>
                                        <p:cTn dur="1" fill="hold">
                                          <p:stCondLst>
                                            <p:cond delay="0"/>
                                          </p:stCondLst>
                                        </p:cTn>
                                        <p:tgtEl>
                                          <p:spTgt spid="1357"/>
                                        </p:tgtEl>
                                        <p:attrNameLst>
                                          <p:attrName>style.visibility</p:attrName>
                                        </p:attrNameLst>
                                      </p:cBhvr>
                                      <p:to>
                                        <p:strVal val="visible"/>
                                      </p:to>
                                    </p:set>
                                    <p:animEffect filter="fade" transition="in">
                                      <p:cBhvr>
                                        <p:cTn dur="1000"/>
                                        <p:tgtEl>
                                          <p:spTgt spid="1357"/>
                                        </p:tgtEl>
                                      </p:cBhvr>
                                    </p:animEffect>
                                  </p:childTnLst>
                                </p:cTn>
                              </p:par>
                              <p:par>
                                <p:cTn fill="hold" nodeType="withEffect" presetClass="entr" presetID="10" presetSubtype="0">
                                  <p:stCondLst>
                                    <p:cond delay="0"/>
                                  </p:stCondLst>
                                  <p:childTnLst>
                                    <p:set>
                                      <p:cBhvr>
                                        <p:cTn dur="1" fill="hold">
                                          <p:stCondLst>
                                            <p:cond delay="0"/>
                                          </p:stCondLst>
                                        </p:cTn>
                                        <p:tgtEl>
                                          <p:spTgt spid="1358"/>
                                        </p:tgtEl>
                                        <p:attrNameLst>
                                          <p:attrName>style.visibility</p:attrName>
                                        </p:attrNameLst>
                                      </p:cBhvr>
                                      <p:to>
                                        <p:strVal val="visible"/>
                                      </p:to>
                                    </p:set>
                                    <p:animEffect filter="fade" transition="in">
                                      <p:cBhvr>
                                        <p:cTn dur="1000"/>
                                        <p:tgtEl>
                                          <p:spTgt spid="1358"/>
                                        </p:tgtEl>
                                      </p:cBhvr>
                                    </p:animEffect>
                                  </p:childTnLst>
                                </p:cTn>
                              </p:par>
                              <p:par>
                                <p:cTn fill="hold" nodeType="withEffect" presetClass="entr" presetID="10" presetSubtype="0">
                                  <p:stCondLst>
                                    <p:cond delay="0"/>
                                  </p:stCondLst>
                                  <p:childTnLst>
                                    <p:set>
                                      <p:cBhvr>
                                        <p:cTn dur="1" fill="hold">
                                          <p:stCondLst>
                                            <p:cond delay="0"/>
                                          </p:stCondLst>
                                        </p:cTn>
                                        <p:tgtEl>
                                          <p:spTgt spid="1359"/>
                                        </p:tgtEl>
                                        <p:attrNameLst>
                                          <p:attrName>style.visibility</p:attrName>
                                        </p:attrNameLst>
                                      </p:cBhvr>
                                      <p:to>
                                        <p:strVal val="visible"/>
                                      </p:to>
                                    </p:set>
                                    <p:animEffect filter="fade" transition="in">
                                      <p:cBhvr>
                                        <p:cTn dur="1000"/>
                                        <p:tgtEl>
                                          <p:spTgt spid="1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8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solidFill>
                  <a:schemeClr val="lt1"/>
                </a:solidFill>
              </a:rPr>
              <a:t>Security features of Red Hat Enterprise Linux</a:t>
            </a:r>
            <a:endParaRPr>
              <a:solidFill>
                <a:schemeClr val="lt1"/>
              </a:solidFill>
            </a:endParaRPr>
          </a:p>
        </p:txBody>
      </p:sp>
      <p:sp>
        <p:nvSpPr>
          <p:cNvPr id="1368" name="Google Shape;1368;p8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cxnSp>
        <p:nvCxnSpPr>
          <p:cNvPr id="1369" name="Google Shape;1369;p8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370" name="Google Shape;1370;p8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371" name="Google Shape;1371;p8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a:t>
            </a:r>
            <a:endParaRPr/>
          </a:p>
        </p:txBody>
      </p:sp>
      <p:grpSp>
        <p:nvGrpSpPr>
          <p:cNvPr id="1372" name="Google Shape;1372;p80"/>
          <p:cNvGrpSpPr/>
          <p:nvPr/>
        </p:nvGrpSpPr>
        <p:grpSpPr>
          <a:xfrm>
            <a:off x="3395200" y="1713623"/>
            <a:ext cx="5520129" cy="1836788"/>
            <a:chOff x="3471400" y="1866023"/>
            <a:chExt cx="5520129" cy="1836788"/>
          </a:xfrm>
        </p:grpSpPr>
        <p:grpSp>
          <p:nvGrpSpPr>
            <p:cNvPr id="1373" name="Google Shape;1373;p80"/>
            <p:cNvGrpSpPr/>
            <p:nvPr/>
          </p:nvGrpSpPr>
          <p:grpSpPr>
            <a:xfrm>
              <a:off x="3494491" y="1866023"/>
              <a:ext cx="5497037" cy="683526"/>
              <a:chOff x="1760225" y="1602474"/>
              <a:chExt cx="5497037" cy="683526"/>
            </a:xfrm>
          </p:grpSpPr>
          <p:pic>
            <p:nvPicPr>
              <p:cNvPr id="1374" name="Google Shape;1374;p80"/>
              <p:cNvPicPr preferRelativeResize="0"/>
              <p:nvPr/>
            </p:nvPicPr>
            <p:blipFill>
              <a:blip r:embed="rId3">
                <a:alphaModFix/>
              </a:blip>
              <a:stretch>
                <a:fillRect/>
              </a:stretch>
            </p:blipFill>
            <p:spPr>
              <a:xfrm>
                <a:off x="1760225" y="1678922"/>
                <a:ext cx="2484082" cy="603850"/>
              </a:xfrm>
              <a:prstGeom prst="rect">
                <a:avLst/>
              </a:prstGeom>
              <a:noFill/>
              <a:ln>
                <a:noFill/>
              </a:ln>
            </p:spPr>
          </p:pic>
          <p:sp>
            <p:nvSpPr>
              <p:cNvPr id="1375" name="Google Shape;1375;p80"/>
              <p:cNvSpPr txBox="1"/>
              <p:nvPr/>
            </p:nvSpPr>
            <p:spPr>
              <a:xfrm>
                <a:off x="3270862" y="1602474"/>
                <a:ext cx="39864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latin typeface="Red Hat Display Black"/>
                    <a:ea typeface="Red Hat Display Black"/>
                    <a:cs typeface="Red Hat Display Black"/>
                    <a:sym typeface="Red Hat Display Black"/>
                  </a:rPr>
                  <a:t>Infrastructure Standard</a:t>
                </a:r>
                <a:endParaRPr sz="2100">
                  <a:latin typeface="Red Hat Display Black"/>
                  <a:ea typeface="Red Hat Display Black"/>
                  <a:cs typeface="Red Hat Display Black"/>
                  <a:sym typeface="Red Hat Display Black"/>
                </a:endParaRPr>
              </a:p>
            </p:txBody>
          </p:sp>
          <p:sp>
            <p:nvSpPr>
              <p:cNvPr id="1376" name="Google Shape;1376;p80"/>
              <p:cNvSpPr/>
              <p:nvPr/>
            </p:nvSpPr>
            <p:spPr>
              <a:xfrm>
                <a:off x="2256750" y="2012100"/>
                <a:ext cx="1987500" cy="273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nvGrpSpPr>
            <p:cNvPr id="1377" name="Google Shape;1377;p80"/>
            <p:cNvGrpSpPr/>
            <p:nvPr/>
          </p:nvGrpSpPr>
          <p:grpSpPr>
            <a:xfrm>
              <a:off x="3471400" y="2408612"/>
              <a:ext cx="5139300" cy="1294200"/>
              <a:chOff x="3547600" y="732212"/>
              <a:chExt cx="5139300" cy="1294200"/>
            </a:xfrm>
          </p:grpSpPr>
          <p:grpSp>
            <p:nvGrpSpPr>
              <p:cNvPr id="1378" name="Google Shape;1378;p80"/>
              <p:cNvGrpSpPr/>
              <p:nvPr/>
            </p:nvGrpSpPr>
            <p:grpSpPr>
              <a:xfrm>
                <a:off x="3888775" y="879611"/>
                <a:ext cx="4461775" cy="957150"/>
                <a:chOff x="5412775" y="879611"/>
                <a:chExt cx="4461775" cy="957150"/>
              </a:xfrm>
            </p:grpSpPr>
            <p:pic>
              <p:nvPicPr>
                <p:cNvPr id="1379" name="Google Shape;1379;p80"/>
                <p:cNvPicPr preferRelativeResize="0"/>
                <p:nvPr/>
              </p:nvPicPr>
              <p:blipFill>
                <a:blip r:embed="rId4">
                  <a:alphaModFix/>
                </a:blip>
                <a:stretch>
                  <a:fillRect/>
                </a:stretch>
              </p:blipFill>
              <p:spPr>
                <a:xfrm>
                  <a:off x="7914104" y="879611"/>
                  <a:ext cx="957150" cy="957150"/>
                </a:xfrm>
                <a:prstGeom prst="rect">
                  <a:avLst/>
                </a:prstGeom>
                <a:noFill/>
                <a:ln>
                  <a:noFill/>
                </a:ln>
              </p:spPr>
            </p:pic>
            <p:pic>
              <p:nvPicPr>
                <p:cNvPr id="1380" name="Google Shape;1380;p80"/>
                <p:cNvPicPr preferRelativeResize="0"/>
                <p:nvPr/>
              </p:nvPicPr>
              <p:blipFill>
                <a:blip r:embed="rId5">
                  <a:alphaModFix/>
                </a:blip>
                <a:stretch>
                  <a:fillRect/>
                </a:stretch>
              </p:blipFill>
              <p:spPr>
                <a:xfrm>
                  <a:off x="5412775" y="953636"/>
                  <a:ext cx="801085" cy="809100"/>
                </a:xfrm>
                <a:prstGeom prst="rect">
                  <a:avLst/>
                </a:prstGeom>
                <a:noFill/>
                <a:ln>
                  <a:noFill/>
                </a:ln>
              </p:spPr>
            </p:pic>
            <p:pic>
              <p:nvPicPr>
                <p:cNvPr id="1381" name="Google Shape;1381;p80"/>
                <p:cNvPicPr preferRelativeResize="0"/>
                <p:nvPr/>
              </p:nvPicPr>
              <p:blipFill rotWithShape="1">
                <a:blip r:embed="rId6">
                  <a:alphaModFix/>
                </a:blip>
                <a:srcRect b="13122" l="12810" r="11523" t="12272"/>
                <a:stretch/>
              </p:blipFill>
              <p:spPr>
                <a:xfrm>
                  <a:off x="6608025" y="887523"/>
                  <a:ext cx="957150" cy="941325"/>
                </a:xfrm>
                <a:prstGeom prst="rect">
                  <a:avLst/>
                </a:prstGeom>
                <a:noFill/>
                <a:ln>
                  <a:noFill/>
                </a:ln>
              </p:spPr>
            </p:pic>
            <p:pic>
              <p:nvPicPr>
                <p:cNvPr id="1382" name="Google Shape;1382;p80"/>
                <p:cNvPicPr preferRelativeResize="0"/>
                <p:nvPr/>
              </p:nvPicPr>
              <p:blipFill rotWithShape="1">
                <a:blip r:embed="rId7">
                  <a:alphaModFix/>
                </a:blip>
                <a:srcRect b="9632" l="15541" r="14164" t="9218"/>
                <a:stretch/>
              </p:blipFill>
              <p:spPr>
                <a:xfrm>
                  <a:off x="9220175" y="980423"/>
                  <a:ext cx="654375" cy="755525"/>
                </a:xfrm>
                <a:prstGeom prst="rect">
                  <a:avLst/>
                </a:prstGeom>
                <a:noFill/>
                <a:ln>
                  <a:noFill/>
                </a:ln>
              </p:spPr>
            </p:pic>
          </p:grpSp>
          <p:sp>
            <p:nvSpPr>
              <p:cNvPr id="1383" name="Google Shape;1383;p80"/>
              <p:cNvSpPr/>
              <p:nvPr/>
            </p:nvSpPr>
            <p:spPr>
              <a:xfrm>
                <a:off x="3547600" y="732212"/>
                <a:ext cx="5139300" cy="12942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grpSp>
        <p:nvGrpSpPr>
          <p:cNvPr id="1384" name="Google Shape;1384;p80"/>
          <p:cNvGrpSpPr/>
          <p:nvPr/>
        </p:nvGrpSpPr>
        <p:grpSpPr>
          <a:xfrm>
            <a:off x="877138" y="3795076"/>
            <a:ext cx="9378799" cy="2122688"/>
            <a:chOff x="877138" y="3795076"/>
            <a:chExt cx="9378799" cy="2122688"/>
          </a:xfrm>
        </p:grpSpPr>
        <p:pic>
          <p:nvPicPr>
            <p:cNvPr id="1385" name="Google Shape;1385;p80" title="Icon-Red_Hat-Code-A-Red-RGB.png"/>
            <p:cNvPicPr preferRelativeResize="0"/>
            <p:nvPr/>
          </p:nvPicPr>
          <p:blipFill>
            <a:blip r:embed="rId8">
              <a:alphaModFix/>
            </a:blip>
            <a:stretch>
              <a:fillRect/>
            </a:stretch>
          </p:blipFill>
          <p:spPr>
            <a:xfrm>
              <a:off x="1828800" y="4384484"/>
              <a:ext cx="552950" cy="552950"/>
            </a:xfrm>
            <a:prstGeom prst="rect">
              <a:avLst/>
            </a:prstGeom>
            <a:noFill/>
            <a:ln>
              <a:noFill/>
            </a:ln>
          </p:spPr>
        </p:pic>
        <p:pic>
          <p:nvPicPr>
            <p:cNvPr id="1386" name="Google Shape;1386;p80" title="Icon-Red_Hat-Clipboard_Checklist-A-Red-RGB.png"/>
            <p:cNvPicPr preferRelativeResize="0"/>
            <p:nvPr/>
          </p:nvPicPr>
          <p:blipFill>
            <a:blip r:embed="rId9">
              <a:alphaModFix/>
            </a:blip>
            <a:stretch>
              <a:fillRect/>
            </a:stretch>
          </p:blipFill>
          <p:spPr>
            <a:xfrm>
              <a:off x="2466724" y="4384484"/>
              <a:ext cx="552950" cy="552950"/>
            </a:xfrm>
            <a:prstGeom prst="rect">
              <a:avLst/>
            </a:prstGeom>
            <a:noFill/>
            <a:ln>
              <a:noFill/>
            </a:ln>
          </p:spPr>
        </p:pic>
        <p:pic>
          <p:nvPicPr>
            <p:cNvPr id="1387" name="Google Shape;1387;p80" title="Icon-Red_Hat-Blueprints-A-Red-RGB.png"/>
            <p:cNvPicPr preferRelativeResize="0"/>
            <p:nvPr/>
          </p:nvPicPr>
          <p:blipFill>
            <a:blip r:embed="rId10">
              <a:alphaModFix/>
            </a:blip>
            <a:stretch>
              <a:fillRect/>
            </a:stretch>
          </p:blipFill>
          <p:spPr>
            <a:xfrm>
              <a:off x="3104649" y="4384476"/>
              <a:ext cx="552950" cy="552967"/>
            </a:xfrm>
            <a:prstGeom prst="rect">
              <a:avLst/>
            </a:prstGeom>
            <a:noFill/>
            <a:ln>
              <a:noFill/>
            </a:ln>
          </p:spPr>
        </p:pic>
        <p:grpSp>
          <p:nvGrpSpPr>
            <p:cNvPr id="1388" name="Google Shape;1388;p80"/>
            <p:cNvGrpSpPr/>
            <p:nvPr/>
          </p:nvGrpSpPr>
          <p:grpSpPr>
            <a:xfrm>
              <a:off x="7056899" y="4943270"/>
              <a:ext cx="1044811" cy="698617"/>
              <a:chOff x="7056899" y="4943270"/>
              <a:chExt cx="1044811" cy="698617"/>
            </a:xfrm>
          </p:grpSpPr>
          <p:grpSp>
            <p:nvGrpSpPr>
              <p:cNvPr id="1389" name="Google Shape;1389;p80"/>
              <p:cNvGrpSpPr/>
              <p:nvPr/>
            </p:nvGrpSpPr>
            <p:grpSpPr>
              <a:xfrm>
                <a:off x="7597086" y="4943270"/>
                <a:ext cx="504625" cy="698617"/>
                <a:chOff x="7597086" y="4943270"/>
                <a:chExt cx="504625" cy="698617"/>
              </a:xfrm>
            </p:grpSpPr>
            <p:pic>
              <p:nvPicPr>
                <p:cNvPr id="1390" name="Google Shape;1390;p80"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1391" name="Google Shape;1391;p80"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1392" name="Google Shape;1392;p80"/>
              <p:cNvGrpSpPr/>
              <p:nvPr/>
            </p:nvGrpSpPr>
            <p:grpSpPr>
              <a:xfrm>
                <a:off x="7056899" y="4943270"/>
                <a:ext cx="504625" cy="698617"/>
                <a:chOff x="7056899" y="4943270"/>
                <a:chExt cx="504625" cy="698617"/>
              </a:xfrm>
            </p:grpSpPr>
            <p:pic>
              <p:nvPicPr>
                <p:cNvPr id="1393" name="Google Shape;1393;p80"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1394" name="Google Shape;1394;p80"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1395" name="Google Shape;1395;p80"/>
            <p:cNvGrpSpPr/>
            <p:nvPr/>
          </p:nvGrpSpPr>
          <p:grpSpPr>
            <a:xfrm>
              <a:off x="8134012" y="4943270"/>
              <a:ext cx="1044811" cy="698617"/>
              <a:chOff x="7056899" y="4943270"/>
              <a:chExt cx="1044811" cy="698617"/>
            </a:xfrm>
          </p:grpSpPr>
          <p:grpSp>
            <p:nvGrpSpPr>
              <p:cNvPr id="1396" name="Google Shape;1396;p80"/>
              <p:cNvGrpSpPr/>
              <p:nvPr/>
            </p:nvGrpSpPr>
            <p:grpSpPr>
              <a:xfrm>
                <a:off x="7597086" y="4943270"/>
                <a:ext cx="504625" cy="698617"/>
                <a:chOff x="7597086" y="4943270"/>
                <a:chExt cx="504625" cy="698617"/>
              </a:xfrm>
            </p:grpSpPr>
            <p:pic>
              <p:nvPicPr>
                <p:cNvPr id="1397" name="Google Shape;1397;p80"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1398" name="Google Shape;1398;p80"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1399" name="Google Shape;1399;p80"/>
              <p:cNvGrpSpPr/>
              <p:nvPr/>
            </p:nvGrpSpPr>
            <p:grpSpPr>
              <a:xfrm>
                <a:off x="7056899" y="4943270"/>
                <a:ext cx="504625" cy="698617"/>
                <a:chOff x="7056899" y="4943270"/>
                <a:chExt cx="504625" cy="698617"/>
              </a:xfrm>
            </p:grpSpPr>
            <p:pic>
              <p:nvPicPr>
                <p:cNvPr id="1400" name="Google Shape;1400;p80"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1401" name="Google Shape;1401;p80"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1402" name="Google Shape;1402;p80"/>
            <p:cNvGrpSpPr/>
            <p:nvPr/>
          </p:nvGrpSpPr>
          <p:grpSpPr>
            <a:xfrm>
              <a:off x="9211125" y="4943270"/>
              <a:ext cx="1044811" cy="698617"/>
              <a:chOff x="7056899" y="4943270"/>
              <a:chExt cx="1044811" cy="698617"/>
            </a:xfrm>
          </p:grpSpPr>
          <p:grpSp>
            <p:nvGrpSpPr>
              <p:cNvPr id="1403" name="Google Shape;1403;p80"/>
              <p:cNvGrpSpPr/>
              <p:nvPr/>
            </p:nvGrpSpPr>
            <p:grpSpPr>
              <a:xfrm>
                <a:off x="7597086" y="4943270"/>
                <a:ext cx="504625" cy="698617"/>
                <a:chOff x="7597086" y="4943270"/>
                <a:chExt cx="504625" cy="698617"/>
              </a:xfrm>
            </p:grpSpPr>
            <p:pic>
              <p:nvPicPr>
                <p:cNvPr id="1404" name="Google Shape;1404;p80"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1405" name="Google Shape;1405;p80"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1406" name="Google Shape;1406;p80"/>
              <p:cNvGrpSpPr/>
              <p:nvPr/>
            </p:nvGrpSpPr>
            <p:grpSpPr>
              <a:xfrm>
                <a:off x="7056899" y="4943270"/>
                <a:ext cx="504625" cy="698617"/>
                <a:chOff x="7056899" y="4943270"/>
                <a:chExt cx="504625" cy="698617"/>
              </a:xfrm>
            </p:grpSpPr>
            <p:pic>
              <p:nvPicPr>
                <p:cNvPr id="1407" name="Google Shape;1407;p80"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1408" name="Google Shape;1408;p80"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1409" name="Google Shape;1409;p80"/>
            <p:cNvGrpSpPr/>
            <p:nvPr/>
          </p:nvGrpSpPr>
          <p:grpSpPr>
            <a:xfrm>
              <a:off x="4900201" y="3795076"/>
              <a:ext cx="2109887" cy="2122688"/>
              <a:chOff x="5205001" y="3795076"/>
              <a:chExt cx="2109887" cy="2122688"/>
            </a:xfrm>
          </p:grpSpPr>
          <p:grpSp>
            <p:nvGrpSpPr>
              <p:cNvPr id="1410" name="Google Shape;1410;p80"/>
              <p:cNvGrpSpPr/>
              <p:nvPr/>
            </p:nvGrpSpPr>
            <p:grpSpPr>
              <a:xfrm>
                <a:off x="5205001" y="3795076"/>
                <a:ext cx="2109887" cy="2122688"/>
                <a:chOff x="7124952" y="3784200"/>
                <a:chExt cx="1828800" cy="1828800"/>
              </a:xfrm>
            </p:grpSpPr>
            <p:pic>
              <p:nvPicPr>
                <p:cNvPr id="1411" name="Google Shape;1411;p80" title="Icon-Red_Hat-Industry-A-Red-RGB.png"/>
                <p:cNvPicPr preferRelativeResize="0"/>
                <p:nvPr/>
              </p:nvPicPr>
              <p:blipFill>
                <a:blip r:embed="rId14">
                  <a:alphaModFix/>
                </a:blip>
                <a:stretch>
                  <a:fillRect/>
                </a:stretch>
              </p:blipFill>
              <p:spPr>
                <a:xfrm>
                  <a:off x="7124952" y="3784200"/>
                  <a:ext cx="1828800" cy="1828800"/>
                </a:xfrm>
                <a:prstGeom prst="rect">
                  <a:avLst/>
                </a:prstGeom>
                <a:noFill/>
                <a:ln>
                  <a:noFill/>
                </a:ln>
              </p:spPr>
            </p:pic>
            <p:pic>
              <p:nvPicPr>
                <p:cNvPr id="1412" name="Google Shape;1412;p80" title="Icon-Red_Hat-Gear_group-A-Red-RGB.png"/>
                <p:cNvPicPr preferRelativeResize="0"/>
                <p:nvPr/>
              </p:nvPicPr>
              <p:blipFill>
                <a:blip r:embed="rId15">
                  <a:alphaModFix/>
                </a:blip>
                <a:stretch>
                  <a:fillRect/>
                </a:stretch>
              </p:blipFill>
              <p:spPr>
                <a:xfrm>
                  <a:off x="7510288" y="4767087"/>
                  <a:ext cx="524225" cy="524225"/>
                </a:xfrm>
                <a:prstGeom prst="rect">
                  <a:avLst/>
                </a:prstGeom>
                <a:noFill/>
                <a:ln>
                  <a:noFill/>
                </a:ln>
              </p:spPr>
            </p:pic>
          </p:grpSp>
          <p:pic>
            <p:nvPicPr>
              <p:cNvPr id="1413" name="Google Shape;1413;p80" title="Icon-Red_Hat-Automation-A-Red-RGB.png"/>
              <p:cNvPicPr preferRelativeResize="0"/>
              <p:nvPr/>
            </p:nvPicPr>
            <p:blipFill>
              <a:blip r:embed="rId16">
                <a:alphaModFix/>
              </a:blip>
              <a:stretch>
                <a:fillRect/>
              </a:stretch>
            </p:blipFill>
            <p:spPr>
              <a:xfrm rot="-5400000">
                <a:off x="6288777" y="4332227"/>
                <a:ext cx="549475" cy="549450"/>
              </a:xfrm>
              <a:prstGeom prst="rect">
                <a:avLst/>
              </a:prstGeom>
              <a:noFill/>
              <a:ln>
                <a:noFill/>
              </a:ln>
            </p:spPr>
          </p:pic>
        </p:grpSp>
        <p:grpSp>
          <p:nvGrpSpPr>
            <p:cNvPr id="1414" name="Google Shape;1414;p80"/>
            <p:cNvGrpSpPr/>
            <p:nvPr/>
          </p:nvGrpSpPr>
          <p:grpSpPr>
            <a:xfrm>
              <a:off x="2868650" y="5117680"/>
              <a:ext cx="1931349" cy="456600"/>
              <a:chOff x="2182850" y="5041480"/>
              <a:chExt cx="1931349" cy="456600"/>
            </a:xfrm>
          </p:grpSpPr>
          <p:pic>
            <p:nvPicPr>
              <p:cNvPr id="1415" name="Google Shape;1415;p80"/>
              <p:cNvPicPr preferRelativeResize="0"/>
              <p:nvPr/>
            </p:nvPicPr>
            <p:blipFill rotWithShape="1">
              <a:blip r:embed="rId17">
                <a:alphaModFix/>
              </a:blip>
              <a:srcRect b="6041" l="9" r="9" t="0"/>
              <a:stretch/>
            </p:blipFill>
            <p:spPr>
              <a:xfrm>
                <a:off x="3166017" y="5052301"/>
                <a:ext cx="456599" cy="434959"/>
              </a:xfrm>
              <a:prstGeom prst="rect">
                <a:avLst/>
              </a:prstGeom>
              <a:noFill/>
              <a:ln>
                <a:noFill/>
              </a:ln>
            </p:spPr>
          </p:pic>
          <p:pic>
            <p:nvPicPr>
              <p:cNvPr id="1416" name="Google Shape;1416;p80" title="Icon-Red_Hat-Server-A-Red-RGB.png"/>
              <p:cNvPicPr preferRelativeResize="0"/>
              <p:nvPr/>
            </p:nvPicPr>
            <p:blipFill>
              <a:blip r:embed="rId18">
                <a:alphaModFix/>
              </a:blip>
              <a:stretch>
                <a:fillRect/>
              </a:stretch>
            </p:blipFill>
            <p:spPr>
              <a:xfrm>
                <a:off x="2674433" y="5041480"/>
                <a:ext cx="456600" cy="456600"/>
              </a:xfrm>
              <a:prstGeom prst="rect">
                <a:avLst/>
              </a:prstGeom>
              <a:noFill/>
              <a:ln>
                <a:noFill/>
              </a:ln>
            </p:spPr>
          </p:pic>
          <p:pic>
            <p:nvPicPr>
              <p:cNvPr id="1417" name="Google Shape;1417;p80" title="Icon-Red_Hat-Virtual_server-A-Red-RGB.png"/>
              <p:cNvPicPr preferRelativeResize="0"/>
              <p:nvPr/>
            </p:nvPicPr>
            <p:blipFill>
              <a:blip r:embed="rId19">
                <a:alphaModFix/>
              </a:blip>
              <a:stretch>
                <a:fillRect/>
              </a:stretch>
            </p:blipFill>
            <p:spPr>
              <a:xfrm>
                <a:off x="3657600" y="5041480"/>
                <a:ext cx="456600" cy="456600"/>
              </a:xfrm>
              <a:prstGeom prst="rect">
                <a:avLst/>
              </a:prstGeom>
              <a:noFill/>
              <a:ln>
                <a:noFill/>
              </a:ln>
            </p:spPr>
          </p:pic>
          <p:pic>
            <p:nvPicPr>
              <p:cNvPr id="1418" name="Google Shape;1418;p80"/>
              <p:cNvPicPr preferRelativeResize="0"/>
              <p:nvPr/>
            </p:nvPicPr>
            <p:blipFill rotWithShape="1">
              <a:blip r:embed="rId17">
                <a:alphaModFix/>
              </a:blip>
              <a:srcRect b="6041" l="9" r="9" t="0"/>
              <a:stretch/>
            </p:blipFill>
            <p:spPr>
              <a:xfrm>
                <a:off x="2182850" y="5052301"/>
                <a:ext cx="456599" cy="434959"/>
              </a:xfrm>
              <a:prstGeom prst="rect">
                <a:avLst/>
              </a:prstGeom>
              <a:noFill/>
              <a:ln>
                <a:noFill/>
              </a:ln>
            </p:spPr>
          </p:pic>
        </p:grpSp>
        <p:grpSp>
          <p:nvGrpSpPr>
            <p:cNvPr id="1419" name="Google Shape;1419;p80"/>
            <p:cNvGrpSpPr/>
            <p:nvPr/>
          </p:nvGrpSpPr>
          <p:grpSpPr>
            <a:xfrm>
              <a:off x="877138" y="5117680"/>
              <a:ext cx="1931349" cy="456600"/>
              <a:chOff x="2182850" y="5041480"/>
              <a:chExt cx="1931349" cy="456600"/>
            </a:xfrm>
          </p:grpSpPr>
          <p:pic>
            <p:nvPicPr>
              <p:cNvPr id="1420" name="Google Shape;1420;p80"/>
              <p:cNvPicPr preferRelativeResize="0"/>
              <p:nvPr/>
            </p:nvPicPr>
            <p:blipFill rotWithShape="1">
              <a:blip r:embed="rId17">
                <a:alphaModFix/>
              </a:blip>
              <a:srcRect b="6041" l="9" r="9" t="0"/>
              <a:stretch/>
            </p:blipFill>
            <p:spPr>
              <a:xfrm>
                <a:off x="3166017" y="5052301"/>
                <a:ext cx="456599" cy="434959"/>
              </a:xfrm>
              <a:prstGeom prst="rect">
                <a:avLst/>
              </a:prstGeom>
              <a:noFill/>
              <a:ln>
                <a:noFill/>
              </a:ln>
            </p:spPr>
          </p:pic>
          <p:pic>
            <p:nvPicPr>
              <p:cNvPr id="1421" name="Google Shape;1421;p80" title="Icon-Red_Hat-Server-A-Red-RGB.png"/>
              <p:cNvPicPr preferRelativeResize="0"/>
              <p:nvPr/>
            </p:nvPicPr>
            <p:blipFill>
              <a:blip r:embed="rId18">
                <a:alphaModFix/>
              </a:blip>
              <a:stretch>
                <a:fillRect/>
              </a:stretch>
            </p:blipFill>
            <p:spPr>
              <a:xfrm>
                <a:off x="2674433" y="5041480"/>
                <a:ext cx="456600" cy="456600"/>
              </a:xfrm>
              <a:prstGeom prst="rect">
                <a:avLst/>
              </a:prstGeom>
              <a:noFill/>
              <a:ln>
                <a:noFill/>
              </a:ln>
            </p:spPr>
          </p:pic>
          <p:pic>
            <p:nvPicPr>
              <p:cNvPr id="1422" name="Google Shape;1422;p80" title="Icon-Red_Hat-Virtual_server-A-Red-RGB.png"/>
              <p:cNvPicPr preferRelativeResize="0"/>
              <p:nvPr/>
            </p:nvPicPr>
            <p:blipFill>
              <a:blip r:embed="rId19">
                <a:alphaModFix/>
              </a:blip>
              <a:stretch>
                <a:fillRect/>
              </a:stretch>
            </p:blipFill>
            <p:spPr>
              <a:xfrm>
                <a:off x="3657600" y="5041480"/>
                <a:ext cx="456600" cy="456600"/>
              </a:xfrm>
              <a:prstGeom prst="rect">
                <a:avLst/>
              </a:prstGeom>
              <a:noFill/>
              <a:ln>
                <a:noFill/>
              </a:ln>
            </p:spPr>
          </p:pic>
          <p:pic>
            <p:nvPicPr>
              <p:cNvPr id="1423" name="Google Shape;1423;p80"/>
              <p:cNvPicPr preferRelativeResize="0"/>
              <p:nvPr/>
            </p:nvPicPr>
            <p:blipFill rotWithShape="1">
              <a:blip r:embed="rId17">
                <a:alphaModFix/>
              </a:blip>
              <a:srcRect b="6041" l="9" r="9" t="0"/>
              <a:stretch/>
            </p:blipFill>
            <p:spPr>
              <a:xfrm>
                <a:off x="2182850" y="5052301"/>
                <a:ext cx="456599" cy="434959"/>
              </a:xfrm>
              <a:prstGeom prst="rect">
                <a:avLst/>
              </a:prstGeom>
              <a:noFill/>
              <a:ln>
                <a:noFill/>
              </a:ln>
            </p:spPr>
          </p:pic>
        </p:grpSp>
      </p:grpSp>
      <p:sp>
        <p:nvSpPr>
          <p:cNvPr id="1424" name="Google Shape;1424;p80"/>
          <p:cNvSpPr txBox="1"/>
          <p:nvPr/>
        </p:nvSpPr>
        <p:spPr>
          <a:xfrm>
            <a:off x="629075" y="1007225"/>
            <a:ext cx="2199900" cy="27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Configuration Data</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Code</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Checklists</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Blueprints</a:t>
            </a:r>
            <a:endParaRPr sz="18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a:t>
            </a:r>
            <a:endParaRPr b="1" sz="24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RHEL</a:t>
            </a:r>
            <a:endParaRPr sz="18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a:t>
            </a:r>
            <a:endParaRPr b="1" sz="24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Physical</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Virtual</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Cloud Instances</a:t>
            </a:r>
            <a:endParaRPr sz="1800">
              <a:latin typeface="Red Hat Display"/>
              <a:ea typeface="Red Hat Display"/>
              <a:cs typeface="Red Hat Display"/>
              <a:sym typeface="Red Hat Display"/>
            </a:endParaRPr>
          </a:p>
        </p:txBody>
      </p:sp>
      <p:sp>
        <p:nvSpPr>
          <p:cNvPr id="1425" name="Google Shape;1425;p80"/>
          <p:cNvSpPr txBox="1"/>
          <p:nvPr/>
        </p:nvSpPr>
        <p:spPr>
          <a:xfrm>
            <a:off x="9468275" y="1007225"/>
            <a:ext cx="2199900" cy="3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Hardened</a:t>
            </a:r>
            <a:br>
              <a:rPr b="1" lang="en" sz="1800">
                <a:latin typeface="Red Hat Display"/>
                <a:ea typeface="Red Hat Display"/>
                <a:cs typeface="Red Hat Display"/>
                <a:sym typeface="Red Hat Display"/>
              </a:rPr>
            </a:br>
            <a:r>
              <a:rPr b="1" lang="en" sz="1800">
                <a:latin typeface="Red Hat Display"/>
                <a:ea typeface="Red Hat Display"/>
                <a:cs typeface="Red Hat Display"/>
                <a:sym typeface="Red Hat Display"/>
              </a:rPr>
              <a:t>Patched</a:t>
            </a:r>
            <a:endParaRPr b="1" sz="1800">
              <a:latin typeface="Red Hat Display"/>
              <a:ea typeface="Red Hat Display"/>
              <a:cs typeface="Red Hat Display"/>
              <a:sym typeface="Red Hat Display"/>
            </a:endParaRPr>
          </a:p>
          <a:p>
            <a:pPr indent="0" lvl="0" marL="0" rtl="0" algn="l">
              <a:spcBef>
                <a:spcPts val="0"/>
              </a:spcBef>
              <a:spcAft>
                <a:spcPts val="0"/>
              </a:spcAft>
              <a:buNone/>
            </a:pPr>
            <a:r>
              <a:rPr b="1" lang="en" sz="1800">
                <a:latin typeface="Red Hat Display"/>
                <a:ea typeface="Red Hat Display"/>
                <a:cs typeface="Red Hat Display"/>
                <a:sym typeface="Red Hat Display"/>
              </a:rPr>
              <a:t>Current</a:t>
            </a:r>
            <a:endParaRPr b="1"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Applications </a:t>
            </a:r>
            <a:r>
              <a:rPr b="1" lang="en" sz="1800">
                <a:latin typeface="Red Hat Display"/>
                <a:ea typeface="Red Hat Display"/>
                <a:cs typeface="Red Hat Display"/>
                <a:sym typeface="Red Hat Display"/>
              </a:rPr>
              <a:t>and</a:t>
            </a:r>
            <a:r>
              <a:rPr lang="en" sz="1800">
                <a:latin typeface="Red Hat Display"/>
                <a:ea typeface="Red Hat Display"/>
                <a:cs typeface="Red Hat Display"/>
                <a:sym typeface="Red Hat Display"/>
              </a:rPr>
              <a:t> Base OS</a:t>
            </a:r>
            <a:br>
              <a:rPr b="1" lang="en" sz="2400">
                <a:latin typeface="Red Hat Display"/>
                <a:ea typeface="Red Hat Display"/>
                <a:cs typeface="Red Hat Display"/>
                <a:sym typeface="Red Hat Display"/>
              </a:rPr>
            </a:br>
            <a:endParaRPr b="1" sz="24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Life is Better with RHIS™</a:t>
            </a:r>
            <a:endParaRPr b="1" sz="2400">
              <a:latin typeface="Red Hat Display"/>
              <a:ea typeface="Red Hat Display"/>
              <a:cs typeface="Red Hat Display"/>
              <a:sym typeface="Red Hat Display"/>
            </a:endParaRPr>
          </a:p>
        </p:txBody>
      </p:sp>
      <p:pic>
        <p:nvPicPr>
          <p:cNvPr id="1426" name="Google Shape;1426;p80"/>
          <p:cNvPicPr preferRelativeResize="0"/>
          <p:nvPr/>
        </p:nvPicPr>
        <p:blipFill rotWithShape="1">
          <a:blip r:embed="rId20">
            <a:alphaModFix/>
          </a:blip>
          <a:srcRect b="0" l="0" r="0" t="0"/>
          <a:stretch/>
        </p:blipFill>
        <p:spPr>
          <a:xfrm>
            <a:off x="1211676" y="4418133"/>
            <a:ext cx="528574" cy="491550"/>
          </a:xfrm>
          <a:prstGeom prst="rect">
            <a:avLst/>
          </a:prstGeom>
          <a:noFill/>
          <a:ln>
            <a:noFill/>
          </a:ln>
        </p:spPr>
      </p:pic>
      <p:pic>
        <p:nvPicPr>
          <p:cNvPr id="1427" name="Google Shape;1427;p80"/>
          <p:cNvPicPr preferRelativeResize="0"/>
          <p:nvPr/>
        </p:nvPicPr>
        <p:blipFill rotWithShape="1">
          <a:blip r:embed="rId21">
            <a:alphaModFix/>
          </a:blip>
          <a:srcRect b="0" l="0" r="0" t="0"/>
          <a:stretch/>
        </p:blipFill>
        <p:spPr>
          <a:xfrm>
            <a:off x="5657816" y="5976223"/>
            <a:ext cx="528575" cy="528604"/>
          </a:xfrm>
          <a:prstGeom prst="rect">
            <a:avLst/>
          </a:prstGeom>
          <a:noFill/>
          <a:ln>
            <a:noFill/>
          </a:ln>
        </p:spPr>
      </p:pic>
      <p:sp>
        <p:nvSpPr>
          <p:cNvPr id="1428" name="Google Shape;1428;p80"/>
          <p:cNvSpPr txBox="1"/>
          <p:nvPr/>
        </p:nvSpPr>
        <p:spPr>
          <a:xfrm>
            <a:off x="5434135" y="5694188"/>
            <a:ext cx="944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Test</a:t>
            </a:r>
            <a:endParaRPr sz="1100">
              <a:latin typeface="Red Hat Text Medium"/>
              <a:ea typeface="Red Hat Text Medium"/>
              <a:cs typeface="Red Hat Text Medium"/>
              <a:sym typeface="Red Hat Text Medium"/>
            </a:endParaRPr>
          </a:p>
        </p:txBody>
      </p:sp>
      <p:pic>
        <p:nvPicPr>
          <p:cNvPr id="1429" name="Google Shape;1429;p80"/>
          <p:cNvPicPr preferRelativeResize="0"/>
          <p:nvPr/>
        </p:nvPicPr>
        <p:blipFill rotWithShape="1">
          <a:blip r:embed="rId22">
            <a:alphaModFix/>
          </a:blip>
          <a:srcRect b="0" l="0" r="0" t="0"/>
          <a:stretch/>
        </p:blipFill>
        <p:spPr>
          <a:xfrm>
            <a:off x="6371501" y="6027412"/>
            <a:ext cx="528575" cy="528575"/>
          </a:xfrm>
          <a:prstGeom prst="rect">
            <a:avLst/>
          </a:prstGeom>
          <a:noFill/>
          <a:ln>
            <a:noFill/>
          </a:ln>
        </p:spPr>
      </p:pic>
      <p:sp>
        <p:nvSpPr>
          <p:cNvPr id="1430" name="Google Shape;1430;p80"/>
          <p:cNvSpPr txBox="1"/>
          <p:nvPr/>
        </p:nvSpPr>
        <p:spPr>
          <a:xfrm>
            <a:off x="6122940" y="5694188"/>
            <a:ext cx="1057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Release</a:t>
            </a:r>
            <a:endParaRPr sz="1100">
              <a:latin typeface="Red Hat Text Medium"/>
              <a:ea typeface="Red Hat Text Medium"/>
              <a:cs typeface="Red Hat Text Medium"/>
              <a:sym typeface="Red Hat Text Medium"/>
            </a:endParaRPr>
          </a:p>
        </p:txBody>
      </p:sp>
      <p:sp>
        <p:nvSpPr>
          <p:cNvPr id="1431" name="Google Shape;1431;p80"/>
          <p:cNvSpPr txBox="1"/>
          <p:nvPr/>
        </p:nvSpPr>
        <p:spPr>
          <a:xfrm>
            <a:off x="4783202" y="5694188"/>
            <a:ext cx="944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Build</a:t>
            </a:r>
            <a:endParaRPr sz="1100">
              <a:latin typeface="Red Hat Text Medium"/>
              <a:ea typeface="Red Hat Text Medium"/>
              <a:cs typeface="Red Hat Text Medium"/>
              <a:sym typeface="Red Hat Text Medium"/>
            </a:endParaRPr>
          </a:p>
        </p:txBody>
      </p:sp>
      <p:grpSp>
        <p:nvGrpSpPr>
          <p:cNvPr id="1432" name="Google Shape;1432;p80"/>
          <p:cNvGrpSpPr/>
          <p:nvPr/>
        </p:nvGrpSpPr>
        <p:grpSpPr>
          <a:xfrm>
            <a:off x="4784859" y="5949325"/>
            <a:ext cx="825625" cy="725425"/>
            <a:chOff x="4861059" y="6025525"/>
            <a:chExt cx="825625" cy="725425"/>
          </a:xfrm>
        </p:grpSpPr>
        <p:pic>
          <p:nvPicPr>
            <p:cNvPr id="1433" name="Google Shape;1433;p80"/>
            <p:cNvPicPr preferRelativeResize="0"/>
            <p:nvPr/>
          </p:nvPicPr>
          <p:blipFill rotWithShape="1">
            <a:blip r:embed="rId23">
              <a:alphaModFix/>
            </a:blip>
            <a:srcRect b="0" l="0" r="0" t="0"/>
            <a:stretch/>
          </p:blipFill>
          <p:spPr>
            <a:xfrm>
              <a:off x="4861059" y="6025525"/>
              <a:ext cx="429475" cy="453215"/>
            </a:xfrm>
            <a:prstGeom prst="rect">
              <a:avLst/>
            </a:prstGeom>
            <a:noFill/>
            <a:ln>
              <a:noFill/>
            </a:ln>
          </p:spPr>
        </p:pic>
        <p:pic>
          <p:nvPicPr>
            <p:cNvPr id="1434" name="Google Shape;1434;p80"/>
            <p:cNvPicPr preferRelativeResize="0"/>
            <p:nvPr/>
          </p:nvPicPr>
          <p:blipFill rotWithShape="1">
            <a:blip r:embed="rId15">
              <a:alphaModFix/>
            </a:blip>
            <a:srcRect b="0" l="0" r="0" t="0"/>
            <a:stretch/>
          </p:blipFill>
          <p:spPr>
            <a:xfrm>
              <a:off x="5006245" y="6166421"/>
              <a:ext cx="429475" cy="453215"/>
            </a:xfrm>
            <a:prstGeom prst="rect">
              <a:avLst/>
            </a:prstGeom>
            <a:noFill/>
            <a:ln>
              <a:noFill/>
            </a:ln>
          </p:spPr>
        </p:pic>
        <p:pic>
          <p:nvPicPr>
            <p:cNvPr id="1435" name="Google Shape;1435;p80"/>
            <p:cNvPicPr preferRelativeResize="0"/>
            <p:nvPr/>
          </p:nvPicPr>
          <p:blipFill rotWithShape="1">
            <a:blip r:embed="rId24">
              <a:alphaModFix/>
            </a:blip>
            <a:srcRect b="0" l="0" r="0" t="0"/>
            <a:stretch/>
          </p:blipFill>
          <p:spPr>
            <a:xfrm>
              <a:off x="5257209" y="6297735"/>
              <a:ext cx="429475" cy="453215"/>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sp>
        <p:nvSpPr>
          <p:cNvPr id="1440" name="Google Shape;1440;p81"/>
          <p:cNvSpPr/>
          <p:nvPr/>
        </p:nvSpPr>
        <p:spPr>
          <a:xfrm>
            <a:off x="0" y="1272550"/>
            <a:ext cx="12192000" cy="4987800"/>
          </a:xfrm>
          <a:prstGeom prst="rect">
            <a:avLst/>
          </a:prstGeom>
          <a:solidFill>
            <a:srgbClr val="D9D9D9"/>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chemeClr val="accent2"/>
                </a:solidFill>
                <a:latin typeface="Red Hat Display"/>
                <a:ea typeface="Red Hat Display"/>
                <a:cs typeface="Red Hat Display"/>
                <a:sym typeface="Red Hat Display"/>
              </a:rPr>
              <a:t>Red Hat Infrastructure Standard</a:t>
            </a:r>
            <a:endParaRPr sz="1200">
              <a:solidFill>
                <a:schemeClr val="accent2"/>
              </a:solidFill>
            </a:endParaRPr>
          </a:p>
        </p:txBody>
      </p:sp>
      <p:sp>
        <p:nvSpPr>
          <p:cNvPr id="1441" name="Google Shape;1441;p81"/>
          <p:cNvSpPr/>
          <p:nvPr/>
        </p:nvSpPr>
        <p:spPr>
          <a:xfrm>
            <a:off x="81975" y="1671450"/>
            <a:ext cx="1504200" cy="41544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442" name="Google Shape;1442;p81"/>
          <p:cNvSpPr txBox="1"/>
          <p:nvPr>
            <p:ph type="title"/>
          </p:nvPr>
        </p:nvSpPr>
        <p:spPr>
          <a:xfrm>
            <a:off x="1752600" y="793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RH-ISAM in a Hybrid Cloud Deployment</a:t>
            </a:r>
            <a:endParaRPr>
              <a:latin typeface="Red Hat Display Medium"/>
              <a:ea typeface="Red Hat Display Medium"/>
              <a:cs typeface="Red Hat Display Medium"/>
              <a:sym typeface="Red Hat Display Medium"/>
            </a:endParaRPr>
          </a:p>
        </p:txBody>
      </p:sp>
      <p:sp>
        <p:nvSpPr>
          <p:cNvPr id="1443" name="Google Shape;1443;p81"/>
          <p:cNvSpPr/>
          <p:nvPr/>
        </p:nvSpPr>
        <p:spPr>
          <a:xfrm>
            <a:off x="1681625" y="1671450"/>
            <a:ext cx="8904900" cy="7953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81"/>
          <p:cNvSpPr/>
          <p:nvPr/>
        </p:nvSpPr>
        <p:spPr>
          <a:xfrm>
            <a:off x="1681625" y="2561246"/>
            <a:ext cx="8904900" cy="8166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5" name="Google Shape;1445;p81"/>
          <p:cNvGrpSpPr/>
          <p:nvPr/>
        </p:nvGrpSpPr>
        <p:grpSpPr>
          <a:xfrm>
            <a:off x="6787247" y="2721146"/>
            <a:ext cx="494400" cy="496800"/>
            <a:chOff x="4343234" y="4889450"/>
            <a:chExt cx="494400" cy="496800"/>
          </a:xfrm>
        </p:grpSpPr>
        <p:sp>
          <p:nvSpPr>
            <p:cNvPr id="1446" name="Google Shape;1446;p81"/>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7" name="Google Shape;1447;p81"/>
            <p:cNvPicPr preferRelativeResize="0"/>
            <p:nvPr/>
          </p:nvPicPr>
          <p:blipFill rotWithShape="1">
            <a:blip r:embed="rId3">
              <a:alphaModFix/>
            </a:blip>
            <a:srcRect b="9632" l="15541" r="14164" t="9218"/>
            <a:stretch/>
          </p:blipFill>
          <p:spPr>
            <a:xfrm>
              <a:off x="4397312" y="4907788"/>
              <a:ext cx="400050" cy="461900"/>
            </a:xfrm>
            <a:prstGeom prst="rect">
              <a:avLst/>
            </a:prstGeom>
            <a:noFill/>
            <a:ln>
              <a:noFill/>
            </a:ln>
          </p:spPr>
        </p:pic>
      </p:grpSp>
      <p:grpSp>
        <p:nvGrpSpPr>
          <p:cNvPr id="1448" name="Google Shape;1448;p81"/>
          <p:cNvGrpSpPr/>
          <p:nvPr/>
        </p:nvGrpSpPr>
        <p:grpSpPr>
          <a:xfrm>
            <a:off x="6153212" y="2700645"/>
            <a:ext cx="537800" cy="537800"/>
            <a:chOff x="6681800" y="5400650"/>
            <a:chExt cx="537800" cy="537800"/>
          </a:xfrm>
        </p:grpSpPr>
        <p:pic>
          <p:nvPicPr>
            <p:cNvPr id="1449" name="Google Shape;1449;p81"/>
            <p:cNvPicPr preferRelativeResize="0"/>
            <p:nvPr/>
          </p:nvPicPr>
          <p:blipFill>
            <a:blip r:embed="rId4">
              <a:alphaModFix/>
            </a:blip>
            <a:stretch>
              <a:fillRect/>
            </a:stretch>
          </p:blipFill>
          <p:spPr>
            <a:xfrm>
              <a:off x="6681800" y="5400650"/>
              <a:ext cx="537800" cy="537800"/>
            </a:xfrm>
            <a:prstGeom prst="rect">
              <a:avLst/>
            </a:prstGeom>
            <a:noFill/>
            <a:ln>
              <a:noFill/>
            </a:ln>
          </p:spPr>
        </p:pic>
        <p:sp>
          <p:nvSpPr>
            <p:cNvPr id="1450" name="Google Shape;1450;p81"/>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51" name="Google Shape;1451;p81"/>
          <p:cNvPicPr preferRelativeResize="0"/>
          <p:nvPr/>
        </p:nvPicPr>
        <p:blipFill>
          <a:blip r:embed="rId5">
            <a:alphaModFix/>
          </a:blip>
          <a:stretch>
            <a:fillRect/>
          </a:stretch>
        </p:blipFill>
        <p:spPr>
          <a:xfrm>
            <a:off x="4937400" y="2689645"/>
            <a:ext cx="554262" cy="559800"/>
          </a:xfrm>
          <a:prstGeom prst="rect">
            <a:avLst/>
          </a:prstGeom>
          <a:noFill/>
          <a:ln>
            <a:noFill/>
          </a:ln>
        </p:spPr>
      </p:pic>
      <p:sp>
        <p:nvSpPr>
          <p:cNvPr id="1452" name="Google Shape;1452;p81"/>
          <p:cNvSpPr/>
          <p:nvPr/>
        </p:nvSpPr>
        <p:spPr>
          <a:xfrm>
            <a:off x="5578177" y="2711488"/>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81"/>
          <p:cNvSpPr/>
          <p:nvPr/>
        </p:nvSpPr>
        <p:spPr>
          <a:xfrm>
            <a:off x="7685485" y="3464325"/>
            <a:ext cx="1405200" cy="1765800"/>
          </a:xfrm>
          <a:prstGeom prst="rect">
            <a:avLst/>
          </a:prstGeom>
          <a:solidFill>
            <a:schemeClr val="lt1"/>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81"/>
          <p:cNvSpPr txBox="1"/>
          <p:nvPr/>
        </p:nvSpPr>
        <p:spPr>
          <a:xfrm>
            <a:off x="7698080" y="34641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2</a:t>
            </a:r>
            <a:endParaRPr>
              <a:latin typeface="Overpass Light"/>
              <a:ea typeface="Overpass Light"/>
              <a:cs typeface="Overpass Light"/>
              <a:sym typeface="Overpass Light"/>
            </a:endParaRPr>
          </a:p>
        </p:txBody>
      </p:sp>
      <p:pic>
        <p:nvPicPr>
          <p:cNvPr id="1455" name="Google Shape;1455;p81"/>
          <p:cNvPicPr preferRelativeResize="0"/>
          <p:nvPr/>
        </p:nvPicPr>
        <p:blipFill>
          <a:blip r:embed="rId6">
            <a:alphaModFix/>
          </a:blip>
          <a:stretch>
            <a:fillRect/>
          </a:stretch>
        </p:blipFill>
        <p:spPr>
          <a:xfrm>
            <a:off x="7982730" y="3985939"/>
            <a:ext cx="762000" cy="762000"/>
          </a:xfrm>
          <a:prstGeom prst="rect">
            <a:avLst/>
          </a:prstGeom>
          <a:noFill/>
          <a:ln>
            <a:noFill/>
          </a:ln>
        </p:spPr>
      </p:pic>
      <p:grpSp>
        <p:nvGrpSpPr>
          <p:cNvPr id="1456" name="Google Shape;1456;p81"/>
          <p:cNvGrpSpPr/>
          <p:nvPr/>
        </p:nvGrpSpPr>
        <p:grpSpPr>
          <a:xfrm>
            <a:off x="5475314" y="1899915"/>
            <a:ext cx="1233548" cy="400200"/>
            <a:chOff x="9030285" y="1083983"/>
            <a:chExt cx="1233548" cy="400200"/>
          </a:xfrm>
        </p:grpSpPr>
        <p:pic>
          <p:nvPicPr>
            <p:cNvPr id="1457" name="Google Shape;1457;p81"/>
            <p:cNvPicPr preferRelativeResize="0"/>
            <p:nvPr/>
          </p:nvPicPr>
          <p:blipFill>
            <a:blip r:embed="rId7">
              <a:alphaModFix/>
            </a:blip>
            <a:stretch>
              <a:fillRect/>
            </a:stretch>
          </p:blipFill>
          <p:spPr>
            <a:xfrm>
              <a:off x="9030285" y="1083983"/>
              <a:ext cx="400200" cy="400200"/>
            </a:xfrm>
            <a:prstGeom prst="rect">
              <a:avLst/>
            </a:prstGeom>
            <a:noFill/>
            <a:ln>
              <a:noFill/>
            </a:ln>
          </p:spPr>
        </p:pic>
        <p:sp>
          <p:nvSpPr>
            <p:cNvPr id="1458" name="Google Shape;1458;p81"/>
            <p:cNvSpPr txBox="1"/>
            <p:nvPr/>
          </p:nvSpPr>
          <p:spPr>
            <a:xfrm>
              <a:off x="9411833" y="1114733"/>
              <a:ext cx="85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Automation</a:t>
              </a:r>
              <a:endParaRPr sz="1000">
                <a:latin typeface="Overpass Light"/>
                <a:ea typeface="Overpass Light"/>
                <a:cs typeface="Overpass Light"/>
                <a:sym typeface="Overpass Light"/>
              </a:endParaRPr>
            </a:p>
          </p:txBody>
        </p:sp>
      </p:grpSp>
      <p:grpSp>
        <p:nvGrpSpPr>
          <p:cNvPr id="1459" name="Google Shape;1459;p81"/>
          <p:cNvGrpSpPr/>
          <p:nvPr/>
        </p:nvGrpSpPr>
        <p:grpSpPr>
          <a:xfrm>
            <a:off x="3901681" y="1899915"/>
            <a:ext cx="1113243" cy="400200"/>
            <a:chOff x="9030285" y="1562396"/>
            <a:chExt cx="1113243" cy="400200"/>
          </a:xfrm>
        </p:grpSpPr>
        <p:pic>
          <p:nvPicPr>
            <p:cNvPr id="1460" name="Google Shape;1460;p81"/>
            <p:cNvPicPr preferRelativeResize="0"/>
            <p:nvPr/>
          </p:nvPicPr>
          <p:blipFill>
            <a:blip r:embed="rId8">
              <a:alphaModFix/>
            </a:blip>
            <a:stretch>
              <a:fillRect/>
            </a:stretch>
          </p:blipFill>
          <p:spPr>
            <a:xfrm>
              <a:off x="9030285" y="1562396"/>
              <a:ext cx="400200" cy="400200"/>
            </a:xfrm>
            <a:prstGeom prst="rect">
              <a:avLst/>
            </a:prstGeom>
            <a:noFill/>
            <a:ln>
              <a:noFill/>
            </a:ln>
          </p:spPr>
        </p:pic>
        <p:sp>
          <p:nvSpPr>
            <p:cNvPr id="1461" name="Google Shape;1461;p81"/>
            <p:cNvSpPr txBox="1"/>
            <p:nvPr/>
          </p:nvSpPr>
          <p:spPr>
            <a:xfrm>
              <a:off x="9411828" y="1593156"/>
              <a:ext cx="73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Lifecycle</a:t>
              </a:r>
              <a:endParaRPr sz="1000">
                <a:latin typeface="Overpass Light"/>
                <a:ea typeface="Overpass Light"/>
                <a:cs typeface="Overpass Light"/>
                <a:sym typeface="Overpass Light"/>
              </a:endParaRPr>
            </a:p>
          </p:txBody>
        </p:sp>
      </p:grpSp>
      <p:grpSp>
        <p:nvGrpSpPr>
          <p:cNvPr id="1462" name="Google Shape;1462;p81"/>
          <p:cNvGrpSpPr/>
          <p:nvPr/>
        </p:nvGrpSpPr>
        <p:grpSpPr>
          <a:xfrm>
            <a:off x="2096410" y="1899925"/>
            <a:ext cx="1344880" cy="400200"/>
            <a:chOff x="9030285" y="2040808"/>
            <a:chExt cx="1420448" cy="400200"/>
          </a:xfrm>
        </p:grpSpPr>
        <p:pic>
          <p:nvPicPr>
            <p:cNvPr id="1463" name="Google Shape;1463;p81"/>
            <p:cNvPicPr preferRelativeResize="0"/>
            <p:nvPr/>
          </p:nvPicPr>
          <p:blipFill>
            <a:blip r:embed="rId9">
              <a:alphaModFix/>
            </a:blip>
            <a:stretch>
              <a:fillRect/>
            </a:stretch>
          </p:blipFill>
          <p:spPr>
            <a:xfrm>
              <a:off x="9030285" y="2040808"/>
              <a:ext cx="400200" cy="400200"/>
            </a:xfrm>
            <a:prstGeom prst="rect">
              <a:avLst/>
            </a:prstGeom>
            <a:noFill/>
            <a:ln>
              <a:noFill/>
            </a:ln>
          </p:spPr>
        </p:pic>
        <p:sp>
          <p:nvSpPr>
            <p:cNvPr id="1464" name="Google Shape;1464;p81"/>
            <p:cNvSpPr txBox="1"/>
            <p:nvPr/>
          </p:nvSpPr>
          <p:spPr>
            <a:xfrm>
              <a:off x="9411833" y="2071558"/>
              <a:ext cx="103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Security/SSO</a:t>
              </a:r>
              <a:endParaRPr sz="1000">
                <a:latin typeface="Overpass Light"/>
                <a:ea typeface="Overpass Light"/>
                <a:cs typeface="Overpass Light"/>
                <a:sym typeface="Overpass Light"/>
              </a:endParaRPr>
            </a:p>
          </p:txBody>
        </p:sp>
      </p:grpSp>
      <p:grpSp>
        <p:nvGrpSpPr>
          <p:cNvPr id="1465" name="Google Shape;1465;p81"/>
          <p:cNvGrpSpPr/>
          <p:nvPr/>
        </p:nvGrpSpPr>
        <p:grpSpPr>
          <a:xfrm>
            <a:off x="7169253" y="1899915"/>
            <a:ext cx="1248242" cy="400200"/>
            <a:chOff x="9030285" y="2519221"/>
            <a:chExt cx="1248242" cy="400200"/>
          </a:xfrm>
        </p:grpSpPr>
        <p:pic>
          <p:nvPicPr>
            <p:cNvPr id="1466" name="Google Shape;1466;p81"/>
            <p:cNvPicPr preferRelativeResize="0"/>
            <p:nvPr/>
          </p:nvPicPr>
          <p:blipFill>
            <a:blip r:embed="rId10">
              <a:alphaModFix/>
            </a:blip>
            <a:stretch>
              <a:fillRect/>
            </a:stretch>
          </p:blipFill>
          <p:spPr>
            <a:xfrm>
              <a:off x="9030285" y="2519221"/>
              <a:ext cx="400200" cy="400200"/>
            </a:xfrm>
            <a:prstGeom prst="rect">
              <a:avLst/>
            </a:prstGeom>
            <a:noFill/>
            <a:ln>
              <a:noFill/>
            </a:ln>
          </p:spPr>
        </p:pic>
        <p:sp>
          <p:nvSpPr>
            <p:cNvPr id="1467" name="Google Shape;1467;p81"/>
            <p:cNvSpPr txBox="1"/>
            <p:nvPr/>
          </p:nvSpPr>
          <p:spPr>
            <a:xfrm>
              <a:off x="9411827" y="2549981"/>
              <a:ext cx="86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Compliance</a:t>
              </a:r>
              <a:endParaRPr sz="1000">
                <a:latin typeface="Overpass Light"/>
                <a:ea typeface="Overpass Light"/>
                <a:cs typeface="Overpass Light"/>
                <a:sym typeface="Overpass Light"/>
              </a:endParaRPr>
            </a:p>
          </p:txBody>
        </p:sp>
      </p:grpSp>
      <p:grpSp>
        <p:nvGrpSpPr>
          <p:cNvPr id="1468" name="Google Shape;1468;p81"/>
          <p:cNvGrpSpPr/>
          <p:nvPr/>
        </p:nvGrpSpPr>
        <p:grpSpPr>
          <a:xfrm>
            <a:off x="8877885" y="1899915"/>
            <a:ext cx="1409040" cy="400200"/>
            <a:chOff x="9030285" y="2997633"/>
            <a:chExt cx="1409040" cy="400200"/>
          </a:xfrm>
        </p:grpSpPr>
        <p:pic>
          <p:nvPicPr>
            <p:cNvPr id="1469" name="Google Shape;1469;p81"/>
            <p:cNvPicPr preferRelativeResize="0"/>
            <p:nvPr/>
          </p:nvPicPr>
          <p:blipFill>
            <a:blip r:embed="rId11">
              <a:alphaModFix/>
            </a:blip>
            <a:stretch>
              <a:fillRect/>
            </a:stretch>
          </p:blipFill>
          <p:spPr>
            <a:xfrm>
              <a:off x="9030285" y="2997633"/>
              <a:ext cx="400200" cy="400200"/>
            </a:xfrm>
            <a:prstGeom prst="rect">
              <a:avLst/>
            </a:prstGeom>
            <a:noFill/>
            <a:ln>
              <a:noFill/>
            </a:ln>
          </p:spPr>
        </p:pic>
        <p:sp>
          <p:nvSpPr>
            <p:cNvPr id="1470" name="Google Shape;1470;p81"/>
            <p:cNvSpPr txBox="1"/>
            <p:nvPr/>
          </p:nvSpPr>
          <p:spPr>
            <a:xfrm>
              <a:off x="9411825" y="3028394"/>
              <a:ext cx="10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Configuration</a:t>
              </a:r>
              <a:endParaRPr sz="1000">
                <a:latin typeface="Overpass Light"/>
                <a:ea typeface="Overpass Light"/>
                <a:cs typeface="Overpass Light"/>
                <a:sym typeface="Overpass Light"/>
              </a:endParaRPr>
            </a:p>
          </p:txBody>
        </p:sp>
      </p:grpSp>
      <p:pic>
        <p:nvPicPr>
          <p:cNvPr id="1471" name="Google Shape;1471;p81"/>
          <p:cNvPicPr preferRelativeResize="0"/>
          <p:nvPr/>
        </p:nvPicPr>
        <p:blipFill rotWithShape="1">
          <a:blip r:embed="rId12">
            <a:alphaModFix/>
          </a:blip>
          <a:srcRect b="13752" l="0" r="0" t="16966"/>
          <a:stretch/>
        </p:blipFill>
        <p:spPr>
          <a:xfrm>
            <a:off x="142628" y="3592950"/>
            <a:ext cx="1344875" cy="861000"/>
          </a:xfrm>
          <a:prstGeom prst="rect">
            <a:avLst/>
          </a:prstGeom>
          <a:noFill/>
          <a:ln>
            <a:noFill/>
          </a:ln>
        </p:spPr>
      </p:pic>
      <p:sp>
        <p:nvSpPr>
          <p:cNvPr id="1472" name="Google Shape;1472;p81"/>
          <p:cNvSpPr txBox="1"/>
          <p:nvPr/>
        </p:nvSpPr>
        <p:spPr>
          <a:xfrm>
            <a:off x="107138" y="1801125"/>
            <a:ext cx="126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 Hybrid Cloud</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Services</a:t>
            </a:r>
            <a:endParaRPr>
              <a:latin typeface="Overpass Light"/>
              <a:ea typeface="Overpass Light"/>
              <a:cs typeface="Overpass Light"/>
              <a:sym typeface="Overpass Light"/>
            </a:endParaRPr>
          </a:p>
        </p:txBody>
      </p:sp>
      <p:cxnSp>
        <p:nvCxnSpPr>
          <p:cNvPr id="1473" name="Google Shape;1473;p81"/>
          <p:cNvCxnSpPr>
            <a:stCxn id="1471" idx="0"/>
          </p:cNvCxnSpPr>
          <p:nvPr/>
        </p:nvCxnSpPr>
        <p:spPr>
          <a:xfrm rot="-5400000">
            <a:off x="1221116" y="2562900"/>
            <a:ext cx="624000" cy="1436100"/>
          </a:xfrm>
          <a:prstGeom prst="curvedConnector2">
            <a:avLst/>
          </a:prstGeom>
          <a:noFill/>
          <a:ln cap="flat" cmpd="sng" w="19050">
            <a:solidFill>
              <a:schemeClr val="dk1"/>
            </a:solidFill>
            <a:prstDash val="solid"/>
            <a:round/>
            <a:headEnd len="med" w="med" type="triangle"/>
            <a:tailEnd len="med" w="med" type="triangle"/>
          </a:ln>
        </p:spPr>
      </p:cxnSp>
      <p:sp>
        <p:nvSpPr>
          <p:cNvPr id="1474" name="Google Shape;1474;p81"/>
          <p:cNvSpPr txBox="1"/>
          <p:nvPr/>
        </p:nvSpPr>
        <p:spPr>
          <a:xfrm>
            <a:off x="8187100" y="2769446"/>
            <a:ext cx="140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Native AD Trust</a:t>
            </a:r>
            <a:endParaRPr>
              <a:latin typeface="Overpass Light"/>
              <a:ea typeface="Overpass Light"/>
              <a:cs typeface="Overpass Light"/>
              <a:sym typeface="Overpass Light"/>
            </a:endParaRPr>
          </a:p>
        </p:txBody>
      </p:sp>
      <p:grpSp>
        <p:nvGrpSpPr>
          <p:cNvPr id="1475" name="Google Shape;1475;p81"/>
          <p:cNvGrpSpPr/>
          <p:nvPr/>
        </p:nvGrpSpPr>
        <p:grpSpPr>
          <a:xfrm>
            <a:off x="7832228" y="4664966"/>
            <a:ext cx="1063003" cy="320100"/>
            <a:chOff x="7850298" y="5712472"/>
            <a:chExt cx="1063003" cy="320100"/>
          </a:xfrm>
        </p:grpSpPr>
        <p:grpSp>
          <p:nvGrpSpPr>
            <p:cNvPr id="1476" name="Google Shape;1476;p81"/>
            <p:cNvGrpSpPr/>
            <p:nvPr/>
          </p:nvGrpSpPr>
          <p:grpSpPr>
            <a:xfrm>
              <a:off x="8221825" y="5712503"/>
              <a:ext cx="320025" cy="320039"/>
              <a:chOff x="3734825" y="5794325"/>
              <a:chExt cx="494400" cy="496800"/>
            </a:xfrm>
          </p:grpSpPr>
          <p:sp>
            <p:nvSpPr>
              <p:cNvPr id="1477" name="Google Shape;1477;p81"/>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8" name="Google Shape;1478;p81"/>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479" name="Google Shape;1479;p81"/>
            <p:cNvGrpSpPr/>
            <p:nvPr/>
          </p:nvGrpSpPr>
          <p:grpSpPr>
            <a:xfrm>
              <a:off x="8593276" y="5712502"/>
              <a:ext cx="320025" cy="320041"/>
              <a:chOff x="4343234" y="4889450"/>
              <a:chExt cx="494400" cy="496803"/>
            </a:xfrm>
          </p:grpSpPr>
          <p:sp>
            <p:nvSpPr>
              <p:cNvPr id="1480" name="Google Shape;1480;p81"/>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1" name="Google Shape;1481;p81"/>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482" name="Google Shape;1482;p81"/>
            <p:cNvGrpSpPr/>
            <p:nvPr/>
          </p:nvGrpSpPr>
          <p:grpSpPr>
            <a:xfrm>
              <a:off x="7850298" y="5712472"/>
              <a:ext cx="320100" cy="320100"/>
              <a:chOff x="7850298" y="5716815"/>
              <a:chExt cx="320100" cy="320100"/>
            </a:xfrm>
          </p:grpSpPr>
          <p:pic>
            <p:nvPicPr>
              <p:cNvPr id="1483" name="Google Shape;1483;p81"/>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484" name="Google Shape;1484;p81"/>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85" name="Google Shape;1485;p81"/>
          <p:cNvGrpSpPr/>
          <p:nvPr/>
        </p:nvGrpSpPr>
        <p:grpSpPr>
          <a:xfrm>
            <a:off x="9185518" y="3464175"/>
            <a:ext cx="1405200" cy="1765950"/>
            <a:chOff x="9138222" y="3768075"/>
            <a:chExt cx="1405200" cy="1765950"/>
          </a:xfrm>
        </p:grpSpPr>
        <p:sp>
          <p:nvSpPr>
            <p:cNvPr id="1486" name="Google Shape;1486;p81"/>
            <p:cNvSpPr/>
            <p:nvPr/>
          </p:nvSpPr>
          <p:spPr>
            <a:xfrm>
              <a:off x="9138222" y="3768225"/>
              <a:ext cx="1405200" cy="1765800"/>
            </a:xfrm>
            <a:prstGeom prst="rect">
              <a:avLst/>
            </a:prstGeom>
            <a:solidFill>
              <a:schemeClr val="lt1"/>
            </a:solidFill>
            <a:ln cap="flat" cmpd="sng" w="2857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81"/>
            <p:cNvSpPr txBox="1"/>
            <p:nvPr/>
          </p:nvSpPr>
          <p:spPr>
            <a:xfrm>
              <a:off x="9209457" y="3768075"/>
              <a:ext cx="126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3</a:t>
              </a:r>
              <a:endParaRPr>
                <a:latin typeface="Overpass Light"/>
                <a:ea typeface="Overpass Light"/>
                <a:cs typeface="Overpass Light"/>
                <a:sym typeface="Overpass Light"/>
              </a:endParaRPr>
            </a:p>
          </p:txBody>
        </p:sp>
        <p:pic>
          <p:nvPicPr>
            <p:cNvPr id="1488" name="Google Shape;1488;p81"/>
            <p:cNvPicPr preferRelativeResize="0"/>
            <p:nvPr/>
          </p:nvPicPr>
          <p:blipFill>
            <a:blip r:embed="rId6">
              <a:alphaModFix/>
            </a:blip>
            <a:stretch>
              <a:fillRect/>
            </a:stretch>
          </p:blipFill>
          <p:spPr>
            <a:xfrm>
              <a:off x="9459821" y="4289839"/>
              <a:ext cx="762000" cy="762000"/>
            </a:xfrm>
            <a:prstGeom prst="rect">
              <a:avLst/>
            </a:prstGeom>
            <a:noFill/>
            <a:ln>
              <a:noFill/>
            </a:ln>
          </p:spPr>
        </p:pic>
        <p:grpSp>
          <p:nvGrpSpPr>
            <p:cNvPr id="1489" name="Google Shape;1489;p81"/>
            <p:cNvGrpSpPr/>
            <p:nvPr/>
          </p:nvGrpSpPr>
          <p:grpSpPr>
            <a:xfrm>
              <a:off x="9309320" y="4968865"/>
              <a:ext cx="1063003" cy="320100"/>
              <a:chOff x="7850298" y="5712472"/>
              <a:chExt cx="1063003" cy="320100"/>
            </a:xfrm>
          </p:grpSpPr>
          <p:grpSp>
            <p:nvGrpSpPr>
              <p:cNvPr id="1490" name="Google Shape;1490;p81"/>
              <p:cNvGrpSpPr/>
              <p:nvPr/>
            </p:nvGrpSpPr>
            <p:grpSpPr>
              <a:xfrm>
                <a:off x="8221825" y="5712503"/>
                <a:ext cx="320025" cy="320039"/>
                <a:chOff x="3734825" y="5794325"/>
                <a:chExt cx="494400" cy="496800"/>
              </a:xfrm>
            </p:grpSpPr>
            <p:sp>
              <p:nvSpPr>
                <p:cNvPr id="1491" name="Google Shape;1491;p81"/>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2" name="Google Shape;1492;p81"/>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493" name="Google Shape;1493;p81"/>
              <p:cNvGrpSpPr/>
              <p:nvPr/>
            </p:nvGrpSpPr>
            <p:grpSpPr>
              <a:xfrm>
                <a:off x="8593276" y="5712502"/>
                <a:ext cx="320025" cy="320041"/>
                <a:chOff x="4343234" y="4889450"/>
                <a:chExt cx="494400" cy="496803"/>
              </a:xfrm>
            </p:grpSpPr>
            <p:sp>
              <p:nvSpPr>
                <p:cNvPr id="1494" name="Google Shape;1494;p81"/>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5" name="Google Shape;1495;p81"/>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496" name="Google Shape;1496;p81"/>
              <p:cNvGrpSpPr/>
              <p:nvPr/>
            </p:nvGrpSpPr>
            <p:grpSpPr>
              <a:xfrm>
                <a:off x="7850298" y="5712472"/>
                <a:ext cx="320100" cy="320100"/>
                <a:chOff x="7850298" y="5716815"/>
                <a:chExt cx="320100" cy="320100"/>
              </a:xfrm>
            </p:grpSpPr>
            <p:pic>
              <p:nvPicPr>
                <p:cNvPr id="1497" name="Google Shape;1497;p81"/>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498" name="Google Shape;1498;p81"/>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499" name="Google Shape;1499;p81"/>
          <p:cNvGrpSpPr/>
          <p:nvPr/>
        </p:nvGrpSpPr>
        <p:grpSpPr>
          <a:xfrm>
            <a:off x="3185384" y="3464184"/>
            <a:ext cx="1405200" cy="1765942"/>
            <a:chOff x="3187240" y="3768083"/>
            <a:chExt cx="1405200" cy="1765942"/>
          </a:xfrm>
        </p:grpSpPr>
        <p:sp>
          <p:nvSpPr>
            <p:cNvPr id="1500" name="Google Shape;1500;p81"/>
            <p:cNvSpPr/>
            <p:nvPr/>
          </p:nvSpPr>
          <p:spPr>
            <a:xfrm>
              <a:off x="3187240" y="3768225"/>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81"/>
            <p:cNvSpPr txBox="1"/>
            <p:nvPr/>
          </p:nvSpPr>
          <p:spPr>
            <a:xfrm>
              <a:off x="3228340" y="3768083"/>
              <a:ext cx="132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2</a:t>
              </a:r>
              <a:endParaRPr>
                <a:latin typeface="Overpass Light"/>
                <a:ea typeface="Overpass Light"/>
                <a:cs typeface="Overpass Light"/>
                <a:sym typeface="Overpass Light"/>
              </a:endParaRPr>
            </a:p>
          </p:txBody>
        </p:sp>
        <p:grpSp>
          <p:nvGrpSpPr>
            <p:cNvPr id="1502" name="Google Shape;1502;p81"/>
            <p:cNvGrpSpPr/>
            <p:nvPr/>
          </p:nvGrpSpPr>
          <p:grpSpPr>
            <a:xfrm>
              <a:off x="3358338" y="4968865"/>
              <a:ext cx="1063003" cy="320100"/>
              <a:chOff x="7850298" y="5712472"/>
              <a:chExt cx="1063003" cy="320100"/>
            </a:xfrm>
          </p:grpSpPr>
          <p:grpSp>
            <p:nvGrpSpPr>
              <p:cNvPr id="1503" name="Google Shape;1503;p81"/>
              <p:cNvGrpSpPr/>
              <p:nvPr/>
            </p:nvGrpSpPr>
            <p:grpSpPr>
              <a:xfrm>
                <a:off x="8221825" y="5712503"/>
                <a:ext cx="320025" cy="320039"/>
                <a:chOff x="3734825" y="5794325"/>
                <a:chExt cx="494400" cy="496800"/>
              </a:xfrm>
            </p:grpSpPr>
            <p:sp>
              <p:nvSpPr>
                <p:cNvPr id="1504" name="Google Shape;1504;p81"/>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05" name="Google Shape;1505;p81"/>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506" name="Google Shape;1506;p81"/>
              <p:cNvGrpSpPr/>
              <p:nvPr/>
            </p:nvGrpSpPr>
            <p:grpSpPr>
              <a:xfrm>
                <a:off x="8593276" y="5712502"/>
                <a:ext cx="320025" cy="320041"/>
                <a:chOff x="4343234" y="4889450"/>
                <a:chExt cx="494400" cy="496803"/>
              </a:xfrm>
            </p:grpSpPr>
            <p:sp>
              <p:nvSpPr>
                <p:cNvPr id="1507" name="Google Shape;1507;p81"/>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08" name="Google Shape;1508;p81"/>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509" name="Google Shape;1509;p81"/>
              <p:cNvGrpSpPr/>
              <p:nvPr/>
            </p:nvGrpSpPr>
            <p:grpSpPr>
              <a:xfrm>
                <a:off x="7850298" y="5712472"/>
                <a:ext cx="320100" cy="320100"/>
                <a:chOff x="7850298" y="5716815"/>
                <a:chExt cx="320100" cy="320100"/>
              </a:xfrm>
            </p:grpSpPr>
            <p:pic>
              <p:nvPicPr>
                <p:cNvPr id="1510" name="Google Shape;1510;p81"/>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511" name="Google Shape;1511;p81"/>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512" name="Google Shape;1512;p81"/>
          <p:cNvGrpSpPr/>
          <p:nvPr/>
        </p:nvGrpSpPr>
        <p:grpSpPr>
          <a:xfrm>
            <a:off x="1685350" y="3464192"/>
            <a:ext cx="1405200" cy="1765808"/>
            <a:chOff x="1685350" y="3768092"/>
            <a:chExt cx="1405200" cy="1765808"/>
          </a:xfrm>
        </p:grpSpPr>
        <p:sp>
          <p:nvSpPr>
            <p:cNvPr id="1513" name="Google Shape;1513;p81"/>
            <p:cNvSpPr/>
            <p:nvPr/>
          </p:nvSpPr>
          <p:spPr>
            <a:xfrm>
              <a:off x="1685350" y="3768100"/>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81"/>
            <p:cNvSpPr txBox="1"/>
            <p:nvPr/>
          </p:nvSpPr>
          <p:spPr>
            <a:xfrm>
              <a:off x="1756300" y="3768092"/>
              <a:ext cx="126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1</a:t>
              </a:r>
              <a:endParaRPr>
                <a:latin typeface="Overpass Light"/>
                <a:ea typeface="Overpass Light"/>
                <a:cs typeface="Overpass Light"/>
                <a:sym typeface="Overpass Light"/>
              </a:endParaRPr>
            </a:p>
          </p:txBody>
        </p:sp>
        <p:grpSp>
          <p:nvGrpSpPr>
            <p:cNvPr id="1515" name="Google Shape;1515;p81"/>
            <p:cNvGrpSpPr/>
            <p:nvPr/>
          </p:nvGrpSpPr>
          <p:grpSpPr>
            <a:xfrm>
              <a:off x="1856448" y="4968865"/>
              <a:ext cx="1063003" cy="320100"/>
              <a:chOff x="7850298" y="5712472"/>
              <a:chExt cx="1063003" cy="320100"/>
            </a:xfrm>
          </p:grpSpPr>
          <p:grpSp>
            <p:nvGrpSpPr>
              <p:cNvPr id="1516" name="Google Shape;1516;p81"/>
              <p:cNvGrpSpPr/>
              <p:nvPr/>
            </p:nvGrpSpPr>
            <p:grpSpPr>
              <a:xfrm>
                <a:off x="8221825" y="5712503"/>
                <a:ext cx="320025" cy="320039"/>
                <a:chOff x="3734825" y="5794325"/>
                <a:chExt cx="494400" cy="496800"/>
              </a:xfrm>
            </p:grpSpPr>
            <p:sp>
              <p:nvSpPr>
                <p:cNvPr id="1517" name="Google Shape;1517;p81"/>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18" name="Google Shape;1518;p81"/>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519" name="Google Shape;1519;p81"/>
              <p:cNvGrpSpPr/>
              <p:nvPr/>
            </p:nvGrpSpPr>
            <p:grpSpPr>
              <a:xfrm>
                <a:off x="8593276" y="5712502"/>
                <a:ext cx="320025" cy="320041"/>
                <a:chOff x="4343234" y="4889450"/>
                <a:chExt cx="494400" cy="496803"/>
              </a:xfrm>
            </p:grpSpPr>
            <p:sp>
              <p:nvSpPr>
                <p:cNvPr id="1520" name="Google Shape;1520;p81"/>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21" name="Google Shape;1521;p81"/>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522" name="Google Shape;1522;p81"/>
              <p:cNvGrpSpPr/>
              <p:nvPr/>
            </p:nvGrpSpPr>
            <p:grpSpPr>
              <a:xfrm>
                <a:off x="7850298" y="5712472"/>
                <a:ext cx="320100" cy="320100"/>
                <a:chOff x="7850298" y="5716815"/>
                <a:chExt cx="320100" cy="320100"/>
              </a:xfrm>
            </p:grpSpPr>
            <p:pic>
              <p:nvPicPr>
                <p:cNvPr id="1523" name="Google Shape;1523;p81"/>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524" name="Google Shape;1524;p81"/>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pic>
        <p:nvPicPr>
          <p:cNvPr id="1525" name="Google Shape;1525;p81"/>
          <p:cNvPicPr preferRelativeResize="0"/>
          <p:nvPr/>
        </p:nvPicPr>
        <p:blipFill rotWithShape="1">
          <a:blip r:embed="rId15">
            <a:alphaModFix/>
          </a:blip>
          <a:srcRect b="13122" l="12810" r="11523" t="12272"/>
          <a:stretch/>
        </p:blipFill>
        <p:spPr>
          <a:xfrm>
            <a:off x="5622400" y="2769446"/>
            <a:ext cx="406925" cy="400200"/>
          </a:xfrm>
          <a:prstGeom prst="rect">
            <a:avLst/>
          </a:prstGeom>
          <a:noFill/>
          <a:ln>
            <a:noFill/>
          </a:ln>
        </p:spPr>
      </p:pic>
      <p:grpSp>
        <p:nvGrpSpPr>
          <p:cNvPr id="1526" name="Google Shape;1526;p81"/>
          <p:cNvGrpSpPr/>
          <p:nvPr/>
        </p:nvGrpSpPr>
        <p:grpSpPr>
          <a:xfrm>
            <a:off x="6185451" y="3464175"/>
            <a:ext cx="1405200" cy="1765950"/>
            <a:chOff x="6162420" y="3768075"/>
            <a:chExt cx="1405200" cy="1765950"/>
          </a:xfrm>
        </p:grpSpPr>
        <p:sp>
          <p:nvSpPr>
            <p:cNvPr id="1527" name="Google Shape;1527;p81"/>
            <p:cNvSpPr/>
            <p:nvPr/>
          </p:nvSpPr>
          <p:spPr>
            <a:xfrm>
              <a:off x="6162420"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81"/>
            <p:cNvSpPr txBox="1"/>
            <p:nvPr/>
          </p:nvSpPr>
          <p:spPr>
            <a:xfrm>
              <a:off x="6162420" y="3768075"/>
              <a:ext cx="140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2</a:t>
              </a:r>
              <a:endParaRPr>
                <a:latin typeface="Overpass Light"/>
                <a:ea typeface="Overpass Light"/>
                <a:cs typeface="Overpass Light"/>
                <a:sym typeface="Overpass Light"/>
              </a:endParaRPr>
            </a:p>
          </p:txBody>
        </p:sp>
        <p:pic>
          <p:nvPicPr>
            <p:cNvPr id="1529" name="Google Shape;1529;p81"/>
            <p:cNvPicPr preferRelativeResize="0"/>
            <p:nvPr/>
          </p:nvPicPr>
          <p:blipFill>
            <a:blip r:embed="rId6">
              <a:alphaModFix/>
            </a:blip>
            <a:stretch>
              <a:fillRect/>
            </a:stretch>
          </p:blipFill>
          <p:spPr>
            <a:xfrm>
              <a:off x="6484020" y="4289839"/>
              <a:ext cx="762000" cy="762000"/>
            </a:xfrm>
            <a:prstGeom prst="rect">
              <a:avLst/>
            </a:prstGeom>
            <a:noFill/>
            <a:ln>
              <a:noFill/>
            </a:ln>
          </p:spPr>
        </p:pic>
        <p:grpSp>
          <p:nvGrpSpPr>
            <p:cNvPr id="1530" name="Google Shape;1530;p81"/>
            <p:cNvGrpSpPr/>
            <p:nvPr/>
          </p:nvGrpSpPr>
          <p:grpSpPr>
            <a:xfrm>
              <a:off x="6333518" y="4968865"/>
              <a:ext cx="1063003" cy="320100"/>
              <a:chOff x="7850298" y="5712472"/>
              <a:chExt cx="1063003" cy="320100"/>
            </a:xfrm>
          </p:grpSpPr>
          <p:grpSp>
            <p:nvGrpSpPr>
              <p:cNvPr id="1531" name="Google Shape;1531;p81"/>
              <p:cNvGrpSpPr/>
              <p:nvPr/>
            </p:nvGrpSpPr>
            <p:grpSpPr>
              <a:xfrm>
                <a:off x="8221825" y="5712503"/>
                <a:ext cx="320025" cy="320039"/>
                <a:chOff x="3734825" y="5794325"/>
                <a:chExt cx="494400" cy="496800"/>
              </a:xfrm>
            </p:grpSpPr>
            <p:sp>
              <p:nvSpPr>
                <p:cNvPr id="1532" name="Google Shape;1532;p81"/>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3" name="Google Shape;1533;p81"/>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534" name="Google Shape;1534;p81"/>
              <p:cNvGrpSpPr/>
              <p:nvPr/>
            </p:nvGrpSpPr>
            <p:grpSpPr>
              <a:xfrm>
                <a:off x="8593276" y="5712502"/>
                <a:ext cx="320025" cy="320041"/>
                <a:chOff x="4343234" y="4889450"/>
                <a:chExt cx="494400" cy="496803"/>
              </a:xfrm>
            </p:grpSpPr>
            <p:sp>
              <p:nvSpPr>
                <p:cNvPr id="1535" name="Google Shape;1535;p81"/>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6" name="Google Shape;1536;p81"/>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537" name="Google Shape;1537;p81"/>
              <p:cNvGrpSpPr/>
              <p:nvPr/>
            </p:nvGrpSpPr>
            <p:grpSpPr>
              <a:xfrm>
                <a:off x="7850298" y="5712472"/>
                <a:ext cx="320100" cy="320100"/>
                <a:chOff x="7850298" y="5716815"/>
                <a:chExt cx="320100" cy="320100"/>
              </a:xfrm>
            </p:grpSpPr>
            <p:pic>
              <p:nvPicPr>
                <p:cNvPr id="1538" name="Google Shape;1538;p81"/>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539" name="Google Shape;1539;p81"/>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540" name="Google Shape;1540;p81"/>
          <p:cNvSpPr txBox="1"/>
          <p:nvPr>
            <p:ph idx="4294967295" type="subTitle"/>
          </p:nvPr>
        </p:nvSpPr>
        <p:spPr>
          <a:xfrm>
            <a:off x="885125" y="133378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chemeClr val="accent2"/>
                </a:solidFill>
              </a:rPr>
              <a:t>Common Code and Process Across All Environments</a:t>
            </a:r>
            <a:endParaRPr>
              <a:solidFill>
                <a:schemeClr val="accent2"/>
              </a:solidFill>
            </a:endParaRPr>
          </a:p>
        </p:txBody>
      </p:sp>
      <p:sp>
        <p:nvSpPr>
          <p:cNvPr id="1541" name="Google Shape;1541;p81"/>
          <p:cNvSpPr/>
          <p:nvPr/>
        </p:nvSpPr>
        <p:spPr>
          <a:xfrm>
            <a:off x="10679075" y="1671450"/>
            <a:ext cx="1479900" cy="4154400"/>
          </a:xfrm>
          <a:prstGeom prst="rect">
            <a:avLst/>
          </a:prstGeom>
          <a:solidFill>
            <a:schemeClr val="lt1"/>
          </a:solidFill>
          <a:ln cap="flat" cmpd="sng" w="2857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542" name="Google Shape;1542;p81"/>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solidFill>
                  <a:schemeClr val="accent1"/>
                </a:solidFill>
              </a:rPr>
              <a:t>Red Hat Infrastructure Standard Adoption Model</a:t>
            </a:r>
            <a:endParaRPr/>
          </a:p>
        </p:txBody>
      </p:sp>
      <p:grpSp>
        <p:nvGrpSpPr>
          <p:cNvPr id="1543" name="Google Shape;1543;p81"/>
          <p:cNvGrpSpPr/>
          <p:nvPr/>
        </p:nvGrpSpPr>
        <p:grpSpPr>
          <a:xfrm>
            <a:off x="4685417" y="3464175"/>
            <a:ext cx="1405200" cy="1765950"/>
            <a:chOff x="4698359" y="3768075"/>
            <a:chExt cx="1405200" cy="1765950"/>
          </a:xfrm>
        </p:grpSpPr>
        <p:sp>
          <p:nvSpPr>
            <p:cNvPr id="1544" name="Google Shape;1544;p81"/>
            <p:cNvSpPr/>
            <p:nvPr/>
          </p:nvSpPr>
          <p:spPr>
            <a:xfrm>
              <a:off x="4698359"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81"/>
            <p:cNvSpPr txBox="1"/>
            <p:nvPr/>
          </p:nvSpPr>
          <p:spPr>
            <a:xfrm>
              <a:off x="4729811" y="376807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1</a:t>
              </a:r>
              <a:endParaRPr>
                <a:latin typeface="Overpass Light"/>
                <a:ea typeface="Overpass Light"/>
                <a:cs typeface="Overpass Light"/>
                <a:sym typeface="Overpass Light"/>
              </a:endParaRPr>
            </a:p>
          </p:txBody>
        </p:sp>
        <p:grpSp>
          <p:nvGrpSpPr>
            <p:cNvPr id="1546" name="Google Shape;1546;p81"/>
            <p:cNvGrpSpPr/>
            <p:nvPr/>
          </p:nvGrpSpPr>
          <p:grpSpPr>
            <a:xfrm>
              <a:off x="4869458" y="4968865"/>
              <a:ext cx="1063003" cy="320100"/>
              <a:chOff x="7850298" y="5712472"/>
              <a:chExt cx="1063003" cy="320100"/>
            </a:xfrm>
          </p:grpSpPr>
          <p:grpSp>
            <p:nvGrpSpPr>
              <p:cNvPr id="1547" name="Google Shape;1547;p81"/>
              <p:cNvGrpSpPr/>
              <p:nvPr/>
            </p:nvGrpSpPr>
            <p:grpSpPr>
              <a:xfrm>
                <a:off x="8221825" y="5712503"/>
                <a:ext cx="320025" cy="320039"/>
                <a:chOff x="3734825" y="5794325"/>
                <a:chExt cx="494400" cy="496800"/>
              </a:xfrm>
            </p:grpSpPr>
            <p:sp>
              <p:nvSpPr>
                <p:cNvPr id="1548" name="Google Shape;1548;p81"/>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9" name="Google Shape;1549;p81"/>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550" name="Google Shape;1550;p81"/>
              <p:cNvGrpSpPr/>
              <p:nvPr/>
            </p:nvGrpSpPr>
            <p:grpSpPr>
              <a:xfrm>
                <a:off x="8593276" y="5712502"/>
                <a:ext cx="320025" cy="320041"/>
                <a:chOff x="4343234" y="4889450"/>
                <a:chExt cx="494400" cy="496803"/>
              </a:xfrm>
            </p:grpSpPr>
            <p:sp>
              <p:nvSpPr>
                <p:cNvPr id="1551" name="Google Shape;1551;p81"/>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52" name="Google Shape;1552;p81"/>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553" name="Google Shape;1553;p81"/>
              <p:cNvGrpSpPr/>
              <p:nvPr/>
            </p:nvGrpSpPr>
            <p:grpSpPr>
              <a:xfrm>
                <a:off x="7850298" y="5712472"/>
                <a:ext cx="320100" cy="320100"/>
                <a:chOff x="7850298" y="5716815"/>
                <a:chExt cx="320100" cy="320100"/>
              </a:xfrm>
            </p:grpSpPr>
            <p:pic>
              <p:nvPicPr>
                <p:cNvPr id="1554" name="Google Shape;1554;p81"/>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555" name="Google Shape;1555;p81"/>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556" name="Google Shape;1556;p81"/>
            <p:cNvPicPr preferRelativeResize="0"/>
            <p:nvPr/>
          </p:nvPicPr>
          <p:blipFill>
            <a:blip r:embed="rId6">
              <a:alphaModFix/>
            </a:blip>
            <a:stretch>
              <a:fillRect/>
            </a:stretch>
          </p:blipFill>
          <p:spPr>
            <a:xfrm>
              <a:off x="5019959" y="4289839"/>
              <a:ext cx="762000" cy="762000"/>
            </a:xfrm>
            <a:prstGeom prst="rect">
              <a:avLst/>
            </a:prstGeom>
            <a:noFill/>
            <a:ln>
              <a:noFill/>
            </a:ln>
          </p:spPr>
        </p:pic>
      </p:grpSp>
      <p:cxnSp>
        <p:nvCxnSpPr>
          <p:cNvPr id="1557" name="Google Shape;1557;p81"/>
          <p:cNvCxnSpPr>
            <a:stCxn id="1446" idx="3"/>
            <a:endCxn id="1474" idx="1"/>
          </p:cNvCxnSpPr>
          <p:nvPr/>
        </p:nvCxnSpPr>
        <p:spPr>
          <a:xfrm>
            <a:off x="7281647" y="2969546"/>
            <a:ext cx="905400" cy="0"/>
          </a:xfrm>
          <a:prstGeom prst="straightConnector1">
            <a:avLst/>
          </a:prstGeom>
          <a:noFill/>
          <a:ln cap="flat" cmpd="sng" w="9525">
            <a:solidFill>
              <a:schemeClr val="dk1"/>
            </a:solidFill>
            <a:prstDash val="solid"/>
            <a:round/>
            <a:headEnd len="med" w="med" type="none"/>
            <a:tailEnd len="med" w="med" type="none"/>
          </a:ln>
        </p:spPr>
      </p:cxnSp>
      <p:cxnSp>
        <p:nvCxnSpPr>
          <p:cNvPr id="1558" name="Google Shape;1558;p81"/>
          <p:cNvCxnSpPr>
            <a:stCxn id="1474" idx="3"/>
            <a:endCxn id="1559" idx="1"/>
          </p:cNvCxnSpPr>
          <p:nvPr/>
        </p:nvCxnSpPr>
        <p:spPr>
          <a:xfrm>
            <a:off x="9596200" y="2969546"/>
            <a:ext cx="1405200" cy="0"/>
          </a:xfrm>
          <a:prstGeom prst="straightConnector1">
            <a:avLst/>
          </a:prstGeom>
          <a:noFill/>
          <a:ln cap="flat" cmpd="sng" w="9525">
            <a:solidFill>
              <a:schemeClr val="dk1"/>
            </a:solidFill>
            <a:prstDash val="solid"/>
            <a:round/>
            <a:headEnd len="med" w="med" type="none"/>
            <a:tailEnd len="med" w="med" type="none"/>
          </a:ln>
        </p:spPr>
      </p:cxnSp>
      <p:pic>
        <p:nvPicPr>
          <p:cNvPr id="1559" name="Google Shape;1559;p81"/>
          <p:cNvPicPr preferRelativeResize="0"/>
          <p:nvPr/>
        </p:nvPicPr>
        <p:blipFill>
          <a:blip r:embed="rId16">
            <a:alphaModFix/>
          </a:blip>
          <a:stretch>
            <a:fillRect/>
          </a:stretch>
        </p:blipFill>
        <p:spPr>
          <a:xfrm>
            <a:off x="11001375" y="2588546"/>
            <a:ext cx="762000" cy="762000"/>
          </a:xfrm>
          <a:prstGeom prst="rect">
            <a:avLst/>
          </a:prstGeom>
          <a:noFill/>
          <a:ln>
            <a:noFill/>
          </a:ln>
        </p:spPr>
      </p:pic>
      <p:pic>
        <p:nvPicPr>
          <p:cNvPr id="1560" name="Google Shape;1560;p81"/>
          <p:cNvPicPr preferRelativeResize="0"/>
          <p:nvPr/>
        </p:nvPicPr>
        <p:blipFill rotWithShape="1">
          <a:blip r:embed="rId17">
            <a:alphaModFix/>
          </a:blip>
          <a:srcRect b="41733" l="0" r="0" t="38600"/>
          <a:stretch/>
        </p:blipFill>
        <p:spPr>
          <a:xfrm>
            <a:off x="10741200" y="3801375"/>
            <a:ext cx="1344875" cy="264493"/>
          </a:xfrm>
          <a:prstGeom prst="rect">
            <a:avLst/>
          </a:prstGeom>
          <a:noFill/>
          <a:ln>
            <a:noFill/>
          </a:ln>
        </p:spPr>
      </p:pic>
      <p:pic>
        <p:nvPicPr>
          <p:cNvPr id="1561" name="Google Shape;1561;p81"/>
          <p:cNvPicPr preferRelativeResize="0"/>
          <p:nvPr/>
        </p:nvPicPr>
        <p:blipFill>
          <a:blip r:embed="rId18">
            <a:alphaModFix/>
          </a:blip>
          <a:stretch>
            <a:fillRect/>
          </a:stretch>
        </p:blipFill>
        <p:spPr>
          <a:xfrm>
            <a:off x="10776975" y="3456500"/>
            <a:ext cx="1263300" cy="211409"/>
          </a:xfrm>
          <a:prstGeom prst="rect">
            <a:avLst/>
          </a:prstGeom>
          <a:noFill/>
          <a:ln>
            <a:noFill/>
          </a:ln>
        </p:spPr>
      </p:pic>
      <p:sp>
        <p:nvSpPr>
          <p:cNvPr id="1562" name="Google Shape;1562;p81"/>
          <p:cNvSpPr/>
          <p:nvPr/>
        </p:nvSpPr>
        <p:spPr>
          <a:xfrm>
            <a:off x="1681625" y="5329050"/>
            <a:ext cx="8904900" cy="496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3" name="Google Shape;1563;p81"/>
          <p:cNvPicPr preferRelativeResize="0"/>
          <p:nvPr/>
        </p:nvPicPr>
        <p:blipFill>
          <a:blip r:embed="rId19">
            <a:alphaModFix/>
          </a:blip>
          <a:stretch>
            <a:fillRect/>
          </a:stretch>
        </p:blipFill>
        <p:spPr>
          <a:xfrm>
            <a:off x="9644641" y="5499883"/>
            <a:ext cx="504000" cy="161587"/>
          </a:xfrm>
          <a:prstGeom prst="rect">
            <a:avLst/>
          </a:prstGeom>
          <a:noFill/>
          <a:ln>
            <a:noFill/>
          </a:ln>
        </p:spPr>
      </p:pic>
      <p:pic>
        <p:nvPicPr>
          <p:cNvPr id="1564" name="Google Shape;1564;p81"/>
          <p:cNvPicPr preferRelativeResize="0"/>
          <p:nvPr/>
        </p:nvPicPr>
        <p:blipFill>
          <a:blip r:embed="rId20">
            <a:alphaModFix/>
          </a:blip>
          <a:stretch>
            <a:fillRect/>
          </a:stretch>
        </p:blipFill>
        <p:spPr>
          <a:xfrm>
            <a:off x="3871485" y="5380573"/>
            <a:ext cx="663325" cy="400206"/>
          </a:xfrm>
          <a:prstGeom prst="rect">
            <a:avLst/>
          </a:prstGeom>
          <a:noFill/>
          <a:ln>
            <a:noFill/>
          </a:ln>
        </p:spPr>
      </p:pic>
      <p:pic>
        <p:nvPicPr>
          <p:cNvPr id="1565" name="Google Shape;1565;p81"/>
          <p:cNvPicPr preferRelativeResize="0"/>
          <p:nvPr/>
        </p:nvPicPr>
        <p:blipFill>
          <a:blip r:embed="rId21">
            <a:alphaModFix/>
          </a:blip>
          <a:stretch>
            <a:fillRect/>
          </a:stretch>
        </p:blipFill>
        <p:spPr>
          <a:xfrm>
            <a:off x="5846281" y="5372815"/>
            <a:ext cx="448200" cy="415722"/>
          </a:xfrm>
          <a:prstGeom prst="rect">
            <a:avLst/>
          </a:prstGeom>
          <a:noFill/>
          <a:ln>
            <a:noFill/>
          </a:ln>
        </p:spPr>
      </p:pic>
      <p:pic>
        <p:nvPicPr>
          <p:cNvPr id="1566" name="Google Shape;1566;p81"/>
          <p:cNvPicPr preferRelativeResize="0"/>
          <p:nvPr/>
        </p:nvPicPr>
        <p:blipFill>
          <a:blip r:embed="rId22">
            <a:alphaModFix/>
          </a:blip>
          <a:stretch>
            <a:fillRect/>
          </a:stretch>
        </p:blipFill>
        <p:spPr>
          <a:xfrm>
            <a:off x="7659240" y="5469737"/>
            <a:ext cx="731700" cy="221878"/>
          </a:xfrm>
          <a:prstGeom prst="rect">
            <a:avLst/>
          </a:prstGeom>
          <a:noFill/>
          <a:ln>
            <a:noFill/>
          </a:ln>
        </p:spPr>
      </p:pic>
      <p:pic>
        <p:nvPicPr>
          <p:cNvPr id="1567" name="Google Shape;1567;p81"/>
          <p:cNvPicPr preferRelativeResize="0"/>
          <p:nvPr/>
        </p:nvPicPr>
        <p:blipFill>
          <a:blip r:embed="rId23">
            <a:alphaModFix/>
          </a:blip>
          <a:stretch>
            <a:fillRect/>
          </a:stretch>
        </p:blipFill>
        <p:spPr>
          <a:xfrm>
            <a:off x="2157507" y="5363187"/>
            <a:ext cx="448200" cy="4349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573" name="Google Shape;1573;p82"/>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sz="4600">
                <a:latin typeface="Red Hat Display"/>
                <a:ea typeface="Red Hat Display"/>
                <a:cs typeface="Red Hat Display"/>
                <a:sym typeface="Red Hat Display"/>
              </a:rPr>
              <a:t>Deploying the Standard Operating Environment </a:t>
            </a:r>
            <a:endParaRPr sz="4600">
              <a:latin typeface="Red Hat Display"/>
              <a:ea typeface="Red Hat Display"/>
              <a:cs typeface="Red Hat Display"/>
              <a:sym typeface="Red Hat Display"/>
            </a:endParaRPr>
          </a:p>
          <a:p>
            <a:pPr indent="0" lvl="0" marL="0" rtl="0" algn="l">
              <a:spcBef>
                <a:spcPts val="0"/>
              </a:spcBef>
              <a:spcAft>
                <a:spcPts val="0"/>
              </a:spcAft>
              <a:buNone/>
            </a:pPr>
            <a:r>
              <a:rPr lang="en" sz="4600">
                <a:latin typeface="Red Hat Display"/>
                <a:ea typeface="Red Hat Display"/>
                <a:cs typeface="Red Hat Display"/>
                <a:sym typeface="Red Hat Display"/>
              </a:rPr>
              <a:t>Infrastructure</a:t>
            </a:r>
            <a:endParaRPr sz="4600">
              <a:latin typeface="Red Hat Display"/>
              <a:ea typeface="Red Hat Display"/>
              <a:cs typeface="Red Hat Display"/>
              <a:sym typeface="Red Hat Display"/>
            </a:endParaRPr>
          </a:p>
        </p:txBody>
      </p:sp>
      <p:sp>
        <p:nvSpPr>
          <p:cNvPr id="1574" name="Google Shape;1574;p8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575" name="Google Shape;1575;p82"/>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83"/>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200"/>
              <a:t>Provisioning SOE Systems</a:t>
            </a:r>
            <a:endParaRPr sz="3200"/>
          </a:p>
        </p:txBody>
      </p:sp>
      <p:sp>
        <p:nvSpPr>
          <p:cNvPr id="1581" name="Google Shape;1581;p8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582" name="Google Shape;1582;p83"/>
          <p:cNvPicPr preferRelativeResize="0"/>
          <p:nvPr/>
        </p:nvPicPr>
        <p:blipFill rotWithShape="1">
          <a:blip r:embed="rId3">
            <a:alphaModFix/>
          </a:blip>
          <a:srcRect b="25702" l="0" r="0" t="28126"/>
          <a:stretch/>
        </p:blipFill>
        <p:spPr>
          <a:xfrm>
            <a:off x="9257441" y="4740292"/>
            <a:ext cx="914400" cy="422175"/>
          </a:xfrm>
          <a:prstGeom prst="rect">
            <a:avLst/>
          </a:prstGeom>
          <a:noFill/>
          <a:ln>
            <a:noFill/>
          </a:ln>
        </p:spPr>
      </p:pic>
      <p:pic>
        <p:nvPicPr>
          <p:cNvPr id="1583" name="Google Shape;1583;p83"/>
          <p:cNvPicPr preferRelativeResize="0"/>
          <p:nvPr/>
        </p:nvPicPr>
        <p:blipFill rotWithShape="1">
          <a:blip r:embed="rId4">
            <a:alphaModFix/>
          </a:blip>
          <a:srcRect b="19054" l="0" r="0" t="19757"/>
          <a:stretch/>
        </p:blipFill>
        <p:spPr>
          <a:xfrm>
            <a:off x="5423025" y="4671620"/>
            <a:ext cx="914400" cy="559500"/>
          </a:xfrm>
          <a:prstGeom prst="rect">
            <a:avLst/>
          </a:prstGeom>
          <a:noFill/>
          <a:ln>
            <a:noFill/>
          </a:ln>
        </p:spPr>
      </p:pic>
      <p:grpSp>
        <p:nvGrpSpPr>
          <p:cNvPr id="1584" name="Google Shape;1584;p83"/>
          <p:cNvGrpSpPr/>
          <p:nvPr/>
        </p:nvGrpSpPr>
        <p:grpSpPr>
          <a:xfrm>
            <a:off x="8001425" y="4671613"/>
            <a:ext cx="914400" cy="559500"/>
            <a:chOff x="3899025" y="4752650"/>
            <a:chExt cx="914400" cy="559500"/>
          </a:xfrm>
        </p:grpSpPr>
        <p:pic>
          <p:nvPicPr>
            <p:cNvPr id="1585" name="Google Shape;1585;p83"/>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586" name="Google Shape;1586;p83"/>
            <p:cNvPicPr preferRelativeResize="0"/>
            <p:nvPr/>
          </p:nvPicPr>
          <p:blipFill>
            <a:blip r:embed="rId5">
              <a:alphaModFix/>
            </a:blip>
            <a:stretch>
              <a:fillRect/>
            </a:stretch>
          </p:blipFill>
          <p:spPr>
            <a:xfrm>
              <a:off x="4302575" y="4883351"/>
              <a:ext cx="275675" cy="275675"/>
            </a:xfrm>
            <a:prstGeom prst="rect">
              <a:avLst/>
            </a:prstGeom>
            <a:noFill/>
            <a:ln>
              <a:noFill/>
            </a:ln>
          </p:spPr>
        </p:pic>
      </p:grpSp>
      <p:cxnSp>
        <p:nvCxnSpPr>
          <p:cNvPr id="1587" name="Google Shape;1587;p83"/>
          <p:cNvCxnSpPr>
            <a:stCxn id="1588" idx="6"/>
            <a:endCxn id="1589" idx="1"/>
          </p:cNvCxnSpPr>
          <p:nvPr/>
        </p:nvCxnSpPr>
        <p:spPr>
          <a:xfrm>
            <a:off x="3406264" y="2817525"/>
            <a:ext cx="4528800" cy="1328400"/>
          </a:xfrm>
          <a:prstGeom prst="curvedConnector2">
            <a:avLst/>
          </a:prstGeom>
          <a:noFill/>
          <a:ln cap="flat" cmpd="sng" w="19050">
            <a:solidFill>
              <a:schemeClr val="dk1"/>
            </a:solidFill>
            <a:prstDash val="solid"/>
            <a:round/>
            <a:headEnd len="med" w="med" type="none"/>
            <a:tailEnd len="med" w="med" type="triangle"/>
          </a:ln>
        </p:spPr>
      </p:cxnSp>
      <p:sp>
        <p:nvSpPr>
          <p:cNvPr id="1590" name="Google Shape;1590;p83"/>
          <p:cNvSpPr txBox="1"/>
          <p:nvPr/>
        </p:nvSpPr>
        <p:spPr>
          <a:xfrm>
            <a:off x="9206317" y="4413300"/>
            <a:ext cx="110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Bare Metal</a:t>
            </a:r>
            <a:endParaRPr>
              <a:latin typeface="Overpass Light"/>
              <a:ea typeface="Overpass Light"/>
              <a:cs typeface="Overpass Light"/>
              <a:sym typeface="Overpass Light"/>
            </a:endParaRPr>
          </a:p>
        </p:txBody>
      </p:sp>
      <p:sp>
        <p:nvSpPr>
          <p:cNvPr id="1591" name="Google Shape;1591;p83"/>
          <p:cNvSpPr txBox="1"/>
          <p:nvPr/>
        </p:nvSpPr>
        <p:spPr>
          <a:xfrm>
            <a:off x="5419203" y="4423100"/>
            <a:ext cx="9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Kubevirt</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p:txBody>
      </p:sp>
      <p:sp>
        <p:nvSpPr>
          <p:cNvPr id="1592" name="Google Shape;1592;p83"/>
          <p:cNvSpPr txBox="1"/>
          <p:nvPr/>
        </p:nvSpPr>
        <p:spPr>
          <a:xfrm>
            <a:off x="8091061" y="4409800"/>
            <a:ext cx="73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a:t>
            </a:r>
            <a:endParaRPr>
              <a:latin typeface="Overpass Light"/>
              <a:ea typeface="Overpass Light"/>
              <a:cs typeface="Overpass Light"/>
              <a:sym typeface="Overpass Light"/>
            </a:endParaRPr>
          </a:p>
        </p:txBody>
      </p:sp>
      <p:sp>
        <p:nvSpPr>
          <p:cNvPr id="1593" name="Google Shape;1593;p83"/>
          <p:cNvSpPr txBox="1"/>
          <p:nvPr/>
        </p:nvSpPr>
        <p:spPr>
          <a:xfrm>
            <a:off x="3377452" y="1830925"/>
            <a:ext cx="351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Identity Enrollment &amp; Authentication</a:t>
            </a:r>
            <a:endParaRPr>
              <a:latin typeface="Overpass Light"/>
              <a:ea typeface="Overpass Light"/>
              <a:cs typeface="Overpass Light"/>
              <a:sym typeface="Overpass Light"/>
            </a:endParaRPr>
          </a:p>
        </p:txBody>
      </p:sp>
      <p:sp>
        <p:nvSpPr>
          <p:cNvPr id="1594" name="Google Shape;1594;p83"/>
          <p:cNvSpPr txBox="1"/>
          <p:nvPr/>
        </p:nvSpPr>
        <p:spPr>
          <a:xfrm>
            <a:off x="3590901" y="2159080"/>
            <a:ext cx="368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Pre- and Post-Provisioning Configuration</a:t>
            </a:r>
            <a:endParaRPr>
              <a:latin typeface="Overpass Light"/>
              <a:ea typeface="Overpass Light"/>
              <a:cs typeface="Overpass Light"/>
              <a:sym typeface="Overpass Light"/>
            </a:endParaRPr>
          </a:p>
        </p:txBody>
      </p:sp>
      <p:sp>
        <p:nvSpPr>
          <p:cNvPr id="1595" name="Google Shape;1595;p83"/>
          <p:cNvSpPr txBox="1"/>
          <p:nvPr/>
        </p:nvSpPr>
        <p:spPr>
          <a:xfrm>
            <a:off x="3235098" y="3703700"/>
            <a:ext cx="411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Vulnerability Analysis, Remediation</a:t>
            </a:r>
            <a:endParaRPr>
              <a:latin typeface="Overpass Light"/>
              <a:ea typeface="Overpass Light"/>
              <a:cs typeface="Overpass Light"/>
              <a:sym typeface="Overpass Light"/>
            </a:endParaRPr>
          </a:p>
        </p:txBody>
      </p:sp>
      <p:pic>
        <p:nvPicPr>
          <p:cNvPr id="1596" name="Google Shape;1596;p83"/>
          <p:cNvPicPr preferRelativeResize="0"/>
          <p:nvPr/>
        </p:nvPicPr>
        <p:blipFill>
          <a:blip r:embed="rId6">
            <a:alphaModFix/>
          </a:blip>
          <a:stretch>
            <a:fillRect/>
          </a:stretch>
        </p:blipFill>
        <p:spPr>
          <a:xfrm>
            <a:off x="5229082" y="5036800"/>
            <a:ext cx="1315400" cy="1315400"/>
          </a:xfrm>
          <a:prstGeom prst="rect">
            <a:avLst/>
          </a:prstGeom>
          <a:noFill/>
          <a:ln>
            <a:noFill/>
          </a:ln>
        </p:spPr>
      </p:pic>
      <p:pic>
        <p:nvPicPr>
          <p:cNvPr id="1597" name="Google Shape;1597;p83"/>
          <p:cNvPicPr preferRelativeResize="0"/>
          <p:nvPr/>
        </p:nvPicPr>
        <p:blipFill rotWithShape="1">
          <a:blip r:embed="rId5">
            <a:alphaModFix/>
          </a:blip>
          <a:srcRect b="16811" l="0" r="0" t="17233"/>
          <a:stretch/>
        </p:blipFill>
        <p:spPr>
          <a:xfrm>
            <a:off x="7756625" y="5182750"/>
            <a:ext cx="1466903" cy="967500"/>
          </a:xfrm>
          <a:prstGeom prst="rect">
            <a:avLst/>
          </a:prstGeom>
          <a:noFill/>
          <a:ln>
            <a:noFill/>
          </a:ln>
        </p:spPr>
      </p:pic>
      <p:cxnSp>
        <p:nvCxnSpPr>
          <p:cNvPr id="1598" name="Google Shape;1598;p83"/>
          <p:cNvCxnSpPr>
            <a:stCxn id="1588" idx="4"/>
            <a:endCxn id="1596" idx="1"/>
          </p:cNvCxnSpPr>
          <p:nvPr/>
        </p:nvCxnSpPr>
        <p:spPr>
          <a:xfrm flipH="1" rot="-5400000">
            <a:off x="2879314" y="3344475"/>
            <a:ext cx="1459500" cy="3240300"/>
          </a:xfrm>
          <a:prstGeom prst="curvedConnector2">
            <a:avLst/>
          </a:prstGeom>
          <a:noFill/>
          <a:ln cap="flat" cmpd="sng" w="19050">
            <a:solidFill>
              <a:schemeClr val="dk1"/>
            </a:solidFill>
            <a:prstDash val="solid"/>
            <a:round/>
            <a:headEnd len="med" w="med" type="none"/>
            <a:tailEnd len="med" w="med" type="triangle"/>
          </a:ln>
        </p:spPr>
      </p:cxnSp>
      <p:sp>
        <p:nvSpPr>
          <p:cNvPr id="1599" name="Google Shape;1599;p83"/>
          <p:cNvSpPr txBox="1"/>
          <p:nvPr/>
        </p:nvSpPr>
        <p:spPr>
          <a:xfrm>
            <a:off x="3216348" y="1500604"/>
            <a:ext cx="16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Curate Content</a:t>
            </a:r>
            <a:endParaRPr>
              <a:latin typeface="Overpass Light"/>
              <a:ea typeface="Overpass Light"/>
              <a:cs typeface="Overpass Light"/>
              <a:sym typeface="Overpass Light"/>
            </a:endParaRPr>
          </a:p>
        </p:txBody>
      </p:sp>
      <p:sp>
        <p:nvSpPr>
          <p:cNvPr id="1600" name="Google Shape;1600;p83"/>
          <p:cNvSpPr txBox="1"/>
          <p:nvPr/>
        </p:nvSpPr>
        <p:spPr>
          <a:xfrm>
            <a:off x="9235400" y="5583450"/>
            <a:ext cx="230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Any Cloud or Hypervisor Image</a:t>
            </a:r>
            <a:endParaRPr>
              <a:latin typeface="Overpass Light"/>
              <a:ea typeface="Overpass Light"/>
              <a:cs typeface="Overpass Light"/>
              <a:sym typeface="Overpass Light"/>
            </a:endParaRPr>
          </a:p>
        </p:txBody>
      </p:sp>
      <p:sp>
        <p:nvSpPr>
          <p:cNvPr id="1589" name="Google Shape;1589;p83"/>
          <p:cNvSpPr/>
          <p:nvPr/>
        </p:nvSpPr>
        <p:spPr>
          <a:xfrm rot="5400000">
            <a:off x="7784750" y="1704625"/>
            <a:ext cx="300900" cy="5183400"/>
          </a:xfrm>
          <a:prstGeom prst="lef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01" name="Google Shape;1601;p83"/>
          <p:cNvPicPr preferRelativeResize="0"/>
          <p:nvPr/>
        </p:nvPicPr>
        <p:blipFill rotWithShape="1">
          <a:blip r:embed="rId4">
            <a:alphaModFix/>
          </a:blip>
          <a:srcRect b="19054" l="0" r="0" t="19757"/>
          <a:stretch/>
        </p:blipFill>
        <p:spPr>
          <a:xfrm>
            <a:off x="6718425" y="4671620"/>
            <a:ext cx="914400" cy="559500"/>
          </a:xfrm>
          <a:prstGeom prst="rect">
            <a:avLst/>
          </a:prstGeom>
          <a:noFill/>
          <a:ln>
            <a:noFill/>
          </a:ln>
        </p:spPr>
      </p:pic>
      <p:sp>
        <p:nvSpPr>
          <p:cNvPr id="1602" name="Google Shape;1602;p83"/>
          <p:cNvSpPr txBox="1"/>
          <p:nvPr/>
        </p:nvSpPr>
        <p:spPr>
          <a:xfrm>
            <a:off x="6639340" y="4423100"/>
            <a:ext cx="108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Hypervisor </a:t>
            </a:r>
            <a:endParaRPr>
              <a:latin typeface="Overpass Light"/>
              <a:ea typeface="Overpass Light"/>
              <a:cs typeface="Overpass Light"/>
              <a:sym typeface="Overpass Light"/>
            </a:endParaRPr>
          </a:p>
        </p:txBody>
      </p:sp>
      <p:pic>
        <p:nvPicPr>
          <p:cNvPr id="1603" name="Google Shape;1603;p83"/>
          <p:cNvPicPr preferRelativeResize="0"/>
          <p:nvPr/>
        </p:nvPicPr>
        <p:blipFill>
          <a:blip r:embed="rId6">
            <a:alphaModFix/>
          </a:blip>
          <a:stretch>
            <a:fillRect/>
          </a:stretch>
        </p:blipFill>
        <p:spPr>
          <a:xfrm>
            <a:off x="6524482" y="5036800"/>
            <a:ext cx="1315400" cy="1315400"/>
          </a:xfrm>
          <a:prstGeom prst="rect">
            <a:avLst/>
          </a:prstGeom>
          <a:noFill/>
          <a:ln>
            <a:noFill/>
          </a:ln>
        </p:spPr>
      </p:pic>
      <p:pic>
        <p:nvPicPr>
          <p:cNvPr id="1604" name="Google Shape;1604;p83"/>
          <p:cNvPicPr preferRelativeResize="0"/>
          <p:nvPr/>
        </p:nvPicPr>
        <p:blipFill>
          <a:blip r:embed="rId7">
            <a:alphaModFix/>
          </a:blip>
          <a:stretch>
            <a:fillRect/>
          </a:stretch>
        </p:blipFill>
        <p:spPr>
          <a:xfrm>
            <a:off x="4381500" y="5271655"/>
            <a:ext cx="300900" cy="300900"/>
          </a:xfrm>
          <a:prstGeom prst="rect">
            <a:avLst/>
          </a:prstGeom>
          <a:noFill/>
          <a:ln>
            <a:noFill/>
          </a:ln>
        </p:spPr>
      </p:pic>
      <p:pic>
        <p:nvPicPr>
          <p:cNvPr id="1605" name="Google Shape;1605;p83"/>
          <p:cNvPicPr preferRelativeResize="0"/>
          <p:nvPr/>
        </p:nvPicPr>
        <p:blipFill>
          <a:blip r:embed="rId7">
            <a:alphaModFix/>
          </a:blip>
          <a:stretch>
            <a:fillRect/>
          </a:stretch>
        </p:blipFill>
        <p:spPr>
          <a:xfrm>
            <a:off x="5485827" y="5318563"/>
            <a:ext cx="300900" cy="300900"/>
          </a:xfrm>
          <a:prstGeom prst="rect">
            <a:avLst/>
          </a:prstGeom>
          <a:noFill/>
          <a:ln>
            <a:noFill/>
          </a:ln>
        </p:spPr>
      </p:pic>
      <p:pic>
        <p:nvPicPr>
          <p:cNvPr id="1606" name="Google Shape;1606;p83"/>
          <p:cNvPicPr preferRelativeResize="0"/>
          <p:nvPr/>
        </p:nvPicPr>
        <p:blipFill>
          <a:blip r:embed="rId7">
            <a:alphaModFix/>
          </a:blip>
          <a:stretch>
            <a:fillRect/>
          </a:stretch>
        </p:blipFill>
        <p:spPr>
          <a:xfrm>
            <a:off x="6781227" y="5318563"/>
            <a:ext cx="300900" cy="300900"/>
          </a:xfrm>
          <a:prstGeom prst="rect">
            <a:avLst/>
          </a:prstGeom>
          <a:noFill/>
          <a:ln>
            <a:noFill/>
          </a:ln>
        </p:spPr>
      </p:pic>
      <p:pic>
        <p:nvPicPr>
          <p:cNvPr id="1607" name="Google Shape;1607;p83"/>
          <p:cNvPicPr preferRelativeResize="0"/>
          <p:nvPr/>
        </p:nvPicPr>
        <p:blipFill>
          <a:blip r:embed="rId7">
            <a:alphaModFix/>
          </a:blip>
          <a:stretch>
            <a:fillRect/>
          </a:stretch>
        </p:blipFill>
        <p:spPr>
          <a:xfrm>
            <a:off x="8000427" y="5604600"/>
            <a:ext cx="300900" cy="300900"/>
          </a:xfrm>
          <a:prstGeom prst="rect">
            <a:avLst/>
          </a:prstGeom>
          <a:noFill/>
          <a:ln>
            <a:noFill/>
          </a:ln>
        </p:spPr>
      </p:pic>
      <p:pic>
        <p:nvPicPr>
          <p:cNvPr id="1608" name="Google Shape;1608;p83"/>
          <p:cNvPicPr preferRelativeResize="0"/>
          <p:nvPr/>
        </p:nvPicPr>
        <p:blipFill>
          <a:blip r:embed="rId8">
            <a:alphaModFix/>
          </a:blip>
          <a:stretch>
            <a:fillRect/>
          </a:stretch>
        </p:blipFill>
        <p:spPr>
          <a:xfrm>
            <a:off x="5753100" y="5318563"/>
            <a:ext cx="300900" cy="300900"/>
          </a:xfrm>
          <a:prstGeom prst="rect">
            <a:avLst/>
          </a:prstGeom>
          <a:noFill/>
          <a:ln>
            <a:noFill/>
          </a:ln>
        </p:spPr>
      </p:pic>
      <p:pic>
        <p:nvPicPr>
          <p:cNvPr id="1609" name="Google Shape;1609;p83"/>
          <p:cNvPicPr preferRelativeResize="0"/>
          <p:nvPr/>
        </p:nvPicPr>
        <p:blipFill>
          <a:blip r:embed="rId8">
            <a:alphaModFix/>
          </a:blip>
          <a:stretch>
            <a:fillRect/>
          </a:stretch>
        </p:blipFill>
        <p:spPr>
          <a:xfrm>
            <a:off x="7048500" y="5318563"/>
            <a:ext cx="300900" cy="300900"/>
          </a:xfrm>
          <a:prstGeom prst="rect">
            <a:avLst/>
          </a:prstGeom>
          <a:noFill/>
          <a:ln>
            <a:noFill/>
          </a:ln>
        </p:spPr>
      </p:pic>
      <p:pic>
        <p:nvPicPr>
          <p:cNvPr id="1610" name="Google Shape;1610;p83"/>
          <p:cNvPicPr preferRelativeResize="0"/>
          <p:nvPr/>
        </p:nvPicPr>
        <p:blipFill>
          <a:blip r:embed="rId8">
            <a:alphaModFix/>
          </a:blip>
          <a:stretch>
            <a:fillRect/>
          </a:stretch>
        </p:blipFill>
        <p:spPr>
          <a:xfrm>
            <a:off x="8267700" y="5604600"/>
            <a:ext cx="300900" cy="300900"/>
          </a:xfrm>
          <a:prstGeom prst="rect">
            <a:avLst/>
          </a:prstGeom>
          <a:noFill/>
          <a:ln>
            <a:noFill/>
          </a:ln>
        </p:spPr>
      </p:pic>
      <p:pic>
        <p:nvPicPr>
          <p:cNvPr id="1611" name="Google Shape;1611;p83"/>
          <p:cNvPicPr preferRelativeResize="0"/>
          <p:nvPr/>
        </p:nvPicPr>
        <p:blipFill>
          <a:blip r:embed="rId7">
            <a:alphaModFix/>
          </a:blip>
          <a:stretch>
            <a:fillRect/>
          </a:stretch>
        </p:blipFill>
        <p:spPr>
          <a:xfrm>
            <a:off x="6019227" y="5318563"/>
            <a:ext cx="300900" cy="300900"/>
          </a:xfrm>
          <a:prstGeom prst="rect">
            <a:avLst/>
          </a:prstGeom>
          <a:noFill/>
          <a:ln>
            <a:noFill/>
          </a:ln>
        </p:spPr>
      </p:pic>
      <p:pic>
        <p:nvPicPr>
          <p:cNvPr id="1612" name="Google Shape;1612;p83"/>
          <p:cNvPicPr preferRelativeResize="0"/>
          <p:nvPr/>
        </p:nvPicPr>
        <p:blipFill>
          <a:blip r:embed="rId7">
            <a:alphaModFix/>
          </a:blip>
          <a:stretch>
            <a:fillRect/>
          </a:stretch>
        </p:blipFill>
        <p:spPr>
          <a:xfrm>
            <a:off x="7314627" y="5318563"/>
            <a:ext cx="300900" cy="300900"/>
          </a:xfrm>
          <a:prstGeom prst="rect">
            <a:avLst/>
          </a:prstGeom>
          <a:noFill/>
          <a:ln>
            <a:noFill/>
          </a:ln>
        </p:spPr>
      </p:pic>
      <p:pic>
        <p:nvPicPr>
          <p:cNvPr id="1613" name="Google Shape;1613;p83"/>
          <p:cNvPicPr preferRelativeResize="0"/>
          <p:nvPr/>
        </p:nvPicPr>
        <p:blipFill>
          <a:blip r:embed="rId7">
            <a:alphaModFix/>
          </a:blip>
          <a:stretch>
            <a:fillRect/>
          </a:stretch>
        </p:blipFill>
        <p:spPr>
          <a:xfrm>
            <a:off x="8524445" y="5595218"/>
            <a:ext cx="300900" cy="300900"/>
          </a:xfrm>
          <a:prstGeom prst="rect">
            <a:avLst/>
          </a:prstGeom>
          <a:noFill/>
          <a:ln>
            <a:noFill/>
          </a:ln>
        </p:spPr>
      </p:pic>
      <p:pic>
        <p:nvPicPr>
          <p:cNvPr id="1614" name="Google Shape;1614;p83"/>
          <p:cNvPicPr preferRelativeResize="0"/>
          <p:nvPr/>
        </p:nvPicPr>
        <p:blipFill>
          <a:blip r:embed="rId8">
            <a:alphaModFix/>
          </a:blip>
          <a:stretch>
            <a:fillRect/>
          </a:stretch>
        </p:blipFill>
        <p:spPr>
          <a:xfrm>
            <a:off x="3009900" y="4909418"/>
            <a:ext cx="300900" cy="300900"/>
          </a:xfrm>
          <a:prstGeom prst="rect">
            <a:avLst/>
          </a:prstGeom>
          <a:noFill/>
          <a:ln>
            <a:noFill/>
          </a:ln>
        </p:spPr>
      </p:pic>
      <p:sp>
        <p:nvSpPr>
          <p:cNvPr id="1615" name="Google Shape;1615;p83"/>
          <p:cNvSpPr txBox="1"/>
          <p:nvPr/>
        </p:nvSpPr>
        <p:spPr>
          <a:xfrm>
            <a:off x="806925" y="4394475"/>
            <a:ext cx="163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Standardized Image Delivery</a:t>
            </a:r>
            <a:endParaRPr>
              <a:latin typeface="Overpass Light"/>
              <a:ea typeface="Overpass Light"/>
              <a:cs typeface="Overpass Light"/>
              <a:sym typeface="Overpass Light"/>
            </a:endParaRPr>
          </a:p>
        </p:txBody>
      </p:sp>
      <p:grpSp>
        <p:nvGrpSpPr>
          <p:cNvPr id="1616" name="Google Shape;1616;p83"/>
          <p:cNvGrpSpPr/>
          <p:nvPr/>
        </p:nvGrpSpPr>
        <p:grpSpPr>
          <a:xfrm>
            <a:off x="571564" y="1400175"/>
            <a:ext cx="2834700" cy="2834700"/>
            <a:chOff x="571564" y="1400175"/>
            <a:chExt cx="2834700" cy="2834700"/>
          </a:xfrm>
        </p:grpSpPr>
        <p:grpSp>
          <p:nvGrpSpPr>
            <p:cNvPr id="1617" name="Google Shape;1617;p83"/>
            <p:cNvGrpSpPr/>
            <p:nvPr/>
          </p:nvGrpSpPr>
          <p:grpSpPr>
            <a:xfrm>
              <a:off x="571564" y="1400175"/>
              <a:ext cx="2834700" cy="2834700"/>
              <a:chOff x="4381500" y="1323975"/>
              <a:chExt cx="2834700" cy="2834700"/>
            </a:xfrm>
          </p:grpSpPr>
          <p:sp>
            <p:nvSpPr>
              <p:cNvPr id="1588" name="Google Shape;1588;p83"/>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83"/>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9" name="Google Shape;1619;p83"/>
            <p:cNvSpPr/>
            <p:nvPr/>
          </p:nvSpPr>
          <p:spPr>
            <a:xfrm>
              <a:off x="1760314" y="25907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0" name="Google Shape;1620;p83"/>
          <p:cNvSpPr txBox="1"/>
          <p:nvPr/>
        </p:nvSpPr>
        <p:spPr>
          <a:xfrm>
            <a:off x="3685865" y="2492025"/>
            <a:ext cx="368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Provisioning Automation</a:t>
            </a:r>
            <a:endParaRPr>
              <a:latin typeface="Overpass Light"/>
              <a:ea typeface="Overpass Light"/>
              <a:cs typeface="Overpass Light"/>
              <a:sym typeface="Overpass Light"/>
            </a:endParaRPr>
          </a:p>
        </p:txBody>
      </p:sp>
      <p:sp>
        <p:nvSpPr>
          <p:cNvPr id="1621" name="Google Shape;1621;p83"/>
          <p:cNvSpPr txBox="1"/>
          <p:nvPr/>
        </p:nvSpPr>
        <p:spPr>
          <a:xfrm>
            <a:off x="3590901" y="2997280"/>
            <a:ext cx="368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Maintenance Automation</a:t>
            </a:r>
            <a:endParaRPr>
              <a:latin typeface="Overpass Light"/>
              <a:ea typeface="Overpass Light"/>
              <a:cs typeface="Overpass Light"/>
              <a:sym typeface="Overpass Light"/>
            </a:endParaRPr>
          </a:p>
        </p:txBody>
      </p:sp>
      <p:sp>
        <p:nvSpPr>
          <p:cNvPr id="1622" name="Google Shape;1622;p83"/>
          <p:cNvSpPr txBox="1"/>
          <p:nvPr/>
        </p:nvSpPr>
        <p:spPr>
          <a:xfrm>
            <a:off x="3349973" y="3322700"/>
            <a:ext cx="440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Compliance Definition, Reporting, Remediation</a:t>
            </a:r>
            <a:endParaRPr>
              <a:latin typeface="Overpass Light"/>
              <a:ea typeface="Overpass Light"/>
              <a:cs typeface="Overpass Light"/>
              <a:sym typeface="Overpass Light"/>
            </a:endParaRPr>
          </a:p>
        </p:txBody>
      </p:sp>
      <p:sp>
        <p:nvSpPr>
          <p:cNvPr id="1623" name="Google Shape;1623;p83"/>
          <p:cNvSpPr txBox="1"/>
          <p:nvPr/>
        </p:nvSpPr>
        <p:spPr>
          <a:xfrm>
            <a:off x="8476450" y="1606775"/>
            <a:ext cx="2936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Overpass Light"/>
                <a:ea typeface="Overpass Light"/>
                <a:cs typeface="Overpass Light"/>
                <a:sym typeface="Overpass Light"/>
              </a:rPr>
              <a:t>All of these services are delivered across a Hybrid Cloud Environment using standardized workflows</a:t>
            </a:r>
            <a:endParaRPr sz="2400">
              <a:latin typeface="Overpass Light"/>
              <a:ea typeface="Overpass Light"/>
              <a:cs typeface="Overpass Light"/>
              <a:sym typeface="Overpass Light"/>
            </a:endParaRPr>
          </a:p>
        </p:txBody>
      </p:sp>
      <p:sp>
        <p:nvSpPr>
          <p:cNvPr id="1624" name="Google Shape;1624;p8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84"/>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200"/>
              <a:t>Provisioning SOE Systems</a:t>
            </a:r>
            <a:endParaRPr sz="3200"/>
          </a:p>
        </p:txBody>
      </p:sp>
      <p:sp>
        <p:nvSpPr>
          <p:cNvPr id="1630" name="Google Shape;1630;p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631" name="Google Shape;1631;p84"/>
          <p:cNvPicPr preferRelativeResize="0"/>
          <p:nvPr/>
        </p:nvPicPr>
        <p:blipFill rotWithShape="1">
          <a:blip r:embed="rId3">
            <a:alphaModFix/>
          </a:blip>
          <a:srcRect b="25702" l="0" r="0" t="28126"/>
          <a:stretch/>
        </p:blipFill>
        <p:spPr>
          <a:xfrm>
            <a:off x="9257441" y="4740292"/>
            <a:ext cx="914400" cy="422175"/>
          </a:xfrm>
          <a:prstGeom prst="rect">
            <a:avLst/>
          </a:prstGeom>
          <a:noFill/>
          <a:ln>
            <a:noFill/>
          </a:ln>
        </p:spPr>
      </p:pic>
      <p:pic>
        <p:nvPicPr>
          <p:cNvPr id="1632" name="Google Shape;1632;p84"/>
          <p:cNvPicPr preferRelativeResize="0"/>
          <p:nvPr/>
        </p:nvPicPr>
        <p:blipFill rotWithShape="1">
          <a:blip r:embed="rId4">
            <a:alphaModFix/>
          </a:blip>
          <a:srcRect b="19054" l="0" r="0" t="19757"/>
          <a:stretch/>
        </p:blipFill>
        <p:spPr>
          <a:xfrm>
            <a:off x="5423025" y="4671620"/>
            <a:ext cx="914400" cy="559500"/>
          </a:xfrm>
          <a:prstGeom prst="rect">
            <a:avLst/>
          </a:prstGeom>
          <a:noFill/>
          <a:ln>
            <a:noFill/>
          </a:ln>
        </p:spPr>
      </p:pic>
      <p:grpSp>
        <p:nvGrpSpPr>
          <p:cNvPr id="1633" name="Google Shape;1633;p84"/>
          <p:cNvGrpSpPr/>
          <p:nvPr/>
        </p:nvGrpSpPr>
        <p:grpSpPr>
          <a:xfrm>
            <a:off x="8001425" y="4671613"/>
            <a:ext cx="914400" cy="559500"/>
            <a:chOff x="3899025" y="4752650"/>
            <a:chExt cx="914400" cy="559500"/>
          </a:xfrm>
        </p:grpSpPr>
        <p:pic>
          <p:nvPicPr>
            <p:cNvPr id="1634" name="Google Shape;1634;p8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635" name="Google Shape;1635;p84"/>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636" name="Google Shape;1636;p84"/>
          <p:cNvSpPr txBox="1"/>
          <p:nvPr/>
        </p:nvSpPr>
        <p:spPr>
          <a:xfrm>
            <a:off x="9206317" y="4413300"/>
            <a:ext cx="110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Bare Metal</a:t>
            </a:r>
            <a:endParaRPr>
              <a:latin typeface="Overpass Light"/>
              <a:ea typeface="Overpass Light"/>
              <a:cs typeface="Overpass Light"/>
              <a:sym typeface="Overpass Light"/>
            </a:endParaRPr>
          </a:p>
        </p:txBody>
      </p:sp>
      <p:sp>
        <p:nvSpPr>
          <p:cNvPr id="1637" name="Google Shape;1637;p84"/>
          <p:cNvSpPr txBox="1"/>
          <p:nvPr/>
        </p:nvSpPr>
        <p:spPr>
          <a:xfrm>
            <a:off x="5419203" y="4423100"/>
            <a:ext cx="9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Kubevirt</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p:txBody>
      </p:sp>
      <p:sp>
        <p:nvSpPr>
          <p:cNvPr id="1638" name="Google Shape;1638;p84"/>
          <p:cNvSpPr txBox="1"/>
          <p:nvPr/>
        </p:nvSpPr>
        <p:spPr>
          <a:xfrm>
            <a:off x="8091061" y="4409800"/>
            <a:ext cx="73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a:t>
            </a:r>
            <a:endParaRPr>
              <a:latin typeface="Overpass Light"/>
              <a:ea typeface="Overpass Light"/>
              <a:cs typeface="Overpass Light"/>
              <a:sym typeface="Overpass Light"/>
            </a:endParaRPr>
          </a:p>
        </p:txBody>
      </p:sp>
      <p:pic>
        <p:nvPicPr>
          <p:cNvPr id="1639" name="Google Shape;1639;p84"/>
          <p:cNvPicPr preferRelativeResize="0"/>
          <p:nvPr/>
        </p:nvPicPr>
        <p:blipFill>
          <a:blip r:embed="rId6">
            <a:alphaModFix/>
          </a:blip>
          <a:stretch>
            <a:fillRect/>
          </a:stretch>
        </p:blipFill>
        <p:spPr>
          <a:xfrm>
            <a:off x="3004383" y="4508700"/>
            <a:ext cx="914400" cy="914400"/>
          </a:xfrm>
          <a:prstGeom prst="rect">
            <a:avLst/>
          </a:prstGeom>
          <a:noFill/>
          <a:ln>
            <a:noFill/>
          </a:ln>
        </p:spPr>
      </p:pic>
      <p:pic>
        <p:nvPicPr>
          <p:cNvPr id="1640" name="Google Shape;1640;p84"/>
          <p:cNvPicPr preferRelativeResize="0"/>
          <p:nvPr/>
        </p:nvPicPr>
        <p:blipFill>
          <a:blip r:embed="rId7">
            <a:alphaModFix/>
          </a:blip>
          <a:stretch>
            <a:fillRect/>
          </a:stretch>
        </p:blipFill>
        <p:spPr>
          <a:xfrm>
            <a:off x="5229082" y="5036800"/>
            <a:ext cx="1315400" cy="1315400"/>
          </a:xfrm>
          <a:prstGeom prst="rect">
            <a:avLst/>
          </a:prstGeom>
          <a:noFill/>
          <a:ln>
            <a:noFill/>
          </a:ln>
        </p:spPr>
      </p:pic>
      <p:pic>
        <p:nvPicPr>
          <p:cNvPr id="1641" name="Google Shape;1641;p84"/>
          <p:cNvPicPr preferRelativeResize="0"/>
          <p:nvPr/>
        </p:nvPicPr>
        <p:blipFill rotWithShape="1">
          <a:blip r:embed="rId5">
            <a:alphaModFix/>
          </a:blip>
          <a:srcRect b="16811" l="0" r="0" t="17233"/>
          <a:stretch/>
        </p:blipFill>
        <p:spPr>
          <a:xfrm>
            <a:off x="7756625" y="5182750"/>
            <a:ext cx="1466903" cy="967500"/>
          </a:xfrm>
          <a:prstGeom prst="rect">
            <a:avLst/>
          </a:prstGeom>
          <a:noFill/>
          <a:ln>
            <a:noFill/>
          </a:ln>
        </p:spPr>
      </p:pic>
      <p:cxnSp>
        <p:nvCxnSpPr>
          <p:cNvPr id="1642" name="Google Shape;1642;p84"/>
          <p:cNvCxnSpPr>
            <a:stCxn id="1639" idx="3"/>
            <a:endCxn id="1640" idx="1"/>
          </p:cNvCxnSpPr>
          <p:nvPr/>
        </p:nvCxnSpPr>
        <p:spPr>
          <a:xfrm>
            <a:off x="3918782" y="4965900"/>
            <a:ext cx="1310400" cy="728700"/>
          </a:xfrm>
          <a:prstGeom prst="curvedConnector3">
            <a:avLst>
              <a:gd fmla="val 49996" name="adj1"/>
            </a:avLst>
          </a:prstGeom>
          <a:noFill/>
          <a:ln cap="flat" cmpd="sng" w="19050">
            <a:solidFill>
              <a:schemeClr val="dk1"/>
            </a:solidFill>
            <a:prstDash val="solid"/>
            <a:round/>
            <a:headEnd len="med" w="med" type="none"/>
            <a:tailEnd len="med" w="med" type="triangle"/>
          </a:ln>
        </p:spPr>
      </p:cxnSp>
      <p:sp>
        <p:nvSpPr>
          <p:cNvPr id="1643" name="Google Shape;1643;p84"/>
          <p:cNvSpPr txBox="1"/>
          <p:nvPr/>
        </p:nvSpPr>
        <p:spPr>
          <a:xfrm>
            <a:off x="2783650" y="5530603"/>
            <a:ext cx="148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Image Builder</a:t>
            </a:r>
            <a:endParaRPr>
              <a:latin typeface="Overpass Light"/>
              <a:ea typeface="Overpass Light"/>
              <a:cs typeface="Overpass Light"/>
              <a:sym typeface="Overpass Light"/>
            </a:endParaRPr>
          </a:p>
        </p:txBody>
      </p:sp>
      <p:sp>
        <p:nvSpPr>
          <p:cNvPr id="1644" name="Google Shape;1644;p84"/>
          <p:cNvSpPr txBox="1"/>
          <p:nvPr/>
        </p:nvSpPr>
        <p:spPr>
          <a:xfrm>
            <a:off x="8607375" y="3281950"/>
            <a:ext cx="2302800" cy="831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Overpass"/>
                <a:ea typeface="Overpass"/>
                <a:cs typeface="Overpass"/>
                <a:sym typeface="Overpass"/>
              </a:rPr>
              <a:t>Future-Proof</a:t>
            </a:r>
            <a:r>
              <a:rPr lang="en">
                <a:latin typeface="Overpass Light"/>
                <a:ea typeface="Overpass Light"/>
                <a:cs typeface="Overpass Light"/>
                <a:sym typeface="Overpass Light"/>
              </a:rPr>
              <a:t> infrastructure for any cloud or hypervisor Image</a:t>
            </a:r>
            <a:endParaRPr>
              <a:latin typeface="Overpass Light"/>
              <a:ea typeface="Overpass Light"/>
              <a:cs typeface="Overpass Light"/>
              <a:sym typeface="Overpass Light"/>
            </a:endParaRPr>
          </a:p>
        </p:txBody>
      </p:sp>
      <p:sp>
        <p:nvSpPr>
          <p:cNvPr id="1645" name="Google Shape;1645;p84"/>
          <p:cNvSpPr/>
          <p:nvPr/>
        </p:nvSpPr>
        <p:spPr>
          <a:xfrm rot="5400000">
            <a:off x="7784750" y="1704625"/>
            <a:ext cx="300900" cy="5183400"/>
          </a:xfrm>
          <a:prstGeom prst="lef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6" name="Google Shape;1646;p84"/>
          <p:cNvPicPr preferRelativeResize="0"/>
          <p:nvPr/>
        </p:nvPicPr>
        <p:blipFill rotWithShape="1">
          <a:blip r:embed="rId4">
            <a:alphaModFix/>
          </a:blip>
          <a:srcRect b="19054" l="0" r="0" t="19757"/>
          <a:stretch/>
        </p:blipFill>
        <p:spPr>
          <a:xfrm>
            <a:off x="6718425" y="4671620"/>
            <a:ext cx="914400" cy="559500"/>
          </a:xfrm>
          <a:prstGeom prst="rect">
            <a:avLst/>
          </a:prstGeom>
          <a:noFill/>
          <a:ln>
            <a:noFill/>
          </a:ln>
        </p:spPr>
      </p:pic>
      <p:sp>
        <p:nvSpPr>
          <p:cNvPr id="1647" name="Google Shape;1647;p84"/>
          <p:cNvSpPr txBox="1"/>
          <p:nvPr/>
        </p:nvSpPr>
        <p:spPr>
          <a:xfrm>
            <a:off x="6639340" y="4423100"/>
            <a:ext cx="108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Hypervisor </a:t>
            </a:r>
            <a:endParaRPr>
              <a:latin typeface="Overpass Light"/>
              <a:ea typeface="Overpass Light"/>
              <a:cs typeface="Overpass Light"/>
              <a:sym typeface="Overpass Light"/>
            </a:endParaRPr>
          </a:p>
        </p:txBody>
      </p:sp>
      <p:pic>
        <p:nvPicPr>
          <p:cNvPr id="1648" name="Google Shape;1648;p84"/>
          <p:cNvPicPr preferRelativeResize="0"/>
          <p:nvPr/>
        </p:nvPicPr>
        <p:blipFill>
          <a:blip r:embed="rId7">
            <a:alphaModFix/>
          </a:blip>
          <a:stretch>
            <a:fillRect/>
          </a:stretch>
        </p:blipFill>
        <p:spPr>
          <a:xfrm>
            <a:off x="6524482" y="5036800"/>
            <a:ext cx="1315400" cy="1315400"/>
          </a:xfrm>
          <a:prstGeom prst="rect">
            <a:avLst/>
          </a:prstGeom>
          <a:noFill/>
          <a:ln>
            <a:noFill/>
          </a:ln>
        </p:spPr>
      </p:pic>
      <p:pic>
        <p:nvPicPr>
          <p:cNvPr id="1649" name="Google Shape;1649;p84"/>
          <p:cNvPicPr preferRelativeResize="0"/>
          <p:nvPr/>
        </p:nvPicPr>
        <p:blipFill>
          <a:blip r:embed="rId8">
            <a:alphaModFix/>
          </a:blip>
          <a:stretch>
            <a:fillRect/>
          </a:stretch>
        </p:blipFill>
        <p:spPr>
          <a:xfrm>
            <a:off x="4381500" y="5347855"/>
            <a:ext cx="300900" cy="300900"/>
          </a:xfrm>
          <a:prstGeom prst="rect">
            <a:avLst/>
          </a:prstGeom>
          <a:noFill/>
          <a:ln>
            <a:noFill/>
          </a:ln>
        </p:spPr>
      </p:pic>
      <p:pic>
        <p:nvPicPr>
          <p:cNvPr id="1650" name="Google Shape;1650;p84"/>
          <p:cNvPicPr preferRelativeResize="0"/>
          <p:nvPr/>
        </p:nvPicPr>
        <p:blipFill>
          <a:blip r:embed="rId8">
            <a:alphaModFix/>
          </a:blip>
          <a:stretch>
            <a:fillRect/>
          </a:stretch>
        </p:blipFill>
        <p:spPr>
          <a:xfrm>
            <a:off x="5485827" y="5318563"/>
            <a:ext cx="300900" cy="300900"/>
          </a:xfrm>
          <a:prstGeom prst="rect">
            <a:avLst/>
          </a:prstGeom>
          <a:noFill/>
          <a:ln>
            <a:noFill/>
          </a:ln>
        </p:spPr>
      </p:pic>
      <p:pic>
        <p:nvPicPr>
          <p:cNvPr id="1651" name="Google Shape;1651;p84"/>
          <p:cNvPicPr preferRelativeResize="0"/>
          <p:nvPr/>
        </p:nvPicPr>
        <p:blipFill>
          <a:blip r:embed="rId8">
            <a:alphaModFix/>
          </a:blip>
          <a:stretch>
            <a:fillRect/>
          </a:stretch>
        </p:blipFill>
        <p:spPr>
          <a:xfrm>
            <a:off x="6781227" y="5318563"/>
            <a:ext cx="300900" cy="300900"/>
          </a:xfrm>
          <a:prstGeom prst="rect">
            <a:avLst/>
          </a:prstGeom>
          <a:noFill/>
          <a:ln>
            <a:noFill/>
          </a:ln>
        </p:spPr>
      </p:pic>
      <p:pic>
        <p:nvPicPr>
          <p:cNvPr id="1652" name="Google Shape;1652;p84"/>
          <p:cNvPicPr preferRelativeResize="0"/>
          <p:nvPr/>
        </p:nvPicPr>
        <p:blipFill>
          <a:blip r:embed="rId8">
            <a:alphaModFix/>
          </a:blip>
          <a:stretch>
            <a:fillRect/>
          </a:stretch>
        </p:blipFill>
        <p:spPr>
          <a:xfrm>
            <a:off x="8000427" y="5604600"/>
            <a:ext cx="300900" cy="300900"/>
          </a:xfrm>
          <a:prstGeom prst="rect">
            <a:avLst/>
          </a:prstGeom>
          <a:noFill/>
          <a:ln>
            <a:noFill/>
          </a:ln>
        </p:spPr>
      </p:pic>
      <p:pic>
        <p:nvPicPr>
          <p:cNvPr id="1653" name="Google Shape;1653;p84"/>
          <p:cNvPicPr preferRelativeResize="0"/>
          <p:nvPr/>
        </p:nvPicPr>
        <p:blipFill>
          <a:blip r:embed="rId9">
            <a:alphaModFix/>
          </a:blip>
          <a:stretch>
            <a:fillRect/>
          </a:stretch>
        </p:blipFill>
        <p:spPr>
          <a:xfrm>
            <a:off x="5753100" y="5318563"/>
            <a:ext cx="300900" cy="300900"/>
          </a:xfrm>
          <a:prstGeom prst="rect">
            <a:avLst/>
          </a:prstGeom>
          <a:noFill/>
          <a:ln>
            <a:noFill/>
          </a:ln>
        </p:spPr>
      </p:pic>
      <p:pic>
        <p:nvPicPr>
          <p:cNvPr id="1654" name="Google Shape;1654;p84"/>
          <p:cNvPicPr preferRelativeResize="0"/>
          <p:nvPr/>
        </p:nvPicPr>
        <p:blipFill>
          <a:blip r:embed="rId9">
            <a:alphaModFix/>
          </a:blip>
          <a:stretch>
            <a:fillRect/>
          </a:stretch>
        </p:blipFill>
        <p:spPr>
          <a:xfrm>
            <a:off x="7048500" y="5318563"/>
            <a:ext cx="300900" cy="300900"/>
          </a:xfrm>
          <a:prstGeom prst="rect">
            <a:avLst/>
          </a:prstGeom>
          <a:noFill/>
          <a:ln>
            <a:noFill/>
          </a:ln>
        </p:spPr>
      </p:pic>
      <p:pic>
        <p:nvPicPr>
          <p:cNvPr id="1655" name="Google Shape;1655;p84"/>
          <p:cNvPicPr preferRelativeResize="0"/>
          <p:nvPr/>
        </p:nvPicPr>
        <p:blipFill>
          <a:blip r:embed="rId9">
            <a:alphaModFix/>
          </a:blip>
          <a:stretch>
            <a:fillRect/>
          </a:stretch>
        </p:blipFill>
        <p:spPr>
          <a:xfrm>
            <a:off x="8267700" y="5604600"/>
            <a:ext cx="300900" cy="300900"/>
          </a:xfrm>
          <a:prstGeom prst="rect">
            <a:avLst/>
          </a:prstGeom>
          <a:noFill/>
          <a:ln>
            <a:noFill/>
          </a:ln>
        </p:spPr>
      </p:pic>
      <p:pic>
        <p:nvPicPr>
          <p:cNvPr id="1656" name="Google Shape;1656;p84"/>
          <p:cNvPicPr preferRelativeResize="0"/>
          <p:nvPr/>
        </p:nvPicPr>
        <p:blipFill>
          <a:blip r:embed="rId8">
            <a:alphaModFix/>
          </a:blip>
          <a:stretch>
            <a:fillRect/>
          </a:stretch>
        </p:blipFill>
        <p:spPr>
          <a:xfrm>
            <a:off x="6019227" y="5318563"/>
            <a:ext cx="300900" cy="300900"/>
          </a:xfrm>
          <a:prstGeom prst="rect">
            <a:avLst/>
          </a:prstGeom>
          <a:noFill/>
          <a:ln>
            <a:noFill/>
          </a:ln>
        </p:spPr>
      </p:pic>
      <p:pic>
        <p:nvPicPr>
          <p:cNvPr id="1657" name="Google Shape;1657;p84"/>
          <p:cNvPicPr preferRelativeResize="0"/>
          <p:nvPr/>
        </p:nvPicPr>
        <p:blipFill>
          <a:blip r:embed="rId8">
            <a:alphaModFix/>
          </a:blip>
          <a:stretch>
            <a:fillRect/>
          </a:stretch>
        </p:blipFill>
        <p:spPr>
          <a:xfrm>
            <a:off x="7314627" y="5318563"/>
            <a:ext cx="300900" cy="300900"/>
          </a:xfrm>
          <a:prstGeom prst="rect">
            <a:avLst/>
          </a:prstGeom>
          <a:noFill/>
          <a:ln>
            <a:noFill/>
          </a:ln>
        </p:spPr>
      </p:pic>
      <p:pic>
        <p:nvPicPr>
          <p:cNvPr id="1658" name="Google Shape;1658;p84"/>
          <p:cNvPicPr preferRelativeResize="0"/>
          <p:nvPr/>
        </p:nvPicPr>
        <p:blipFill>
          <a:blip r:embed="rId8">
            <a:alphaModFix/>
          </a:blip>
          <a:stretch>
            <a:fillRect/>
          </a:stretch>
        </p:blipFill>
        <p:spPr>
          <a:xfrm>
            <a:off x="8524445" y="5595218"/>
            <a:ext cx="300900" cy="300900"/>
          </a:xfrm>
          <a:prstGeom prst="rect">
            <a:avLst/>
          </a:prstGeom>
          <a:noFill/>
          <a:ln>
            <a:noFill/>
          </a:ln>
        </p:spPr>
      </p:pic>
      <p:pic>
        <p:nvPicPr>
          <p:cNvPr id="1659" name="Google Shape;1659;p84"/>
          <p:cNvPicPr preferRelativeResize="0"/>
          <p:nvPr/>
        </p:nvPicPr>
        <p:blipFill>
          <a:blip r:embed="rId9">
            <a:alphaModFix/>
          </a:blip>
          <a:stretch>
            <a:fillRect/>
          </a:stretch>
        </p:blipFill>
        <p:spPr>
          <a:xfrm>
            <a:off x="4229100" y="4708963"/>
            <a:ext cx="300900" cy="300900"/>
          </a:xfrm>
          <a:prstGeom prst="rect">
            <a:avLst/>
          </a:prstGeom>
          <a:noFill/>
          <a:ln>
            <a:noFill/>
          </a:ln>
        </p:spPr>
      </p:pic>
      <p:grpSp>
        <p:nvGrpSpPr>
          <p:cNvPr id="1660" name="Google Shape;1660;p84"/>
          <p:cNvGrpSpPr/>
          <p:nvPr/>
        </p:nvGrpSpPr>
        <p:grpSpPr>
          <a:xfrm>
            <a:off x="571564" y="1400175"/>
            <a:ext cx="2834700" cy="2834700"/>
            <a:chOff x="4381564" y="1323975"/>
            <a:chExt cx="2834700" cy="2834700"/>
          </a:xfrm>
        </p:grpSpPr>
        <p:grpSp>
          <p:nvGrpSpPr>
            <p:cNvPr id="1661" name="Google Shape;1661;p84"/>
            <p:cNvGrpSpPr/>
            <p:nvPr/>
          </p:nvGrpSpPr>
          <p:grpSpPr>
            <a:xfrm>
              <a:off x="4381564" y="1323975"/>
              <a:ext cx="2834700" cy="2834700"/>
              <a:chOff x="4381500" y="1323975"/>
              <a:chExt cx="2834700" cy="2834700"/>
            </a:xfrm>
          </p:grpSpPr>
          <p:sp>
            <p:nvSpPr>
              <p:cNvPr id="1662" name="Google Shape;1662;p84"/>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84"/>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4" name="Google Shape;1664;p84"/>
            <p:cNvGrpSpPr/>
            <p:nvPr/>
          </p:nvGrpSpPr>
          <p:grpSpPr>
            <a:xfrm>
              <a:off x="4397514" y="1379648"/>
              <a:ext cx="2802802" cy="2723355"/>
              <a:chOff x="4413527" y="1370716"/>
              <a:chExt cx="2802802" cy="2723355"/>
            </a:xfrm>
          </p:grpSpPr>
          <p:grpSp>
            <p:nvGrpSpPr>
              <p:cNvPr id="1665" name="Google Shape;1665;p84"/>
              <p:cNvGrpSpPr/>
              <p:nvPr/>
            </p:nvGrpSpPr>
            <p:grpSpPr>
              <a:xfrm>
                <a:off x="6301929" y="3179671"/>
                <a:ext cx="914400" cy="914400"/>
                <a:chOff x="8321229" y="3179936"/>
                <a:chExt cx="914400" cy="914400"/>
              </a:xfrm>
            </p:grpSpPr>
            <p:sp>
              <p:nvSpPr>
                <p:cNvPr id="1666" name="Google Shape;1666;p84"/>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67" name="Google Shape;1667;p84"/>
                <p:cNvPicPr preferRelativeResize="0"/>
                <p:nvPr/>
              </p:nvPicPr>
              <p:blipFill>
                <a:blip r:embed="rId10">
                  <a:alphaModFix/>
                </a:blip>
                <a:stretch>
                  <a:fillRect/>
                </a:stretch>
              </p:blipFill>
              <p:spPr>
                <a:xfrm>
                  <a:off x="8321229" y="3179936"/>
                  <a:ext cx="914400" cy="914400"/>
                </a:xfrm>
                <a:prstGeom prst="rect">
                  <a:avLst/>
                </a:prstGeom>
                <a:noFill/>
                <a:ln>
                  <a:noFill/>
                </a:ln>
              </p:spPr>
            </p:pic>
          </p:grpSp>
          <p:grpSp>
            <p:nvGrpSpPr>
              <p:cNvPr id="1668" name="Google Shape;1668;p84"/>
              <p:cNvGrpSpPr/>
              <p:nvPr/>
            </p:nvGrpSpPr>
            <p:grpSpPr>
              <a:xfrm>
                <a:off x="6301929" y="1370716"/>
                <a:ext cx="914400" cy="914400"/>
                <a:chOff x="6263829" y="1370716"/>
                <a:chExt cx="914400" cy="914400"/>
              </a:xfrm>
            </p:grpSpPr>
            <p:sp>
              <p:nvSpPr>
                <p:cNvPr id="1669" name="Google Shape;1669;p84"/>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0" name="Google Shape;1670;p84"/>
                <p:cNvPicPr preferRelativeResize="0"/>
                <p:nvPr/>
              </p:nvPicPr>
              <p:blipFill>
                <a:blip r:embed="rId11">
                  <a:alphaModFix/>
                </a:blip>
                <a:stretch>
                  <a:fillRect/>
                </a:stretch>
              </p:blipFill>
              <p:spPr>
                <a:xfrm>
                  <a:off x="6312879" y="1419766"/>
                  <a:ext cx="816300" cy="816300"/>
                </a:xfrm>
                <a:prstGeom prst="rect">
                  <a:avLst/>
                </a:prstGeom>
                <a:noFill/>
                <a:ln>
                  <a:noFill/>
                </a:ln>
              </p:spPr>
            </p:pic>
          </p:grpSp>
          <p:grpSp>
            <p:nvGrpSpPr>
              <p:cNvPr id="1671" name="Google Shape;1671;p84"/>
              <p:cNvGrpSpPr/>
              <p:nvPr/>
            </p:nvGrpSpPr>
            <p:grpSpPr>
              <a:xfrm>
                <a:off x="4413527" y="1370716"/>
                <a:ext cx="914400" cy="914400"/>
                <a:chOff x="4437340" y="1269451"/>
                <a:chExt cx="914400" cy="914400"/>
              </a:xfrm>
            </p:grpSpPr>
            <p:sp>
              <p:nvSpPr>
                <p:cNvPr id="1672" name="Google Shape;1672;p84"/>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3" name="Google Shape;1673;p84"/>
                <p:cNvPicPr preferRelativeResize="0"/>
                <p:nvPr/>
              </p:nvPicPr>
              <p:blipFill rotWithShape="1">
                <a:blip r:embed="rId12">
                  <a:alphaModFix/>
                </a:blip>
                <a:srcRect b="9632" l="15541" r="14164" t="9218"/>
                <a:stretch/>
              </p:blipFill>
              <p:spPr>
                <a:xfrm>
                  <a:off x="4537357" y="1303203"/>
                  <a:ext cx="739893" cy="850172"/>
                </a:xfrm>
                <a:prstGeom prst="rect">
                  <a:avLst/>
                </a:prstGeom>
                <a:noFill/>
                <a:ln>
                  <a:noFill/>
                </a:ln>
              </p:spPr>
            </p:pic>
          </p:grpSp>
          <p:grpSp>
            <p:nvGrpSpPr>
              <p:cNvPr id="1674" name="Google Shape;1674;p84"/>
              <p:cNvGrpSpPr/>
              <p:nvPr/>
            </p:nvGrpSpPr>
            <p:grpSpPr>
              <a:xfrm>
                <a:off x="4413527" y="3179671"/>
                <a:ext cx="914400" cy="914400"/>
                <a:chOff x="4437340" y="3101261"/>
                <a:chExt cx="914400" cy="914400"/>
              </a:xfrm>
            </p:grpSpPr>
            <p:sp>
              <p:nvSpPr>
                <p:cNvPr id="1675" name="Google Shape;1675;p8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6" name="Google Shape;1676;p84"/>
                <p:cNvPicPr preferRelativeResize="0"/>
                <p:nvPr/>
              </p:nvPicPr>
              <p:blipFill rotWithShape="1">
                <a:blip r:embed="rId13">
                  <a:alphaModFix/>
                </a:blip>
                <a:srcRect b="13122" l="12810" r="11523" t="12272"/>
                <a:stretch/>
              </p:blipFill>
              <p:spPr>
                <a:xfrm>
                  <a:off x="4518236" y="3190157"/>
                  <a:ext cx="752608" cy="736608"/>
                </a:xfrm>
                <a:prstGeom prst="rect">
                  <a:avLst/>
                </a:prstGeom>
                <a:noFill/>
                <a:ln>
                  <a:noFill/>
                </a:ln>
              </p:spPr>
            </p:pic>
          </p:grpSp>
        </p:grpSp>
        <p:sp>
          <p:nvSpPr>
            <p:cNvPr id="1677" name="Google Shape;1677;p84"/>
            <p:cNvSpPr/>
            <p:nvPr/>
          </p:nvSpPr>
          <p:spPr>
            <a:xfrm>
              <a:off x="5570314" y="25145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78" name="Google Shape;1678;p84"/>
          <p:cNvCxnSpPr>
            <a:stCxn id="1662" idx="4"/>
            <a:endCxn id="1639" idx="1"/>
          </p:cNvCxnSpPr>
          <p:nvPr/>
        </p:nvCxnSpPr>
        <p:spPr>
          <a:xfrm flipH="1" rot="-5400000">
            <a:off x="2131114" y="4092675"/>
            <a:ext cx="731100" cy="1015500"/>
          </a:xfrm>
          <a:prstGeom prst="curvedConnector2">
            <a:avLst/>
          </a:prstGeom>
          <a:noFill/>
          <a:ln cap="flat" cmpd="sng" w="19050">
            <a:solidFill>
              <a:schemeClr val="dk1"/>
            </a:solidFill>
            <a:prstDash val="solid"/>
            <a:round/>
            <a:headEnd len="med" w="med" type="none"/>
            <a:tailEnd len="med" w="med" type="triangle"/>
          </a:ln>
        </p:spPr>
      </p:cxnSp>
      <p:cxnSp>
        <p:nvCxnSpPr>
          <p:cNvPr id="1679" name="Google Shape;1679;p84"/>
          <p:cNvCxnSpPr>
            <a:stCxn id="1662" idx="6"/>
            <a:endCxn id="1645" idx="1"/>
          </p:cNvCxnSpPr>
          <p:nvPr/>
        </p:nvCxnSpPr>
        <p:spPr>
          <a:xfrm>
            <a:off x="3406264" y="2817525"/>
            <a:ext cx="4528800" cy="1328400"/>
          </a:xfrm>
          <a:prstGeom prst="curvedConnector2">
            <a:avLst/>
          </a:prstGeom>
          <a:noFill/>
          <a:ln cap="flat" cmpd="sng" w="19050">
            <a:solidFill>
              <a:schemeClr val="dk1"/>
            </a:solidFill>
            <a:prstDash val="solid"/>
            <a:round/>
            <a:headEnd len="med" w="med" type="none"/>
            <a:tailEnd len="med" w="med" type="triangle"/>
          </a:ln>
        </p:spPr>
      </p:cxnSp>
      <p:sp>
        <p:nvSpPr>
          <p:cNvPr id="1680" name="Google Shape;1680;p84"/>
          <p:cNvSpPr txBox="1"/>
          <p:nvPr/>
        </p:nvSpPr>
        <p:spPr>
          <a:xfrm>
            <a:off x="8476450" y="1606775"/>
            <a:ext cx="29364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Overpass Light"/>
                <a:ea typeface="Overpass Light"/>
                <a:cs typeface="Overpass Light"/>
                <a:sym typeface="Overpass Light"/>
              </a:rPr>
              <a:t>Using tooling built and tested to work together with your platforms.</a:t>
            </a:r>
            <a:endParaRPr sz="2400">
              <a:latin typeface="Overpass Light"/>
              <a:ea typeface="Overpass Light"/>
              <a:cs typeface="Overpass Light"/>
              <a:sym typeface="Overpass Light"/>
            </a:endParaRPr>
          </a:p>
        </p:txBody>
      </p:sp>
      <p:sp>
        <p:nvSpPr>
          <p:cNvPr id="1681" name="Google Shape;1681;p84"/>
          <p:cNvSpPr txBox="1"/>
          <p:nvPr/>
        </p:nvSpPr>
        <p:spPr>
          <a:xfrm>
            <a:off x="3590901" y="2159080"/>
            <a:ext cx="368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 Satellite</a:t>
            </a:r>
            <a:endParaRPr>
              <a:latin typeface="Overpass Light"/>
              <a:ea typeface="Overpass Light"/>
              <a:cs typeface="Overpass Light"/>
              <a:sym typeface="Overpass Light"/>
            </a:endParaRPr>
          </a:p>
        </p:txBody>
      </p:sp>
      <p:sp>
        <p:nvSpPr>
          <p:cNvPr id="1682" name="Google Shape;1682;p84"/>
          <p:cNvSpPr txBox="1"/>
          <p:nvPr/>
        </p:nvSpPr>
        <p:spPr>
          <a:xfrm>
            <a:off x="3387498" y="3703700"/>
            <a:ext cx="411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 Hybrid Cloud Console</a:t>
            </a:r>
            <a:endParaRPr>
              <a:latin typeface="Overpass Light"/>
              <a:ea typeface="Overpass Light"/>
              <a:cs typeface="Overpass Light"/>
              <a:sym typeface="Overpass Light"/>
            </a:endParaRPr>
          </a:p>
        </p:txBody>
      </p:sp>
      <p:sp>
        <p:nvSpPr>
          <p:cNvPr id="1683" name="Google Shape;1683;p84"/>
          <p:cNvSpPr txBox="1"/>
          <p:nvPr/>
        </p:nvSpPr>
        <p:spPr>
          <a:xfrm>
            <a:off x="3368751" y="1500600"/>
            <a:ext cx="273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 Identity Management</a:t>
            </a:r>
            <a:endParaRPr>
              <a:latin typeface="Overpass Light"/>
              <a:ea typeface="Overpass Light"/>
              <a:cs typeface="Overpass Light"/>
              <a:sym typeface="Overpass Light"/>
            </a:endParaRPr>
          </a:p>
        </p:txBody>
      </p:sp>
      <p:sp>
        <p:nvSpPr>
          <p:cNvPr id="1684" name="Google Shape;1684;p84"/>
          <p:cNvSpPr txBox="1"/>
          <p:nvPr/>
        </p:nvSpPr>
        <p:spPr>
          <a:xfrm>
            <a:off x="3590901" y="2997280"/>
            <a:ext cx="368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Ansible Automation Platform</a:t>
            </a:r>
            <a:endParaRPr>
              <a:latin typeface="Overpass Light"/>
              <a:ea typeface="Overpass Light"/>
              <a:cs typeface="Overpass Light"/>
              <a:sym typeface="Overpass Light"/>
            </a:endParaRPr>
          </a:p>
        </p:txBody>
      </p:sp>
      <p:sp>
        <p:nvSpPr>
          <p:cNvPr id="1685" name="Google Shape;1685;p8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85"/>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RH-IS Powered By Ansible Automation</a:t>
            </a:r>
            <a:endParaRPr/>
          </a:p>
        </p:txBody>
      </p:sp>
      <p:grpSp>
        <p:nvGrpSpPr>
          <p:cNvPr id="1691" name="Google Shape;1691;p85"/>
          <p:cNvGrpSpPr/>
          <p:nvPr/>
        </p:nvGrpSpPr>
        <p:grpSpPr>
          <a:xfrm>
            <a:off x="571564" y="1979175"/>
            <a:ext cx="2834700" cy="2834700"/>
            <a:chOff x="4381500" y="1323975"/>
            <a:chExt cx="2834700" cy="2834700"/>
          </a:xfrm>
        </p:grpSpPr>
        <p:sp>
          <p:nvSpPr>
            <p:cNvPr id="1692" name="Google Shape;1692;p85"/>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85"/>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4" name="Google Shape;1694;p85"/>
          <p:cNvGrpSpPr/>
          <p:nvPr/>
        </p:nvGrpSpPr>
        <p:grpSpPr>
          <a:xfrm>
            <a:off x="2475915" y="3843802"/>
            <a:ext cx="914400" cy="914400"/>
            <a:chOff x="8321229" y="3179936"/>
            <a:chExt cx="914400" cy="914400"/>
          </a:xfrm>
        </p:grpSpPr>
        <p:sp>
          <p:nvSpPr>
            <p:cNvPr id="1695" name="Google Shape;1695;p85"/>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96" name="Google Shape;1696;p85"/>
            <p:cNvPicPr preferRelativeResize="0"/>
            <p:nvPr/>
          </p:nvPicPr>
          <p:blipFill>
            <a:blip r:embed="rId3">
              <a:alphaModFix/>
            </a:blip>
            <a:stretch>
              <a:fillRect/>
            </a:stretch>
          </p:blipFill>
          <p:spPr>
            <a:xfrm>
              <a:off x="8321229" y="3179936"/>
              <a:ext cx="914400" cy="914400"/>
            </a:xfrm>
            <a:prstGeom prst="rect">
              <a:avLst/>
            </a:prstGeom>
            <a:noFill/>
            <a:ln>
              <a:noFill/>
            </a:ln>
          </p:spPr>
        </p:pic>
      </p:grpSp>
      <p:grpSp>
        <p:nvGrpSpPr>
          <p:cNvPr id="1697" name="Google Shape;1697;p85"/>
          <p:cNvGrpSpPr/>
          <p:nvPr/>
        </p:nvGrpSpPr>
        <p:grpSpPr>
          <a:xfrm>
            <a:off x="4609515" y="3007475"/>
            <a:ext cx="914400" cy="914400"/>
            <a:chOff x="6263829" y="1370716"/>
            <a:chExt cx="914400" cy="914400"/>
          </a:xfrm>
        </p:grpSpPr>
        <p:sp>
          <p:nvSpPr>
            <p:cNvPr id="1698" name="Google Shape;1698;p85"/>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99" name="Google Shape;1699;p85"/>
            <p:cNvPicPr preferRelativeResize="0"/>
            <p:nvPr/>
          </p:nvPicPr>
          <p:blipFill>
            <a:blip r:embed="rId4">
              <a:alphaModFix/>
            </a:blip>
            <a:stretch>
              <a:fillRect/>
            </a:stretch>
          </p:blipFill>
          <p:spPr>
            <a:xfrm>
              <a:off x="6312879" y="1419766"/>
              <a:ext cx="816300" cy="816300"/>
            </a:xfrm>
            <a:prstGeom prst="rect">
              <a:avLst/>
            </a:prstGeom>
            <a:noFill/>
            <a:ln>
              <a:noFill/>
            </a:ln>
          </p:spPr>
        </p:pic>
      </p:grpSp>
      <p:grpSp>
        <p:nvGrpSpPr>
          <p:cNvPr id="1700" name="Google Shape;1700;p85"/>
          <p:cNvGrpSpPr/>
          <p:nvPr/>
        </p:nvGrpSpPr>
        <p:grpSpPr>
          <a:xfrm>
            <a:off x="4626114" y="1958648"/>
            <a:ext cx="914400" cy="914400"/>
            <a:chOff x="4437340" y="1269451"/>
            <a:chExt cx="914400" cy="914400"/>
          </a:xfrm>
        </p:grpSpPr>
        <p:sp>
          <p:nvSpPr>
            <p:cNvPr id="1701" name="Google Shape;1701;p85"/>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02" name="Google Shape;1702;p85"/>
            <p:cNvPicPr preferRelativeResize="0"/>
            <p:nvPr/>
          </p:nvPicPr>
          <p:blipFill rotWithShape="1">
            <a:blip r:embed="rId5">
              <a:alphaModFix/>
            </a:blip>
            <a:srcRect b="9632" l="15541" r="14164" t="9218"/>
            <a:stretch/>
          </p:blipFill>
          <p:spPr>
            <a:xfrm>
              <a:off x="4537357" y="1303203"/>
              <a:ext cx="739893" cy="850172"/>
            </a:xfrm>
            <a:prstGeom prst="rect">
              <a:avLst/>
            </a:prstGeom>
            <a:noFill/>
            <a:ln>
              <a:noFill/>
            </a:ln>
          </p:spPr>
        </p:pic>
      </p:grpSp>
      <p:grpSp>
        <p:nvGrpSpPr>
          <p:cNvPr id="1703" name="Google Shape;1703;p85"/>
          <p:cNvGrpSpPr/>
          <p:nvPr/>
        </p:nvGrpSpPr>
        <p:grpSpPr>
          <a:xfrm>
            <a:off x="4626114" y="4072402"/>
            <a:ext cx="914400" cy="914400"/>
            <a:chOff x="4437340" y="3101261"/>
            <a:chExt cx="914400" cy="914400"/>
          </a:xfrm>
        </p:grpSpPr>
        <p:sp>
          <p:nvSpPr>
            <p:cNvPr id="1704" name="Google Shape;1704;p8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05" name="Google Shape;1705;p85"/>
            <p:cNvPicPr preferRelativeResize="0"/>
            <p:nvPr/>
          </p:nvPicPr>
          <p:blipFill rotWithShape="1">
            <a:blip r:embed="rId6">
              <a:alphaModFix/>
            </a:blip>
            <a:srcRect b="13122" l="12810" r="11523" t="12272"/>
            <a:stretch/>
          </p:blipFill>
          <p:spPr>
            <a:xfrm>
              <a:off x="4518236" y="3190157"/>
              <a:ext cx="752608" cy="736608"/>
            </a:xfrm>
            <a:prstGeom prst="rect">
              <a:avLst/>
            </a:prstGeom>
            <a:noFill/>
            <a:ln>
              <a:noFill/>
            </a:ln>
          </p:spPr>
        </p:pic>
      </p:grpSp>
      <p:sp>
        <p:nvSpPr>
          <p:cNvPr id="1706" name="Google Shape;1706;p85"/>
          <p:cNvSpPr/>
          <p:nvPr/>
        </p:nvSpPr>
        <p:spPr>
          <a:xfrm>
            <a:off x="1760314" y="31697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85"/>
          <p:cNvSpPr txBox="1"/>
          <p:nvPr/>
        </p:nvSpPr>
        <p:spPr>
          <a:xfrm>
            <a:off x="5663451" y="2215748"/>
            <a:ext cx="190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redhat.rhel_idm</a:t>
            </a:r>
            <a:endParaRPr>
              <a:latin typeface="Overpass Light"/>
              <a:ea typeface="Overpass Light"/>
              <a:cs typeface="Overpass Light"/>
              <a:sym typeface="Overpass Light"/>
            </a:endParaRPr>
          </a:p>
        </p:txBody>
      </p:sp>
      <p:sp>
        <p:nvSpPr>
          <p:cNvPr id="1708" name="Google Shape;1708;p85"/>
          <p:cNvSpPr txBox="1"/>
          <p:nvPr/>
        </p:nvSpPr>
        <p:spPr>
          <a:xfrm>
            <a:off x="5663450" y="3049025"/>
            <a:ext cx="244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redhat.satellite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redhat.satellite_operations</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redhat.rhel_system_roles</a:t>
            </a:r>
            <a:endParaRPr>
              <a:latin typeface="Overpass Light"/>
              <a:ea typeface="Overpass Light"/>
              <a:cs typeface="Overpass Light"/>
              <a:sym typeface="Overpass Light"/>
            </a:endParaRPr>
          </a:p>
        </p:txBody>
      </p:sp>
      <p:sp>
        <p:nvSpPr>
          <p:cNvPr id="1709" name="Google Shape;1709;p85"/>
          <p:cNvSpPr txBox="1"/>
          <p:nvPr/>
        </p:nvSpPr>
        <p:spPr>
          <a:xfrm>
            <a:off x="5663450" y="4113952"/>
            <a:ext cx="244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ansible.*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ansible.controller</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ansible.</a:t>
            </a:r>
            <a:r>
              <a:rPr lang="en">
                <a:solidFill>
                  <a:schemeClr val="dk1"/>
                </a:solidFill>
                <a:latin typeface="Overpass Light"/>
                <a:ea typeface="Overpass Light"/>
                <a:cs typeface="Overpass Light"/>
                <a:sym typeface="Overpass Light"/>
              </a:rPr>
              <a:t>tower</a:t>
            </a:r>
            <a:endParaRPr>
              <a:latin typeface="Overpass Light"/>
              <a:ea typeface="Overpass Light"/>
              <a:cs typeface="Overpass Light"/>
              <a:sym typeface="Overpass Light"/>
            </a:endParaRPr>
          </a:p>
        </p:txBody>
      </p:sp>
      <p:sp>
        <p:nvSpPr>
          <p:cNvPr id="1710" name="Google Shape;1710;p85"/>
          <p:cNvSpPr txBox="1"/>
          <p:nvPr/>
        </p:nvSpPr>
        <p:spPr>
          <a:xfrm>
            <a:off x="9092451" y="2000198"/>
            <a:ext cx="1907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Configure IdM Masters, Replicas and Clients</a:t>
            </a:r>
            <a:endParaRPr>
              <a:latin typeface="Overpass Light"/>
              <a:ea typeface="Overpass Light"/>
              <a:cs typeface="Overpass Light"/>
              <a:sym typeface="Overpass Light"/>
            </a:endParaRPr>
          </a:p>
        </p:txBody>
      </p:sp>
      <p:sp>
        <p:nvSpPr>
          <p:cNvPr id="1711" name="Google Shape;1711;p85"/>
          <p:cNvSpPr txBox="1"/>
          <p:nvPr/>
        </p:nvSpPr>
        <p:spPr>
          <a:xfrm>
            <a:off x="9092450" y="2941325"/>
            <a:ext cx="2643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Deploy Satellite and Capsule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Create and Configure all Satellite objects, and settings </a:t>
            </a:r>
            <a:r>
              <a:rPr b="1" lang="en">
                <a:latin typeface="Overpass"/>
                <a:ea typeface="Overpass"/>
                <a:cs typeface="Overpass"/>
                <a:sym typeface="Overpass"/>
              </a:rPr>
              <a:t>Deploy Systems </a:t>
            </a:r>
            <a:endParaRPr b="1">
              <a:latin typeface="Overpass"/>
              <a:ea typeface="Overpass"/>
              <a:cs typeface="Overpass"/>
              <a:sym typeface="Overpass"/>
            </a:endParaRPr>
          </a:p>
        </p:txBody>
      </p:sp>
      <p:sp>
        <p:nvSpPr>
          <p:cNvPr id="1712" name="Google Shape;1712;p85"/>
          <p:cNvSpPr txBox="1"/>
          <p:nvPr/>
        </p:nvSpPr>
        <p:spPr>
          <a:xfrm>
            <a:off x="9092450" y="4097852"/>
            <a:ext cx="244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Configure Ansible Automation Platform</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Create or Import Assets</a:t>
            </a:r>
            <a:endParaRPr>
              <a:latin typeface="Overpass Light"/>
              <a:ea typeface="Overpass Light"/>
              <a:cs typeface="Overpass Light"/>
              <a:sym typeface="Overpass Light"/>
            </a:endParaRPr>
          </a:p>
        </p:txBody>
      </p:sp>
      <p:cxnSp>
        <p:nvCxnSpPr>
          <p:cNvPr id="1713" name="Google Shape;1713;p85"/>
          <p:cNvCxnSpPr>
            <a:stCxn id="1696" idx="3"/>
            <a:endCxn id="1701" idx="1"/>
          </p:cNvCxnSpPr>
          <p:nvPr/>
        </p:nvCxnSpPr>
        <p:spPr>
          <a:xfrm flipH="1" rot="10800000">
            <a:off x="3390315" y="2415802"/>
            <a:ext cx="1235700" cy="1885200"/>
          </a:xfrm>
          <a:prstGeom prst="curvedConnector3">
            <a:avLst>
              <a:gd fmla="val 50004" name="adj1"/>
            </a:avLst>
          </a:prstGeom>
          <a:noFill/>
          <a:ln cap="flat" cmpd="sng" w="19050">
            <a:solidFill>
              <a:schemeClr val="dk1"/>
            </a:solidFill>
            <a:prstDash val="solid"/>
            <a:round/>
            <a:headEnd len="med" w="med" type="none"/>
            <a:tailEnd len="med" w="med" type="none"/>
          </a:ln>
        </p:spPr>
      </p:cxnSp>
      <p:cxnSp>
        <p:nvCxnSpPr>
          <p:cNvPr id="1714" name="Google Shape;1714;p85"/>
          <p:cNvCxnSpPr>
            <a:stCxn id="1696" idx="3"/>
            <a:endCxn id="1698" idx="1"/>
          </p:cNvCxnSpPr>
          <p:nvPr/>
        </p:nvCxnSpPr>
        <p:spPr>
          <a:xfrm flipH="1" rot="10800000">
            <a:off x="3390315" y="3464602"/>
            <a:ext cx="1219200" cy="836400"/>
          </a:xfrm>
          <a:prstGeom prst="curvedConnector3">
            <a:avLst>
              <a:gd fmla="val 50000" name="adj1"/>
            </a:avLst>
          </a:prstGeom>
          <a:noFill/>
          <a:ln cap="flat" cmpd="sng" w="19050">
            <a:solidFill>
              <a:schemeClr val="dk1"/>
            </a:solidFill>
            <a:prstDash val="solid"/>
            <a:round/>
            <a:headEnd len="med" w="med" type="none"/>
            <a:tailEnd len="med" w="med" type="none"/>
          </a:ln>
        </p:spPr>
      </p:cxnSp>
      <p:cxnSp>
        <p:nvCxnSpPr>
          <p:cNvPr id="1715" name="Google Shape;1715;p85"/>
          <p:cNvCxnSpPr>
            <a:stCxn id="1696" idx="3"/>
            <a:endCxn id="1704" idx="1"/>
          </p:cNvCxnSpPr>
          <p:nvPr/>
        </p:nvCxnSpPr>
        <p:spPr>
          <a:xfrm>
            <a:off x="3390315" y="4301002"/>
            <a:ext cx="1235700" cy="228600"/>
          </a:xfrm>
          <a:prstGeom prst="curvedConnector3">
            <a:avLst>
              <a:gd fmla="val 50004" name="adj1"/>
            </a:avLst>
          </a:prstGeom>
          <a:noFill/>
          <a:ln cap="flat" cmpd="sng" w="19050">
            <a:solidFill>
              <a:schemeClr val="dk1"/>
            </a:solidFill>
            <a:prstDash val="solid"/>
            <a:round/>
            <a:headEnd len="med" w="med" type="none"/>
            <a:tailEnd len="med" w="med" type="none"/>
          </a:ln>
        </p:spPr>
      </p:cxnSp>
      <p:sp>
        <p:nvSpPr>
          <p:cNvPr id="1716" name="Google Shape;1716;p85"/>
          <p:cNvSpPr txBox="1"/>
          <p:nvPr>
            <p:ph idx="4294967295" type="subTitle"/>
          </p:nvPr>
        </p:nvSpPr>
        <p:spPr>
          <a:xfrm>
            <a:off x="885125" y="14249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solidFill>
                  <a:schemeClr val="accent1"/>
                </a:solidFill>
              </a:rPr>
              <a:t>Red Hat Certified Collections from Red Hat Automation Hub</a:t>
            </a:r>
            <a:endParaRPr>
              <a:solidFill>
                <a:schemeClr val="accent1"/>
              </a:solidFill>
            </a:endParaRPr>
          </a:p>
          <a:p>
            <a:pPr indent="0" lvl="0" marL="0" rtl="0" algn="ctr">
              <a:spcBef>
                <a:spcPts val="500"/>
              </a:spcBef>
              <a:spcAft>
                <a:spcPts val="0"/>
              </a:spcAft>
              <a:buClr>
                <a:schemeClr val="dk1"/>
              </a:buClr>
              <a:buSzPts val="1100"/>
              <a:buFont typeface="Arial"/>
              <a:buNone/>
            </a:pPr>
            <a:r>
              <a:t/>
            </a:r>
            <a:endParaRPr>
              <a:solidFill>
                <a:schemeClr val="accent1"/>
              </a:solidFill>
            </a:endParaRPr>
          </a:p>
          <a:p>
            <a:pPr indent="0" lvl="0" marL="0" rtl="0" algn="ctr">
              <a:spcBef>
                <a:spcPts val="500"/>
              </a:spcBef>
              <a:spcAft>
                <a:spcPts val="500"/>
              </a:spcAft>
              <a:buNone/>
            </a:pPr>
            <a:r>
              <a:t/>
            </a:r>
            <a:endParaRPr>
              <a:solidFill>
                <a:schemeClr val="accent1"/>
              </a:solidFill>
            </a:endParaRPr>
          </a:p>
        </p:txBody>
      </p:sp>
      <p:sp>
        <p:nvSpPr>
          <p:cNvPr id="1717" name="Google Shape;1717;p85"/>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
        <p:nvSpPr>
          <p:cNvPr id="1718" name="Google Shape;1718;p85"/>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sp>
        <p:nvSpPr>
          <p:cNvPr id="1723" name="Google Shape;1723;p8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724" name="Google Shape;1724;p86"/>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 Operating Environment Details</a:t>
            </a:r>
            <a:endParaRPr>
              <a:latin typeface="Red Hat Display"/>
              <a:ea typeface="Red Hat Display"/>
              <a:cs typeface="Red Hat Display"/>
              <a:sym typeface="Red Hat Display"/>
            </a:endParaRPr>
          </a:p>
        </p:txBody>
      </p:sp>
      <p:sp>
        <p:nvSpPr>
          <p:cNvPr id="1725" name="Google Shape;1725;p8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726" name="Google Shape;1726;p86"/>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An examination of some of the components that we use to define an SOE and how they relate to our model…</a:t>
            </a:r>
            <a:br>
              <a:rPr lang="en">
                <a:solidFill>
                  <a:schemeClr val="dk1"/>
                </a:solidFill>
              </a:rPr>
            </a:br>
            <a:br>
              <a:rPr lang="en">
                <a:solidFill>
                  <a:schemeClr val="dk1"/>
                </a:solidFill>
              </a:rPr>
            </a:br>
            <a:r>
              <a:rPr lang="en">
                <a:solidFill>
                  <a:schemeClr val="dk1"/>
                </a:solidFill>
              </a:rPr>
              <a:t>Moving from the model to the definition of the environment.</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sp>
        <p:nvSpPr>
          <p:cNvPr id="1731" name="Google Shape;1731;p8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732" name="Google Shape;1732;p87"/>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Model, Conditions, Control</a:t>
            </a:r>
            <a:endParaRPr>
              <a:latin typeface="Red Hat Display Medium"/>
              <a:ea typeface="Red Hat Display Medium"/>
              <a:cs typeface="Red Hat Display Medium"/>
              <a:sym typeface="Red Hat Display Medium"/>
            </a:endParaRPr>
          </a:p>
        </p:txBody>
      </p:sp>
      <p:pic>
        <p:nvPicPr>
          <p:cNvPr id="1733" name="Google Shape;1733;p87"/>
          <p:cNvPicPr preferRelativeResize="0"/>
          <p:nvPr/>
        </p:nvPicPr>
        <p:blipFill rotWithShape="1">
          <a:blip r:embed="rId3">
            <a:alphaModFix/>
          </a:blip>
          <a:srcRect b="0" l="845" r="845" t="0"/>
          <a:stretch/>
        </p:blipFill>
        <p:spPr>
          <a:xfrm>
            <a:off x="4014950" y="2480750"/>
            <a:ext cx="3939225" cy="1896500"/>
          </a:xfrm>
          <a:prstGeom prst="rect">
            <a:avLst/>
          </a:prstGeom>
          <a:noFill/>
          <a:ln>
            <a:noFill/>
          </a:ln>
        </p:spPr>
      </p:pic>
      <p:sp>
        <p:nvSpPr>
          <p:cNvPr id="1734" name="Google Shape;1734;p87"/>
          <p:cNvSpPr txBox="1"/>
          <p:nvPr/>
        </p:nvSpPr>
        <p:spPr>
          <a:xfrm>
            <a:off x="6481742"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1735" name="Google Shape;1735;p87"/>
          <p:cNvSpPr txBox="1"/>
          <p:nvPr/>
        </p:nvSpPr>
        <p:spPr>
          <a:xfrm>
            <a:off x="6376892" y="434629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1736" name="Google Shape;1736;p87"/>
          <p:cNvSpPr txBox="1"/>
          <p:nvPr/>
        </p:nvSpPr>
        <p:spPr>
          <a:xfrm>
            <a:off x="4595608"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1737" name="Google Shape;1737;p87"/>
          <p:cNvSpPr txBox="1"/>
          <p:nvPr/>
        </p:nvSpPr>
        <p:spPr>
          <a:xfrm>
            <a:off x="4595608" y="43462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1738" name="Google Shape;1738;p87"/>
          <p:cNvSpPr txBox="1"/>
          <p:nvPr/>
        </p:nvSpPr>
        <p:spPr>
          <a:xfrm>
            <a:off x="7758275" y="2789750"/>
            <a:ext cx="20724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Maintain/Destroy</a:t>
            </a:r>
            <a:endParaRPr b="1">
              <a:latin typeface="Red Hat Display"/>
              <a:ea typeface="Red Hat Display"/>
              <a:cs typeface="Red Hat Display"/>
              <a:sym typeface="Red Hat Display"/>
            </a:endParaRPr>
          </a:p>
        </p:txBody>
      </p:sp>
      <p:sp>
        <p:nvSpPr>
          <p:cNvPr id="1739" name="Google Shape;1739;p87"/>
          <p:cNvSpPr txBox="1"/>
          <p:nvPr/>
        </p:nvSpPr>
        <p:spPr>
          <a:xfrm>
            <a:off x="7863125" y="3668050"/>
            <a:ext cx="1638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Manage/Test</a:t>
            </a:r>
            <a:endParaRPr b="1">
              <a:latin typeface="Red Hat Display"/>
              <a:ea typeface="Red Hat Display"/>
              <a:cs typeface="Red Hat Display"/>
              <a:sym typeface="Red Hat Display"/>
            </a:endParaRPr>
          </a:p>
        </p:txBody>
      </p:sp>
      <p:sp>
        <p:nvSpPr>
          <p:cNvPr id="1740" name="Google Shape;1740;p87"/>
          <p:cNvSpPr txBox="1"/>
          <p:nvPr/>
        </p:nvSpPr>
        <p:spPr>
          <a:xfrm>
            <a:off x="3209575" y="27897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1741" name="Google Shape;1741;p87"/>
          <p:cNvSpPr txBox="1"/>
          <p:nvPr/>
        </p:nvSpPr>
        <p:spPr>
          <a:xfrm>
            <a:off x="3218329" y="36680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1742" name="Google Shape;1742;p87"/>
          <p:cNvSpPr txBox="1"/>
          <p:nvPr/>
        </p:nvSpPr>
        <p:spPr>
          <a:xfrm>
            <a:off x="2653200" y="5038725"/>
            <a:ext cx="7220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latin typeface="Red Hat Display SemiBold"/>
                <a:ea typeface="Red Hat Display SemiBold"/>
                <a:cs typeface="Red Hat Display SemiBold"/>
                <a:sym typeface="Red Hat Display SemiBold"/>
              </a:rPr>
              <a:t>Goal: Deliver a pipeline for one or more models</a:t>
            </a:r>
            <a:endParaRPr sz="2600">
              <a:latin typeface="Red Hat Display SemiBold"/>
              <a:ea typeface="Red Hat Display SemiBold"/>
              <a:cs typeface="Red Hat Display SemiBold"/>
              <a:sym typeface="Red Hat Display SemiBold"/>
            </a:endParaRPr>
          </a:p>
        </p:txBody>
      </p:sp>
      <p:sp>
        <p:nvSpPr>
          <p:cNvPr id="1743" name="Google Shape;1743;p8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8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sp>
        <p:nvSpPr>
          <p:cNvPr id="1749" name="Google Shape;1749;p8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750" name="Google Shape;1750;p88"/>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What is a </a:t>
            </a:r>
            <a:r>
              <a:rPr b="1" lang="en"/>
              <a:t>Standard Operating Environment</a:t>
            </a:r>
            <a:r>
              <a:rPr lang="en">
                <a:latin typeface="Red Hat Display Medium"/>
                <a:ea typeface="Red Hat Display Medium"/>
                <a:cs typeface="Red Hat Display Medium"/>
                <a:sym typeface="Red Hat Display Medium"/>
              </a:rPr>
              <a:t>?</a:t>
            </a:r>
            <a:endParaRPr>
              <a:latin typeface="Red Hat Display Medium"/>
              <a:ea typeface="Red Hat Display Medium"/>
              <a:cs typeface="Red Hat Display Medium"/>
              <a:sym typeface="Red Hat Display Medium"/>
            </a:endParaRPr>
          </a:p>
        </p:txBody>
      </p:sp>
      <p:sp>
        <p:nvSpPr>
          <p:cNvPr id="1751" name="Google Shape;1751;p88"/>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752" name="Google Shape;1752;p88"/>
          <p:cNvSpPr txBox="1"/>
          <p:nvPr/>
        </p:nvSpPr>
        <p:spPr>
          <a:xfrm>
            <a:off x="2428875" y="1895475"/>
            <a:ext cx="82485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latin typeface="Red Hat Display"/>
                <a:ea typeface="Red Hat Display"/>
                <a:cs typeface="Red Hat Display"/>
                <a:sym typeface="Red Hat Display"/>
              </a:rPr>
              <a:t>A </a:t>
            </a:r>
            <a:r>
              <a:rPr b="1" lang="en" sz="2800">
                <a:solidFill>
                  <a:srgbClr val="A30000"/>
                </a:solidFill>
                <a:latin typeface="Red Hat Display"/>
                <a:ea typeface="Red Hat Display"/>
                <a:cs typeface="Red Hat Display"/>
                <a:sym typeface="Red Hat Display"/>
              </a:rPr>
              <a:t>model</a:t>
            </a:r>
            <a:r>
              <a:rPr lang="en" sz="2800">
                <a:latin typeface="Red Hat Display"/>
                <a:ea typeface="Red Hat Display"/>
                <a:cs typeface="Red Hat Display"/>
                <a:sym typeface="Red Hat Display"/>
              </a:rPr>
              <a:t>  for the </a:t>
            </a:r>
            <a:r>
              <a:rPr b="1" lang="en" sz="2800">
                <a:solidFill>
                  <a:srgbClr val="A30000"/>
                </a:solidFill>
                <a:latin typeface="Red Hat Display"/>
                <a:ea typeface="Red Hat Display"/>
                <a:cs typeface="Red Hat Display"/>
                <a:sym typeface="Red Hat Display"/>
              </a:rPr>
              <a:t>conditions</a:t>
            </a:r>
            <a:r>
              <a:rPr lang="en" sz="2800">
                <a:latin typeface="Red Hat Display"/>
                <a:ea typeface="Red Hat Display"/>
                <a:cs typeface="Red Hat Display"/>
                <a:sym typeface="Red Hat Display"/>
              </a:rPr>
              <a:t> under which we </a:t>
            </a:r>
            <a:r>
              <a:rPr b="1" lang="en" sz="2800">
                <a:solidFill>
                  <a:srgbClr val="A30000"/>
                </a:solidFill>
                <a:latin typeface="Red Hat Display"/>
                <a:ea typeface="Red Hat Display"/>
                <a:cs typeface="Red Hat Display"/>
                <a:sym typeface="Red Hat Display"/>
              </a:rPr>
              <a:t>control</a:t>
            </a:r>
            <a:r>
              <a:rPr lang="en" sz="2800">
                <a:latin typeface="Red Hat Display"/>
                <a:ea typeface="Red Hat Display"/>
                <a:cs typeface="Red Hat Display"/>
                <a:sym typeface="Red Hat Display"/>
              </a:rPr>
              <a:t> our machines, systems and processes.</a:t>
            </a:r>
            <a:endParaRPr sz="2800">
              <a:latin typeface="Red Hat Display"/>
              <a:ea typeface="Red Hat Display"/>
              <a:cs typeface="Red Hat Display"/>
              <a:sym typeface="Red Hat Display"/>
            </a:endParaRPr>
          </a:p>
          <a:p>
            <a:pPr indent="0" lvl="0" marL="0" rtl="0" algn="l">
              <a:spcBef>
                <a:spcPts val="0"/>
              </a:spcBef>
              <a:spcAft>
                <a:spcPts val="0"/>
              </a:spcAft>
              <a:buNone/>
            </a:pPr>
            <a:r>
              <a:t/>
            </a:r>
            <a:endParaRPr sz="1100">
              <a:latin typeface="Red Hat Display"/>
              <a:ea typeface="Red Hat Display"/>
              <a:cs typeface="Red Hat Display"/>
              <a:sym typeface="Red Hat Display"/>
            </a:endParaRPr>
          </a:p>
        </p:txBody>
      </p:sp>
      <p:sp>
        <p:nvSpPr>
          <p:cNvPr id="1753" name="Google Shape;1753;p88"/>
          <p:cNvSpPr txBox="1"/>
          <p:nvPr/>
        </p:nvSpPr>
        <p:spPr>
          <a:xfrm>
            <a:off x="2452495" y="5394777"/>
            <a:ext cx="819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latin typeface="Red Hat Display"/>
                <a:ea typeface="Red Hat Display"/>
                <a:cs typeface="Red Hat Display"/>
                <a:sym typeface="Red Hat Display"/>
              </a:rPr>
              <a:t>A primary goal of the RH-ISAM project is to describe the components used in, and provide automation for, delivering infrastructure to ease and codify the building and maintaining of SOEs for Red Hat Enterprise Linux environments. </a:t>
            </a:r>
            <a:endParaRPr>
              <a:latin typeface="Red Hat Display"/>
              <a:ea typeface="Red Hat Display"/>
              <a:cs typeface="Red Hat Display"/>
              <a:sym typeface="Red Hat Display"/>
            </a:endParaRPr>
          </a:p>
        </p:txBody>
      </p:sp>
      <p:sp>
        <p:nvSpPr>
          <p:cNvPr id="1754" name="Google Shape;1754;p88"/>
          <p:cNvSpPr txBox="1"/>
          <p:nvPr/>
        </p:nvSpPr>
        <p:spPr>
          <a:xfrm>
            <a:off x="2428875" y="3114675"/>
            <a:ext cx="82485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latin typeface="Red Hat Display"/>
                <a:ea typeface="Red Hat Display"/>
                <a:cs typeface="Red Hat Display"/>
                <a:sym typeface="Red Hat Display"/>
              </a:rPr>
              <a:t>Value</a:t>
            </a:r>
            <a:r>
              <a:rPr lang="en" sz="2800">
                <a:latin typeface="Red Hat Display"/>
                <a:ea typeface="Red Hat Display"/>
                <a:cs typeface="Red Hat Display"/>
                <a:sym typeface="Red Hat Display"/>
              </a:rPr>
              <a:t> is created when we can refactor to a short, discrete list of SOEs using select tools designed to work together in well-defined processes, providing a path to integrated </a:t>
            </a:r>
            <a:r>
              <a:rPr b="1" lang="en" sz="2800">
                <a:solidFill>
                  <a:srgbClr val="A30000"/>
                </a:solidFill>
                <a:latin typeface="Red Hat Display"/>
                <a:ea typeface="Red Hat Display"/>
                <a:cs typeface="Red Hat Display"/>
                <a:sym typeface="Red Hat Display"/>
              </a:rPr>
              <a:t>Automation</a:t>
            </a:r>
            <a:r>
              <a:rPr lang="en" sz="2800">
                <a:latin typeface="Red Hat Display"/>
                <a:ea typeface="Red Hat Display"/>
                <a:cs typeface="Red Hat Display"/>
                <a:sym typeface="Red Hat Display"/>
              </a:rPr>
              <a:t>.</a:t>
            </a:r>
            <a:endParaRPr sz="2800">
              <a:latin typeface="Red Hat Display"/>
              <a:ea typeface="Red Hat Display"/>
              <a:cs typeface="Red Hat Display"/>
              <a:sym typeface="Red Hat Displ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pic>
        <p:nvPicPr>
          <p:cNvPr id="1759" name="Google Shape;1759;p89"/>
          <p:cNvPicPr preferRelativeResize="0"/>
          <p:nvPr/>
        </p:nvPicPr>
        <p:blipFill>
          <a:blip r:embed="rId3">
            <a:alphaModFix/>
          </a:blip>
          <a:stretch>
            <a:fillRect/>
          </a:stretch>
        </p:blipFill>
        <p:spPr>
          <a:xfrm>
            <a:off x="1076400" y="969306"/>
            <a:ext cx="3541313" cy="1451762"/>
          </a:xfrm>
          <a:prstGeom prst="rect">
            <a:avLst/>
          </a:prstGeom>
          <a:noFill/>
          <a:ln>
            <a:noFill/>
          </a:ln>
        </p:spPr>
      </p:pic>
      <p:sp>
        <p:nvSpPr>
          <p:cNvPr id="1760" name="Google Shape;1760;p89"/>
          <p:cNvSpPr/>
          <p:nvPr/>
        </p:nvSpPr>
        <p:spPr>
          <a:xfrm>
            <a:off x="1076400" y="2561200"/>
            <a:ext cx="10160400" cy="35559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89"/>
          <p:cNvSpPr txBox="1"/>
          <p:nvPr>
            <p:ph idx="12" type="sldNum"/>
          </p:nvPr>
        </p:nvSpPr>
        <p:spPr>
          <a:xfrm>
            <a:off x="81975" y="6169556"/>
            <a:ext cx="731700" cy="14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800"/>
              <a:t>‹#›</a:t>
            </a:fld>
            <a:endParaRPr sz="800"/>
          </a:p>
        </p:txBody>
      </p:sp>
      <p:sp>
        <p:nvSpPr>
          <p:cNvPr id="1762" name="Google Shape;1762;p89"/>
          <p:cNvSpPr txBox="1"/>
          <p:nvPr>
            <p:ph type="title"/>
          </p:nvPr>
        </p:nvSpPr>
        <p:spPr>
          <a:xfrm>
            <a:off x="254773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Seeing it as a pipeline model</a:t>
            </a:r>
            <a:endParaRPr>
              <a:latin typeface="Red Hat Display Medium"/>
              <a:ea typeface="Red Hat Display Medium"/>
              <a:cs typeface="Red Hat Display Medium"/>
              <a:sym typeface="Red Hat Display Medium"/>
            </a:endParaRPr>
          </a:p>
        </p:txBody>
      </p:sp>
      <p:sp>
        <p:nvSpPr>
          <p:cNvPr id="1763" name="Google Shape;1763;p89"/>
          <p:cNvSpPr txBox="1"/>
          <p:nvPr/>
        </p:nvSpPr>
        <p:spPr>
          <a:xfrm>
            <a:off x="7597748" y="28557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1764" name="Google Shape;1764;p89"/>
          <p:cNvSpPr txBox="1"/>
          <p:nvPr/>
        </p:nvSpPr>
        <p:spPr>
          <a:xfrm>
            <a:off x="6334010" y="395194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1765" name="Google Shape;1765;p89"/>
          <p:cNvSpPr txBox="1"/>
          <p:nvPr/>
        </p:nvSpPr>
        <p:spPr>
          <a:xfrm>
            <a:off x="4746890" y="395195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1766" name="Google Shape;1766;p89"/>
          <p:cNvSpPr txBox="1"/>
          <p:nvPr/>
        </p:nvSpPr>
        <p:spPr>
          <a:xfrm>
            <a:off x="3645433" y="28556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1767" name="Google Shape;1767;p89"/>
          <p:cNvSpPr txBox="1"/>
          <p:nvPr/>
        </p:nvSpPr>
        <p:spPr>
          <a:xfrm>
            <a:off x="9717950" y="3951960"/>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a:t>
            </a:r>
            <a:endParaRPr b="1">
              <a:latin typeface="Red Hat Display"/>
              <a:ea typeface="Red Hat Display"/>
              <a:cs typeface="Red Hat Display"/>
              <a:sym typeface="Red Hat Display"/>
            </a:endParaRPr>
          </a:p>
        </p:txBody>
      </p:sp>
      <p:sp>
        <p:nvSpPr>
          <p:cNvPr id="1768" name="Google Shape;1768;p89"/>
          <p:cNvSpPr txBox="1"/>
          <p:nvPr/>
        </p:nvSpPr>
        <p:spPr>
          <a:xfrm>
            <a:off x="813083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a:t>
            </a:r>
            <a:endParaRPr b="1">
              <a:latin typeface="Red Hat Display"/>
              <a:ea typeface="Red Hat Display"/>
              <a:cs typeface="Red Hat Display"/>
              <a:sym typeface="Red Hat Display"/>
            </a:endParaRPr>
          </a:p>
        </p:txBody>
      </p:sp>
      <p:sp>
        <p:nvSpPr>
          <p:cNvPr id="1769" name="Google Shape;1769;p89"/>
          <p:cNvSpPr txBox="1"/>
          <p:nvPr/>
        </p:nvSpPr>
        <p:spPr>
          <a:xfrm>
            <a:off x="3374738" y="3951950"/>
            <a:ext cx="7935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1770" name="Google Shape;1770;p89"/>
          <p:cNvSpPr txBox="1"/>
          <p:nvPr/>
        </p:nvSpPr>
        <p:spPr>
          <a:xfrm>
            <a:off x="184895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1771" name="Google Shape;1771;p89"/>
          <p:cNvSpPr/>
          <p:nvPr/>
        </p:nvSpPr>
        <p:spPr>
          <a:xfrm rot="5400000">
            <a:off x="6949375" y="220250"/>
            <a:ext cx="253200" cy="7064400"/>
          </a:xfrm>
          <a:prstGeom prst="leftBrace">
            <a:avLst>
              <a:gd fmla="val 50000" name="adj1"/>
              <a:gd fmla="val 36255"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72" name="Google Shape;1772;p89"/>
          <p:cNvCxnSpPr>
            <a:endCxn id="1766" idx="3"/>
          </p:cNvCxnSpPr>
          <p:nvPr/>
        </p:nvCxnSpPr>
        <p:spPr>
          <a:xfrm rot="10800000">
            <a:off x="4521733" y="3055794"/>
            <a:ext cx="3066600" cy="0"/>
          </a:xfrm>
          <a:prstGeom prst="straightConnector1">
            <a:avLst/>
          </a:prstGeom>
          <a:noFill/>
          <a:ln cap="flat" cmpd="sng" w="28575">
            <a:solidFill>
              <a:schemeClr val="accent1"/>
            </a:solidFill>
            <a:prstDash val="solid"/>
            <a:round/>
            <a:headEnd len="med" w="med" type="none"/>
            <a:tailEnd len="med" w="med" type="triangle"/>
          </a:ln>
        </p:spPr>
      </p:cxnSp>
      <p:cxnSp>
        <p:nvCxnSpPr>
          <p:cNvPr id="1773" name="Google Shape;1773;p89"/>
          <p:cNvCxnSpPr>
            <a:stCxn id="1766" idx="1"/>
            <a:endCxn id="1770" idx="0"/>
          </p:cNvCxnSpPr>
          <p:nvPr/>
        </p:nvCxnSpPr>
        <p:spPr>
          <a:xfrm flipH="1">
            <a:off x="2287033" y="3055794"/>
            <a:ext cx="1358400" cy="896100"/>
          </a:xfrm>
          <a:prstGeom prst="curvedConnector2">
            <a:avLst/>
          </a:prstGeom>
          <a:noFill/>
          <a:ln cap="flat" cmpd="sng" w="28575">
            <a:solidFill>
              <a:schemeClr val="accent1"/>
            </a:solidFill>
            <a:prstDash val="solid"/>
            <a:round/>
            <a:headEnd len="med" w="med" type="none"/>
            <a:tailEnd len="med" w="med" type="triangle"/>
          </a:ln>
        </p:spPr>
      </p:cxnSp>
      <p:cxnSp>
        <p:nvCxnSpPr>
          <p:cNvPr id="1774" name="Google Shape;1774;p89"/>
          <p:cNvCxnSpPr>
            <a:stCxn id="1770" idx="3"/>
            <a:endCxn id="1769" idx="1"/>
          </p:cNvCxnSpPr>
          <p:nvPr/>
        </p:nvCxnSpPr>
        <p:spPr>
          <a:xfrm>
            <a:off x="2725250" y="4152040"/>
            <a:ext cx="649500" cy="0"/>
          </a:xfrm>
          <a:prstGeom prst="straightConnector1">
            <a:avLst/>
          </a:prstGeom>
          <a:noFill/>
          <a:ln cap="flat" cmpd="sng" w="28575">
            <a:solidFill>
              <a:schemeClr val="accent1"/>
            </a:solidFill>
            <a:prstDash val="solid"/>
            <a:round/>
            <a:headEnd len="med" w="med" type="none"/>
            <a:tailEnd len="med" w="med" type="triangle"/>
          </a:ln>
        </p:spPr>
      </p:cxnSp>
      <p:cxnSp>
        <p:nvCxnSpPr>
          <p:cNvPr id="1775" name="Google Shape;1775;p89"/>
          <p:cNvCxnSpPr>
            <a:stCxn id="1769" idx="3"/>
            <a:endCxn id="1765" idx="1"/>
          </p:cNvCxnSpPr>
          <p:nvPr/>
        </p:nvCxnSpPr>
        <p:spPr>
          <a:xfrm>
            <a:off x="4168238" y="4152050"/>
            <a:ext cx="578700" cy="0"/>
          </a:xfrm>
          <a:prstGeom prst="straightConnector1">
            <a:avLst/>
          </a:prstGeom>
          <a:noFill/>
          <a:ln cap="flat" cmpd="sng" w="28575">
            <a:solidFill>
              <a:schemeClr val="accent1"/>
            </a:solidFill>
            <a:prstDash val="solid"/>
            <a:round/>
            <a:headEnd len="med" w="med" type="none"/>
            <a:tailEnd len="med" w="med" type="triangle"/>
          </a:ln>
        </p:spPr>
      </p:cxnSp>
      <p:cxnSp>
        <p:nvCxnSpPr>
          <p:cNvPr id="1776" name="Google Shape;1776;p89"/>
          <p:cNvCxnSpPr>
            <a:stCxn id="1765" idx="3"/>
            <a:endCxn id="1764" idx="1"/>
          </p:cNvCxnSpPr>
          <p:nvPr/>
        </p:nvCxnSpPr>
        <p:spPr>
          <a:xfrm>
            <a:off x="5623190" y="4152056"/>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1777" name="Google Shape;1777;p89"/>
          <p:cNvCxnSpPr>
            <a:stCxn id="1764" idx="3"/>
            <a:endCxn id="1768" idx="1"/>
          </p:cNvCxnSpPr>
          <p:nvPr/>
        </p:nvCxnSpPr>
        <p:spPr>
          <a:xfrm>
            <a:off x="7420010" y="4152044"/>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1778" name="Google Shape;1778;p89"/>
          <p:cNvCxnSpPr>
            <a:stCxn id="1768" idx="3"/>
            <a:endCxn id="1767" idx="1"/>
          </p:cNvCxnSpPr>
          <p:nvPr/>
        </p:nvCxnSpPr>
        <p:spPr>
          <a:xfrm>
            <a:off x="9007130" y="4152040"/>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1779" name="Google Shape;1779;p89"/>
          <p:cNvCxnSpPr>
            <a:stCxn id="1771" idx="1"/>
            <a:endCxn id="1763" idx="2"/>
          </p:cNvCxnSpPr>
          <p:nvPr/>
        </p:nvCxnSpPr>
        <p:spPr>
          <a:xfrm rot="10800000">
            <a:off x="8035877" y="3255950"/>
            <a:ext cx="11100" cy="369900"/>
          </a:xfrm>
          <a:prstGeom prst="straightConnector1">
            <a:avLst/>
          </a:prstGeom>
          <a:noFill/>
          <a:ln cap="flat" cmpd="sng" w="28575">
            <a:solidFill>
              <a:schemeClr val="accent1"/>
            </a:solidFill>
            <a:prstDash val="solid"/>
            <a:round/>
            <a:headEnd len="med" w="med" type="none"/>
            <a:tailEnd len="med" w="med" type="triangle"/>
          </a:ln>
        </p:spPr>
      </p:cxnSp>
      <p:sp>
        <p:nvSpPr>
          <p:cNvPr id="1780" name="Google Shape;1780;p89"/>
          <p:cNvSpPr txBox="1"/>
          <p:nvPr/>
        </p:nvSpPr>
        <p:spPr>
          <a:xfrm>
            <a:off x="7159892" y="1761100"/>
            <a:ext cx="1752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New Content</a:t>
            </a:r>
            <a:endParaRPr b="1">
              <a:latin typeface="Red Hat Display"/>
              <a:ea typeface="Red Hat Display"/>
              <a:cs typeface="Red Hat Display"/>
              <a:sym typeface="Red Hat Display"/>
            </a:endParaRPr>
          </a:p>
        </p:txBody>
      </p:sp>
      <p:cxnSp>
        <p:nvCxnSpPr>
          <p:cNvPr id="1781" name="Google Shape;1781;p89"/>
          <p:cNvCxnSpPr>
            <a:stCxn id="1780" idx="2"/>
            <a:endCxn id="1763" idx="0"/>
          </p:cNvCxnSpPr>
          <p:nvPr/>
        </p:nvCxnSpPr>
        <p:spPr>
          <a:xfrm>
            <a:off x="8035892" y="2161300"/>
            <a:ext cx="0" cy="694500"/>
          </a:xfrm>
          <a:prstGeom prst="straightConnector1">
            <a:avLst/>
          </a:prstGeom>
          <a:noFill/>
          <a:ln cap="flat" cmpd="sng" w="28575">
            <a:solidFill>
              <a:schemeClr val="accent1"/>
            </a:solidFill>
            <a:prstDash val="solid"/>
            <a:round/>
            <a:headEnd len="med" w="med" type="none"/>
            <a:tailEnd len="med" w="med" type="triangle"/>
          </a:ln>
        </p:spPr>
      </p:cxnSp>
      <p:sp>
        <p:nvSpPr>
          <p:cNvPr id="1782" name="Google Shape;1782;p89"/>
          <p:cNvSpPr txBox="1"/>
          <p:nvPr/>
        </p:nvSpPr>
        <p:spPr>
          <a:xfrm>
            <a:off x="1780010" y="4324957"/>
            <a:ext cx="1022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(Publish)</a:t>
            </a:r>
            <a:endParaRPr>
              <a:latin typeface="Red Hat Display"/>
              <a:ea typeface="Red Hat Display"/>
              <a:cs typeface="Red Hat Display"/>
              <a:sym typeface="Red Hat Display"/>
            </a:endParaRPr>
          </a:p>
        </p:txBody>
      </p:sp>
      <p:sp>
        <p:nvSpPr>
          <p:cNvPr id="1783" name="Google Shape;1783;p89"/>
          <p:cNvSpPr txBox="1"/>
          <p:nvPr/>
        </p:nvSpPr>
        <p:spPr>
          <a:xfrm>
            <a:off x="30466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(Promote)</a:t>
            </a:r>
            <a:endParaRPr>
              <a:latin typeface="Red Hat Display"/>
              <a:ea typeface="Red Hat Display"/>
              <a:cs typeface="Red Hat Display"/>
              <a:sym typeface="Red Hat Display"/>
            </a:endParaRPr>
          </a:p>
        </p:txBody>
      </p:sp>
      <p:sp>
        <p:nvSpPr>
          <p:cNvPr id="1784" name="Google Shape;1784;p89"/>
          <p:cNvSpPr txBox="1"/>
          <p:nvPr/>
        </p:nvSpPr>
        <p:spPr>
          <a:xfrm>
            <a:off x="44944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a:t>
            </a:r>
            <a:endParaRPr>
              <a:latin typeface="Red Hat Display"/>
              <a:ea typeface="Red Hat Display"/>
              <a:cs typeface="Red Hat Display"/>
              <a:sym typeface="Red Hat Display"/>
            </a:endParaRPr>
          </a:p>
        </p:txBody>
      </p:sp>
      <p:sp>
        <p:nvSpPr>
          <p:cNvPr id="1785" name="Google Shape;1785;p89"/>
          <p:cNvSpPr/>
          <p:nvPr/>
        </p:nvSpPr>
        <p:spPr>
          <a:xfrm>
            <a:off x="1610442" y="4810412"/>
            <a:ext cx="1550124" cy="109144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Binary Content (rpms, etc..)</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Code</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Templates</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Application Code / Containers</a:t>
            </a:r>
            <a:endParaRPr b="1" sz="800">
              <a:solidFill>
                <a:schemeClr val="dk1"/>
              </a:solidFill>
            </a:endParaRPr>
          </a:p>
        </p:txBody>
      </p:sp>
      <p:cxnSp>
        <p:nvCxnSpPr>
          <p:cNvPr id="1786" name="Google Shape;1786;p89"/>
          <p:cNvCxnSpPr>
            <a:stCxn id="1785" idx="3"/>
          </p:cNvCxnSpPr>
          <p:nvPr/>
        </p:nvCxnSpPr>
        <p:spPr>
          <a:xfrm>
            <a:off x="3160566" y="5356136"/>
            <a:ext cx="507600" cy="10200"/>
          </a:xfrm>
          <a:prstGeom prst="straightConnector1">
            <a:avLst/>
          </a:prstGeom>
          <a:noFill/>
          <a:ln cap="flat" cmpd="sng" w="28575">
            <a:solidFill>
              <a:schemeClr val="accent1"/>
            </a:solidFill>
            <a:prstDash val="solid"/>
            <a:round/>
            <a:headEnd len="med" w="med" type="none"/>
            <a:tailEnd len="med" w="med" type="triangle"/>
          </a:ln>
        </p:spPr>
      </p:cxnSp>
      <p:sp>
        <p:nvSpPr>
          <p:cNvPr id="1787" name="Google Shape;1787;p89"/>
          <p:cNvSpPr txBox="1"/>
          <p:nvPr/>
        </p:nvSpPr>
        <p:spPr>
          <a:xfrm>
            <a:off x="4712056" y="6142800"/>
            <a:ext cx="2685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A generalized </a:t>
            </a:r>
            <a:r>
              <a:rPr lang="en">
                <a:solidFill>
                  <a:schemeClr val="dk1"/>
                </a:solidFill>
                <a:latin typeface="Red Hat Display"/>
                <a:ea typeface="Red Hat Display"/>
                <a:cs typeface="Red Hat Display"/>
                <a:sym typeface="Red Hat Display"/>
              </a:rPr>
              <a:t>SOE </a:t>
            </a:r>
            <a:r>
              <a:rPr lang="en">
                <a:latin typeface="Red Hat Display"/>
                <a:ea typeface="Red Hat Display"/>
                <a:cs typeface="Red Hat Display"/>
                <a:sym typeface="Red Hat Display"/>
              </a:rPr>
              <a:t>lifecycle</a:t>
            </a:r>
            <a:endParaRPr>
              <a:latin typeface="Red Hat Display"/>
              <a:ea typeface="Red Hat Display"/>
              <a:cs typeface="Red Hat Display"/>
              <a:sym typeface="Red Hat Display"/>
            </a:endParaRPr>
          </a:p>
        </p:txBody>
      </p:sp>
      <p:sp>
        <p:nvSpPr>
          <p:cNvPr id="1788" name="Google Shape;1788;p89"/>
          <p:cNvSpPr txBox="1"/>
          <p:nvPr/>
        </p:nvSpPr>
        <p:spPr>
          <a:xfrm>
            <a:off x="8159475" y="44250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Test</a:t>
            </a:r>
            <a:endParaRPr b="1">
              <a:latin typeface="Red Hat Display"/>
              <a:ea typeface="Red Hat Display"/>
              <a:cs typeface="Red Hat Display"/>
              <a:sym typeface="Red Hat Display"/>
            </a:endParaRPr>
          </a:p>
        </p:txBody>
      </p:sp>
      <p:cxnSp>
        <p:nvCxnSpPr>
          <p:cNvPr id="1789" name="Google Shape;1789;p89"/>
          <p:cNvCxnSpPr>
            <a:stCxn id="1764" idx="3"/>
            <a:endCxn id="1788" idx="1"/>
          </p:cNvCxnSpPr>
          <p:nvPr/>
        </p:nvCxnSpPr>
        <p:spPr>
          <a:xfrm>
            <a:off x="7420010" y="4152044"/>
            <a:ext cx="739500" cy="473100"/>
          </a:xfrm>
          <a:prstGeom prst="curvedConnector3">
            <a:avLst>
              <a:gd fmla="val 49998" name="adj1"/>
            </a:avLst>
          </a:prstGeom>
          <a:noFill/>
          <a:ln cap="flat" cmpd="sng" w="28575">
            <a:solidFill>
              <a:schemeClr val="accent1"/>
            </a:solidFill>
            <a:prstDash val="solid"/>
            <a:round/>
            <a:headEnd len="med" w="med" type="none"/>
            <a:tailEnd len="med" w="med" type="triangle"/>
          </a:ln>
        </p:spPr>
      </p:cxnSp>
      <p:cxnSp>
        <p:nvCxnSpPr>
          <p:cNvPr id="1790" name="Google Shape;1790;p89"/>
          <p:cNvCxnSpPr>
            <a:stCxn id="1788" idx="3"/>
            <a:endCxn id="1791" idx="1"/>
          </p:cNvCxnSpPr>
          <p:nvPr/>
        </p:nvCxnSpPr>
        <p:spPr>
          <a:xfrm>
            <a:off x="9035775" y="4625150"/>
            <a:ext cx="682200" cy="600"/>
          </a:xfrm>
          <a:prstGeom prst="curvedConnector3">
            <a:avLst>
              <a:gd fmla="val 49998" name="adj1"/>
            </a:avLst>
          </a:prstGeom>
          <a:noFill/>
          <a:ln cap="flat" cmpd="sng" w="28575">
            <a:solidFill>
              <a:schemeClr val="accent1"/>
            </a:solidFill>
            <a:prstDash val="solid"/>
            <a:round/>
            <a:headEnd len="med" w="med" type="none"/>
            <a:tailEnd len="med" w="med" type="triangle"/>
          </a:ln>
        </p:spPr>
      </p:cxnSp>
      <p:sp>
        <p:nvSpPr>
          <p:cNvPr id="1791" name="Google Shape;1791;p89"/>
          <p:cNvSpPr txBox="1"/>
          <p:nvPr/>
        </p:nvSpPr>
        <p:spPr>
          <a:xfrm>
            <a:off x="9717950" y="4425050"/>
            <a:ext cx="981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Destroy</a:t>
            </a:r>
            <a:endParaRPr b="1">
              <a:latin typeface="Red Hat Display"/>
              <a:ea typeface="Red Hat Display"/>
              <a:cs typeface="Red Hat Display"/>
              <a:sym typeface="Red Hat Display"/>
            </a:endParaRPr>
          </a:p>
        </p:txBody>
      </p:sp>
      <p:pic>
        <p:nvPicPr>
          <p:cNvPr id="1792" name="Google Shape;1792;p89"/>
          <p:cNvPicPr preferRelativeResize="0"/>
          <p:nvPr/>
        </p:nvPicPr>
        <p:blipFill>
          <a:blip r:embed="rId4">
            <a:alphaModFix/>
          </a:blip>
          <a:stretch>
            <a:fillRect/>
          </a:stretch>
        </p:blipFill>
        <p:spPr>
          <a:xfrm>
            <a:off x="5933137" y="2743275"/>
            <a:ext cx="253200" cy="253200"/>
          </a:xfrm>
          <a:prstGeom prst="rect">
            <a:avLst/>
          </a:prstGeom>
          <a:noFill/>
          <a:ln>
            <a:noFill/>
          </a:ln>
        </p:spPr>
      </p:pic>
      <p:pic>
        <p:nvPicPr>
          <p:cNvPr id="1793" name="Google Shape;1793;p89"/>
          <p:cNvPicPr preferRelativeResize="0"/>
          <p:nvPr/>
        </p:nvPicPr>
        <p:blipFill>
          <a:blip r:embed="rId4">
            <a:alphaModFix/>
          </a:blip>
          <a:stretch>
            <a:fillRect/>
          </a:stretch>
        </p:blipFill>
        <p:spPr>
          <a:xfrm>
            <a:off x="2362074" y="3043350"/>
            <a:ext cx="253200" cy="253200"/>
          </a:xfrm>
          <a:prstGeom prst="rect">
            <a:avLst/>
          </a:prstGeom>
          <a:noFill/>
          <a:ln>
            <a:noFill/>
          </a:ln>
        </p:spPr>
      </p:pic>
      <p:pic>
        <p:nvPicPr>
          <p:cNvPr id="1794" name="Google Shape;1794;p89"/>
          <p:cNvPicPr preferRelativeResize="0"/>
          <p:nvPr/>
        </p:nvPicPr>
        <p:blipFill>
          <a:blip r:embed="rId5">
            <a:alphaModFix/>
          </a:blip>
          <a:stretch>
            <a:fillRect/>
          </a:stretch>
        </p:blipFill>
        <p:spPr>
          <a:xfrm>
            <a:off x="2845200" y="3835310"/>
            <a:ext cx="253200" cy="253903"/>
          </a:xfrm>
          <a:prstGeom prst="rect">
            <a:avLst/>
          </a:prstGeom>
          <a:noFill/>
          <a:ln>
            <a:noFill/>
          </a:ln>
        </p:spPr>
      </p:pic>
      <p:pic>
        <p:nvPicPr>
          <p:cNvPr id="1795" name="Google Shape;1795;p89"/>
          <p:cNvPicPr preferRelativeResize="0"/>
          <p:nvPr/>
        </p:nvPicPr>
        <p:blipFill>
          <a:blip r:embed="rId5">
            <a:alphaModFix/>
          </a:blip>
          <a:stretch>
            <a:fillRect/>
          </a:stretch>
        </p:blipFill>
        <p:spPr>
          <a:xfrm>
            <a:off x="4293000" y="3835310"/>
            <a:ext cx="253200" cy="253903"/>
          </a:xfrm>
          <a:prstGeom prst="rect">
            <a:avLst/>
          </a:prstGeom>
          <a:noFill/>
          <a:ln>
            <a:noFill/>
          </a:ln>
        </p:spPr>
      </p:pic>
      <p:pic>
        <p:nvPicPr>
          <p:cNvPr id="1796" name="Google Shape;1796;p89"/>
          <p:cNvPicPr preferRelativeResize="0"/>
          <p:nvPr/>
        </p:nvPicPr>
        <p:blipFill>
          <a:blip r:embed="rId5">
            <a:alphaModFix/>
          </a:blip>
          <a:stretch>
            <a:fillRect/>
          </a:stretch>
        </p:blipFill>
        <p:spPr>
          <a:xfrm>
            <a:off x="5817000" y="3835310"/>
            <a:ext cx="253200" cy="253903"/>
          </a:xfrm>
          <a:prstGeom prst="rect">
            <a:avLst/>
          </a:prstGeom>
          <a:noFill/>
          <a:ln>
            <a:noFill/>
          </a:ln>
        </p:spPr>
      </p:pic>
      <p:pic>
        <p:nvPicPr>
          <p:cNvPr id="1797" name="Google Shape;1797;p89"/>
          <p:cNvPicPr preferRelativeResize="0"/>
          <p:nvPr/>
        </p:nvPicPr>
        <p:blipFill>
          <a:blip r:embed="rId5">
            <a:alphaModFix/>
          </a:blip>
          <a:stretch>
            <a:fillRect/>
          </a:stretch>
        </p:blipFill>
        <p:spPr>
          <a:xfrm>
            <a:off x="7569600" y="3835310"/>
            <a:ext cx="253200" cy="253903"/>
          </a:xfrm>
          <a:prstGeom prst="rect">
            <a:avLst/>
          </a:prstGeom>
          <a:noFill/>
          <a:ln>
            <a:noFill/>
          </a:ln>
        </p:spPr>
      </p:pic>
      <p:pic>
        <p:nvPicPr>
          <p:cNvPr id="1798" name="Google Shape;1798;p89"/>
          <p:cNvPicPr preferRelativeResize="0"/>
          <p:nvPr/>
        </p:nvPicPr>
        <p:blipFill>
          <a:blip r:embed="rId5">
            <a:alphaModFix/>
          </a:blip>
          <a:stretch>
            <a:fillRect/>
          </a:stretch>
        </p:blipFill>
        <p:spPr>
          <a:xfrm>
            <a:off x="9093600" y="3835310"/>
            <a:ext cx="253200" cy="253903"/>
          </a:xfrm>
          <a:prstGeom prst="rect">
            <a:avLst/>
          </a:prstGeom>
          <a:noFill/>
          <a:ln>
            <a:noFill/>
          </a:ln>
        </p:spPr>
      </p:pic>
      <p:pic>
        <p:nvPicPr>
          <p:cNvPr id="1799" name="Google Shape;1799;p89"/>
          <p:cNvPicPr preferRelativeResize="0"/>
          <p:nvPr/>
        </p:nvPicPr>
        <p:blipFill>
          <a:blip r:embed="rId5">
            <a:alphaModFix/>
          </a:blip>
          <a:stretch>
            <a:fillRect/>
          </a:stretch>
        </p:blipFill>
        <p:spPr>
          <a:xfrm>
            <a:off x="8173625" y="3345660"/>
            <a:ext cx="253200" cy="253903"/>
          </a:xfrm>
          <a:prstGeom prst="rect">
            <a:avLst/>
          </a:prstGeom>
          <a:noFill/>
          <a:ln>
            <a:noFill/>
          </a:ln>
        </p:spPr>
      </p:pic>
      <p:pic>
        <p:nvPicPr>
          <p:cNvPr id="1800" name="Google Shape;1800;p89"/>
          <p:cNvPicPr preferRelativeResize="0"/>
          <p:nvPr/>
        </p:nvPicPr>
        <p:blipFill>
          <a:blip r:embed="rId5">
            <a:alphaModFix/>
          </a:blip>
          <a:stretch>
            <a:fillRect/>
          </a:stretch>
        </p:blipFill>
        <p:spPr>
          <a:xfrm>
            <a:off x="8173625" y="2202660"/>
            <a:ext cx="253200" cy="253903"/>
          </a:xfrm>
          <a:prstGeom prst="rect">
            <a:avLst/>
          </a:prstGeom>
          <a:noFill/>
          <a:ln>
            <a:noFill/>
          </a:ln>
        </p:spPr>
      </p:pic>
      <p:sp>
        <p:nvSpPr>
          <p:cNvPr id="1801" name="Google Shape;1801;p89"/>
          <p:cNvSpPr txBox="1"/>
          <p:nvPr/>
        </p:nvSpPr>
        <p:spPr>
          <a:xfrm>
            <a:off x="9057700" y="1748750"/>
            <a:ext cx="282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New Code, Revisions, Errata,</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Vulnerability Data, Configuration Recommendations</a:t>
            </a:r>
            <a:endParaRPr>
              <a:latin typeface="Red Hat Display"/>
              <a:ea typeface="Red Hat Display"/>
              <a:cs typeface="Red Hat Display"/>
              <a:sym typeface="Red Hat Display"/>
            </a:endParaRPr>
          </a:p>
        </p:txBody>
      </p:sp>
      <p:sp>
        <p:nvSpPr>
          <p:cNvPr id="1802" name="Google Shape;1802;p89"/>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pic>
        <p:nvPicPr>
          <p:cNvPr id="1803" name="Google Shape;1803;p89"/>
          <p:cNvPicPr preferRelativeResize="0"/>
          <p:nvPr/>
        </p:nvPicPr>
        <p:blipFill>
          <a:blip r:embed="rId6">
            <a:alphaModFix/>
          </a:blip>
          <a:stretch>
            <a:fillRect/>
          </a:stretch>
        </p:blipFill>
        <p:spPr>
          <a:xfrm>
            <a:off x="5935950" y="6422638"/>
            <a:ext cx="238125" cy="2381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90"/>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Seeing it as a series of pipeline models</a:t>
            </a:r>
            <a:endParaRPr>
              <a:latin typeface="Red Hat Display Medium"/>
              <a:ea typeface="Red Hat Display Medium"/>
              <a:cs typeface="Red Hat Display Medium"/>
              <a:sym typeface="Red Hat Display Medium"/>
            </a:endParaRPr>
          </a:p>
        </p:txBody>
      </p:sp>
      <p:sp>
        <p:nvSpPr>
          <p:cNvPr id="1809" name="Google Shape;1809;p90"/>
          <p:cNvSpPr txBox="1"/>
          <p:nvPr/>
        </p:nvSpPr>
        <p:spPr>
          <a:xfrm>
            <a:off x="7477200" y="1911550"/>
            <a:ext cx="4421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We connect Lifecycle Environments into a path and we promote our artifacts along that path</a:t>
            </a:r>
            <a:endParaRPr>
              <a:latin typeface="Red Hat Display"/>
              <a:ea typeface="Red Hat Display"/>
              <a:cs typeface="Red Hat Display"/>
              <a:sym typeface="Red Hat Display"/>
            </a:endParaRPr>
          </a:p>
        </p:txBody>
      </p:sp>
      <p:grpSp>
        <p:nvGrpSpPr>
          <p:cNvPr id="1810" name="Google Shape;1810;p90"/>
          <p:cNvGrpSpPr/>
          <p:nvPr/>
        </p:nvGrpSpPr>
        <p:grpSpPr>
          <a:xfrm>
            <a:off x="466786" y="1604700"/>
            <a:ext cx="4608757" cy="2378480"/>
            <a:chOff x="1076400" y="1937729"/>
            <a:chExt cx="10160400" cy="4179371"/>
          </a:xfrm>
        </p:grpSpPr>
        <p:sp>
          <p:nvSpPr>
            <p:cNvPr id="1811" name="Google Shape;1811;p90"/>
            <p:cNvSpPr/>
            <p:nvPr/>
          </p:nvSpPr>
          <p:spPr>
            <a:xfrm>
              <a:off x="1076400" y="2561200"/>
              <a:ext cx="10160400" cy="35559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90"/>
            <p:cNvSpPr txBox="1"/>
            <p:nvPr/>
          </p:nvSpPr>
          <p:spPr>
            <a:xfrm>
              <a:off x="7597748" y="285570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1813" name="Google Shape;1813;p90"/>
            <p:cNvSpPr txBox="1"/>
            <p:nvPr/>
          </p:nvSpPr>
          <p:spPr>
            <a:xfrm>
              <a:off x="6334010" y="3951944"/>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1814" name="Google Shape;1814;p90"/>
            <p:cNvSpPr txBox="1"/>
            <p:nvPr/>
          </p:nvSpPr>
          <p:spPr>
            <a:xfrm>
              <a:off x="4746890" y="395195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1815" name="Google Shape;1815;p90"/>
            <p:cNvSpPr txBox="1"/>
            <p:nvPr/>
          </p:nvSpPr>
          <p:spPr>
            <a:xfrm>
              <a:off x="3645433" y="2855694"/>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1816" name="Google Shape;1816;p90"/>
            <p:cNvSpPr txBox="1"/>
            <p:nvPr/>
          </p:nvSpPr>
          <p:spPr>
            <a:xfrm>
              <a:off x="9717950" y="3951960"/>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1817" name="Google Shape;1817;p90"/>
            <p:cNvSpPr txBox="1"/>
            <p:nvPr/>
          </p:nvSpPr>
          <p:spPr>
            <a:xfrm>
              <a:off x="813083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1818" name="Google Shape;1818;p90"/>
            <p:cNvSpPr txBox="1"/>
            <p:nvPr/>
          </p:nvSpPr>
          <p:spPr>
            <a:xfrm>
              <a:off x="3374738" y="3951950"/>
              <a:ext cx="7935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Del</a:t>
              </a:r>
              <a:endParaRPr b="1" sz="800">
                <a:latin typeface="Red Hat Display"/>
                <a:ea typeface="Red Hat Display"/>
                <a:cs typeface="Red Hat Display"/>
                <a:sym typeface="Red Hat Display"/>
              </a:endParaRPr>
            </a:p>
          </p:txBody>
        </p:sp>
        <p:sp>
          <p:nvSpPr>
            <p:cNvPr id="1819" name="Google Shape;1819;p90"/>
            <p:cNvSpPr txBox="1"/>
            <p:nvPr/>
          </p:nvSpPr>
          <p:spPr>
            <a:xfrm>
              <a:off x="184895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Def</a:t>
              </a:r>
              <a:endParaRPr b="1" sz="800">
                <a:latin typeface="Red Hat Display"/>
                <a:ea typeface="Red Hat Display"/>
                <a:cs typeface="Red Hat Display"/>
                <a:sym typeface="Red Hat Display"/>
              </a:endParaRPr>
            </a:p>
          </p:txBody>
        </p:sp>
        <p:sp>
          <p:nvSpPr>
            <p:cNvPr id="1820" name="Google Shape;1820;p90"/>
            <p:cNvSpPr/>
            <p:nvPr/>
          </p:nvSpPr>
          <p:spPr>
            <a:xfrm rot="5400000">
              <a:off x="6949375" y="220250"/>
              <a:ext cx="253200" cy="7064400"/>
            </a:xfrm>
            <a:prstGeom prst="leftBrace">
              <a:avLst>
                <a:gd fmla="val 50000" name="adj1"/>
                <a:gd fmla="val 3625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21" name="Google Shape;1821;p90"/>
            <p:cNvCxnSpPr>
              <a:endCxn id="1815" idx="3"/>
            </p:cNvCxnSpPr>
            <p:nvPr/>
          </p:nvCxnSpPr>
          <p:spPr>
            <a:xfrm rot="10800000">
              <a:off x="4521733" y="3055794"/>
              <a:ext cx="3066600" cy="0"/>
            </a:xfrm>
            <a:prstGeom prst="straightConnector1">
              <a:avLst/>
            </a:prstGeom>
            <a:noFill/>
            <a:ln cap="flat" cmpd="sng" w="19050">
              <a:solidFill>
                <a:schemeClr val="accent1"/>
              </a:solidFill>
              <a:prstDash val="solid"/>
              <a:round/>
              <a:headEnd len="med" w="med" type="none"/>
              <a:tailEnd len="med" w="med" type="triangle"/>
            </a:ln>
          </p:spPr>
        </p:cxnSp>
        <p:cxnSp>
          <p:nvCxnSpPr>
            <p:cNvPr id="1822" name="Google Shape;1822;p90"/>
            <p:cNvCxnSpPr>
              <a:stCxn id="1815" idx="1"/>
              <a:endCxn id="1819" idx="0"/>
            </p:cNvCxnSpPr>
            <p:nvPr/>
          </p:nvCxnSpPr>
          <p:spPr>
            <a:xfrm flipH="1">
              <a:off x="2287033" y="3055794"/>
              <a:ext cx="1358400" cy="896100"/>
            </a:xfrm>
            <a:prstGeom prst="curvedConnector2">
              <a:avLst/>
            </a:prstGeom>
            <a:noFill/>
            <a:ln cap="flat" cmpd="sng" w="19050">
              <a:solidFill>
                <a:schemeClr val="accent1"/>
              </a:solidFill>
              <a:prstDash val="solid"/>
              <a:round/>
              <a:headEnd len="med" w="med" type="none"/>
              <a:tailEnd len="med" w="med" type="triangle"/>
            </a:ln>
          </p:spPr>
        </p:cxnSp>
        <p:cxnSp>
          <p:nvCxnSpPr>
            <p:cNvPr id="1823" name="Google Shape;1823;p90"/>
            <p:cNvCxnSpPr>
              <a:stCxn id="1819" idx="3"/>
              <a:endCxn id="1818" idx="1"/>
            </p:cNvCxnSpPr>
            <p:nvPr/>
          </p:nvCxnSpPr>
          <p:spPr>
            <a:xfrm>
              <a:off x="2725250" y="4152040"/>
              <a:ext cx="649500" cy="0"/>
            </a:xfrm>
            <a:prstGeom prst="straightConnector1">
              <a:avLst/>
            </a:prstGeom>
            <a:noFill/>
            <a:ln cap="flat" cmpd="sng" w="19050">
              <a:solidFill>
                <a:schemeClr val="accent1"/>
              </a:solidFill>
              <a:prstDash val="solid"/>
              <a:round/>
              <a:headEnd len="med" w="med" type="none"/>
              <a:tailEnd len="med" w="med" type="triangle"/>
            </a:ln>
          </p:spPr>
        </p:cxnSp>
        <p:cxnSp>
          <p:nvCxnSpPr>
            <p:cNvPr id="1824" name="Google Shape;1824;p90"/>
            <p:cNvCxnSpPr>
              <a:stCxn id="1818" idx="3"/>
              <a:endCxn id="1814" idx="1"/>
            </p:cNvCxnSpPr>
            <p:nvPr/>
          </p:nvCxnSpPr>
          <p:spPr>
            <a:xfrm>
              <a:off x="4168238" y="4152050"/>
              <a:ext cx="578700" cy="0"/>
            </a:xfrm>
            <a:prstGeom prst="straightConnector1">
              <a:avLst/>
            </a:prstGeom>
            <a:noFill/>
            <a:ln cap="flat" cmpd="sng" w="19050">
              <a:solidFill>
                <a:schemeClr val="accent1"/>
              </a:solidFill>
              <a:prstDash val="solid"/>
              <a:round/>
              <a:headEnd len="med" w="med" type="none"/>
              <a:tailEnd len="med" w="med" type="triangle"/>
            </a:ln>
          </p:spPr>
        </p:cxnSp>
        <p:cxnSp>
          <p:nvCxnSpPr>
            <p:cNvPr id="1825" name="Google Shape;1825;p90"/>
            <p:cNvCxnSpPr>
              <a:stCxn id="1814" idx="3"/>
              <a:endCxn id="1813" idx="1"/>
            </p:cNvCxnSpPr>
            <p:nvPr/>
          </p:nvCxnSpPr>
          <p:spPr>
            <a:xfrm>
              <a:off x="5623190" y="4152056"/>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1826" name="Google Shape;1826;p90"/>
            <p:cNvCxnSpPr>
              <a:stCxn id="1813" idx="3"/>
              <a:endCxn id="1817" idx="1"/>
            </p:cNvCxnSpPr>
            <p:nvPr/>
          </p:nvCxnSpPr>
          <p:spPr>
            <a:xfrm>
              <a:off x="7420010" y="4152044"/>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1827" name="Google Shape;1827;p90"/>
            <p:cNvCxnSpPr>
              <a:stCxn id="1817" idx="3"/>
              <a:endCxn id="1816" idx="1"/>
            </p:cNvCxnSpPr>
            <p:nvPr/>
          </p:nvCxnSpPr>
          <p:spPr>
            <a:xfrm>
              <a:off x="9007130" y="4152040"/>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1828" name="Google Shape;1828;p90"/>
            <p:cNvCxnSpPr>
              <a:stCxn id="1820" idx="1"/>
              <a:endCxn id="1812" idx="2"/>
            </p:cNvCxnSpPr>
            <p:nvPr/>
          </p:nvCxnSpPr>
          <p:spPr>
            <a:xfrm rot="10800000">
              <a:off x="8035877" y="3255950"/>
              <a:ext cx="11100" cy="369900"/>
            </a:xfrm>
            <a:prstGeom prst="straightConnector1">
              <a:avLst/>
            </a:prstGeom>
            <a:noFill/>
            <a:ln cap="flat" cmpd="sng" w="19050">
              <a:solidFill>
                <a:schemeClr val="accent1"/>
              </a:solidFill>
              <a:prstDash val="solid"/>
              <a:round/>
              <a:headEnd len="med" w="med" type="none"/>
              <a:tailEnd len="med" w="med" type="triangle"/>
            </a:ln>
          </p:spPr>
        </p:cxnSp>
        <p:sp>
          <p:nvSpPr>
            <p:cNvPr id="1829" name="Google Shape;1829;p90"/>
            <p:cNvSpPr txBox="1"/>
            <p:nvPr/>
          </p:nvSpPr>
          <p:spPr>
            <a:xfrm>
              <a:off x="7097951" y="1937729"/>
              <a:ext cx="18759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1830" name="Google Shape;1830;p90"/>
            <p:cNvCxnSpPr>
              <a:stCxn id="1829" idx="2"/>
              <a:endCxn id="1812" idx="0"/>
            </p:cNvCxnSpPr>
            <p:nvPr/>
          </p:nvCxnSpPr>
          <p:spPr>
            <a:xfrm>
              <a:off x="8035901" y="2337929"/>
              <a:ext cx="0" cy="517800"/>
            </a:xfrm>
            <a:prstGeom prst="straightConnector1">
              <a:avLst/>
            </a:prstGeom>
            <a:noFill/>
            <a:ln cap="flat" cmpd="sng" w="19050">
              <a:solidFill>
                <a:schemeClr val="accent1"/>
              </a:solidFill>
              <a:prstDash val="solid"/>
              <a:round/>
              <a:headEnd len="med" w="med" type="none"/>
              <a:tailEnd len="med" w="med" type="triangle"/>
            </a:ln>
          </p:spPr>
        </p:cxnSp>
        <p:sp>
          <p:nvSpPr>
            <p:cNvPr id="1831" name="Google Shape;1831;p90"/>
            <p:cNvSpPr/>
            <p:nvPr/>
          </p:nvSpPr>
          <p:spPr>
            <a:xfrm>
              <a:off x="1504950" y="4829175"/>
              <a:ext cx="1550124" cy="1091448"/>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1832" name="Google Shape;1832;p90"/>
            <p:cNvCxnSpPr>
              <a:stCxn id="1831" idx="3"/>
            </p:cNvCxnSpPr>
            <p:nvPr/>
          </p:nvCxnSpPr>
          <p:spPr>
            <a:xfrm>
              <a:off x="3055074" y="5374899"/>
              <a:ext cx="507600" cy="10200"/>
            </a:xfrm>
            <a:prstGeom prst="straightConnector1">
              <a:avLst/>
            </a:prstGeom>
            <a:noFill/>
            <a:ln cap="flat" cmpd="sng" w="19050">
              <a:solidFill>
                <a:schemeClr val="accent1"/>
              </a:solidFill>
              <a:prstDash val="solid"/>
              <a:round/>
              <a:headEnd len="med" w="med" type="none"/>
              <a:tailEnd len="med" w="med" type="triangle"/>
            </a:ln>
          </p:spPr>
        </p:cxnSp>
        <p:sp>
          <p:nvSpPr>
            <p:cNvPr id="1833" name="Google Shape;1833;p90"/>
            <p:cNvSpPr txBox="1"/>
            <p:nvPr/>
          </p:nvSpPr>
          <p:spPr>
            <a:xfrm>
              <a:off x="8159475" y="442505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1834" name="Google Shape;1834;p90"/>
            <p:cNvCxnSpPr>
              <a:stCxn id="1813" idx="3"/>
              <a:endCxn id="1833" idx="1"/>
            </p:cNvCxnSpPr>
            <p:nvPr/>
          </p:nvCxnSpPr>
          <p:spPr>
            <a:xfrm>
              <a:off x="7420010" y="4152044"/>
              <a:ext cx="739500" cy="473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1835" name="Google Shape;1835;p90"/>
            <p:cNvCxnSpPr>
              <a:stCxn id="1833" idx="3"/>
              <a:endCxn id="1836" idx="1"/>
            </p:cNvCxnSpPr>
            <p:nvPr/>
          </p:nvCxnSpPr>
          <p:spPr>
            <a:xfrm>
              <a:off x="9035775" y="4625150"/>
              <a:ext cx="682200" cy="9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1836" name="Google Shape;1836;p90"/>
            <p:cNvSpPr txBox="1"/>
            <p:nvPr/>
          </p:nvSpPr>
          <p:spPr>
            <a:xfrm>
              <a:off x="9717950" y="4425050"/>
              <a:ext cx="981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grpSp>
      <p:sp>
        <p:nvSpPr>
          <p:cNvPr id="1837" name="Google Shape;1837;p90"/>
          <p:cNvSpPr/>
          <p:nvPr/>
        </p:nvSpPr>
        <p:spPr>
          <a:xfrm>
            <a:off x="4756199" y="4093125"/>
            <a:ext cx="3595800" cy="20238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90"/>
          <p:cNvSpPr txBox="1"/>
          <p:nvPr/>
        </p:nvSpPr>
        <p:spPr>
          <a:xfrm>
            <a:off x="6701470" y="4260721"/>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1839" name="Google Shape;1839;p90"/>
          <p:cNvSpPr txBox="1"/>
          <p:nvPr/>
        </p:nvSpPr>
        <p:spPr>
          <a:xfrm>
            <a:off x="6128238" y="4884590"/>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1840" name="Google Shape;1840;p90"/>
          <p:cNvSpPr txBox="1"/>
          <p:nvPr/>
        </p:nvSpPr>
        <p:spPr>
          <a:xfrm>
            <a:off x="5179721" y="488459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1841" name="Google Shape;1841;p90"/>
          <p:cNvSpPr txBox="1"/>
          <p:nvPr/>
        </p:nvSpPr>
        <p:spPr>
          <a:xfrm>
            <a:off x="5823100" y="426071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1842" name="Google Shape;1842;p90"/>
          <p:cNvSpPr txBox="1"/>
          <p:nvPr/>
        </p:nvSpPr>
        <p:spPr>
          <a:xfrm>
            <a:off x="7663193" y="4884599"/>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1843" name="Google Shape;1843;p90"/>
          <p:cNvSpPr txBox="1"/>
          <p:nvPr/>
        </p:nvSpPr>
        <p:spPr>
          <a:xfrm>
            <a:off x="6943276" y="488458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1844" name="Google Shape;1844;p90"/>
          <p:cNvSpPr/>
          <p:nvPr/>
        </p:nvSpPr>
        <p:spPr>
          <a:xfrm rot="5400000">
            <a:off x="7034550" y="3743650"/>
            <a:ext cx="144000" cy="2054700"/>
          </a:xfrm>
          <a:prstGeom prst="leftBrace">
            <a:avLst>
              <a:gd fmla="val 50000" name="adj1"/>
              <a:gd fmla="val 59984"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45" name="Google Shape;1845;p90"/>
          <p:cNvCxnSpPr>
            <a:stCxn id="1838" idx="1"/>
            <a:endCxn id="1841" idx="3"/>
          </p:cNvCxnSpPr>
          <p:nvPr/>
        </p:nvCxnSpPr>
        <p:spPr>
          <a:xfrm rot="10800000">
            <a:off x="6220570" y="4374571"/>
            <a:ext cx="480900" cy="0"/>
          </a:xfrm>
          <a:prstGeom prst="straightConnector1">
            <a:avLst/>
          </a:prstGeom>
          <a:noFill/>
          <a:ln cap="flat" cmpd="sng" w="19050">
            <a:solidFill>
              <a:schemeClr val="accent1"/>
            </a:solidFill>
            <a:prstDash val="solid"/>
            <a:round/>
            <a:headEnd len="med" w="med" type="none"/>
            <a:tailEnd len="med" w="med" type="triangle"/>
          </a:ln>
        </p:spPr>
      </p:cxnSp>
      <p:cxnSp>
        <p:nvCxnSpPr>
          <p:cNvPr id="1846" name="Google Shape;1846;p90"/>
          <p:cNvCxnSpPr>
            <a:stCxn id="1841" idx="1"/>
            <a:endCxn id="1840" idx="0"/>
          </p:cNvCxnSpPr>
          <p:nvPr/>
        </p:nvCxnSpPr>
        <p:spPr>
          <a:xfrm flipH="1">
            <a:off x="5378500" y="4374564"/>
            <a:ext cx="444600" cy="510000"/>
          </a:xfrm>
          <a:prstGeom prst="curvedConnector2">
            <a:avLst/>
          </a:prstGeom>
          <a:noFill/>
          <a:ln cap="flat" cmpd="sng" w="19050">
            <a:solidFill>
              <a:schemeClr val="accent1"/>
            </a:solidFill>
            <a:prstDash val="solid"/>
            <a:round/>
            <a:headEnd len="med" w="med" type="none"/>
            <a:tailEnd len="med" w="med" type="triangle"/>
          </a:ln>
        </p:spPr>
      </p:cxnSp>
      <p:cxnSp>
        <p:nvCxnSpPr>
          <p:cNvPr id="1847" name="Google Shape;1847;p90"/>
          <p:cNvCxnSpPr>
            <a:stCxn id="1840" idx="3"/>
            <a:endCxn id="1839" idx="1"/>
          </p:cNvCxnSpPr>
          <p:nvPr/>
        </p:nvCxnSpPr>
        <p:spPr>
          <a:xfrm>
            <a:off x="5577221" y="4998447"/>
            <a:ext cx="551100" cy="0"/>
          </a:xfrm>
          <a:prstGeom prst="straightConnector1">
            <a:avLst/>
          </a:prstGeom>
          <a:noFill/>
          <a:ln cap="flat" cmpd="sng" w="19050">
            <a:solidFill>
              <a:schemeClr val="accent1"/>
            </a:solidFill>
            <a:prstDash val="solid"/>
            <a:round/>
            <a:headEnd len="med" w="med" type="none"/>
            <a:tailEnd len="med" w="med" type="triangle"/>
          </a:ln>
        </p:spPr>
      </p:cxnSp>
      <p:cxnSp>
        <p:nvCxnSpPr>
          <p:cNvPr id="1848" name="Google Shape;1848;p90"/>
          <p:cNvCxnSpPr>
            <a:stCxn id="1839" idx="3"/>
            <a:endCxn id="1843" idx="1"/>
          </p:cNvCxnSpPr>
          <p:nvPr/>
        </p:nvCxnSpPr>
        <p:spPr>
          <a:xfrm>
            <a:off x="6620838" y="4998440"/>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1849" name="Google Shape;1849;p90"/>
          <p:cNvCxnSpPr>
            <a:stCxn id="1843" idx="3"/>
            <a:endCxn id="1842" idx="1"/>
          </p:cNvCxnSpPr>
          <p:nvPr/>
        </p:nvCxnSpPr>
        <p:spPr>
          <a:xfrm>
            <a:off x="7340776" y="4998437"/>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1850" name="Google Shape;1850;p90"/>
          <p:cNvCxnSpPr>
            <a:stCxn id="1844" idx="1"/>
            <a:endCxn id="1838" idx="2"/>
          </p:cNvCxnSpPr>
          <p:nvPr/>
        </p:nvCxnSpPr>
        <p:spPr>
          <a:xfrm rot="10800000">
            <a:off x="6900209" y="4488400"/>
            <a:ext cx="1200" cy="210600"/>
          </a:xfrm>
          <a:prstGeom prst="straightConnector1">
            <a:avLst/>
          </a:prstGeom>
          <a:noFill/>
          <a:ln cap="flat" cmpd="sng" w="19050">
            <a:solidFill>
              <a:schemeClr val="accent1"/>
            </a:solidFill>
            <a:prstDash val="solid"/>
            <a:round/>
            <a:headEnd len="med" w="med" type="none"/>
            <a:tailEnd len="med" w="med" type="triangle"/>
          </a:ln>
        </p:spPr>
      </p:cxnSp>
      <p:sp>
        <p:nvSpPr>
          <p:cNvPr id="1851" name="Google Shape;1851;p90"/>
          <p:cNvSpPr txBox="1"/>
          <p:nvPr/>
        </p:nvSpPr>
        <p:spPr>
          <a:xfrm>
            <a:off x="6413011" y="3698475"/>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1852" name="Google Shape;1852;p90"/>
          <p:cNvCxnSpPr>
            <a:stCxn id="1851" idx="2"/>
            <a:endCxn id="1838" idx="0"/>
          </p:cNvCxnSpPr>
          <p:nvPr/>
        </p:nvCxnSpPr>
        <p:spPr>
          <a:xfrm>
            <a:off x="6900211" y="3926175"/>
            <a:ext cx="0" cy="334500"/>
          </a:xfrm>
          <a:prstGeom prst="straightConnector1">
            <a:avLst/>
          </a:prstGeom>
          <a:noFill/>
          <a:ln cap="flat" cmpd="sng" w="19050">
            <a:solidFill>
              <a:schemeClr val="accent1"/>
            </a:solidFill>
            <a:prstDash val="solid"/>
            <a:round/>
            <a:headEnd len="med" w="med" type="none"/>
            <a:tailEnd len="med" w="med" type="triangle"/>
          </a:ln>
        </p:spPr>
      </p:cxnSp>
      <p:sp>
        <p:nvSpPr>
          <p:cNvPr id="1853" name="Google Shape;1853;p90"/>
          <p:cNvSpPr/>
          <p:nvPr/>
        </p:nvSpPr>
        <p:spPr>
          <a:xfrm>
            <a:off x="5080777" y="5307622"/>
            <a:ext cx="703134" cy="621162"/>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1854" name="Google Shape;1854;p90"/>
          <p:cNvCxnSpPr/>
          <p:nvPr/>
        </p:nvCxnSpPr>
        <p:spPr>
          <a:xfrm>
            <a:off x="5783913" y="5618193"/>
            <a:ext cx="230100" cy="5700"/>
          </a:xfrm>
          <a:prstGeom prst="straightConnector1">
            <a:avLst/>
          </a:prstGeom>
          <a:noFill/>
          <a:ln cap="flat" cmpd="sng" w="19050">
            <a:solidFill>
              <a:schemeClr val="accent1"/>
            </a:solidFill>
            <a:prstDash val="solid"/>
            <a:round/>
            <a:headEnd len="med" w="med" type="none"/>
            <a:tailEnd len="med" w="med" type="triangle"/>
          </a:ln>
        </p:spPr>
      </p:cxnSp>
      <p:sp>
        <p:nvSpPr>
          <p:cNvPr id="1855" name="Google Shape;1855;p90"/>
          <p:cNvSpPr txBox="1"/>
          <p:nvPr/>
        </p:nvSpPr>
        <p:spPr>
          <a:xfrm>
            <a:off x="6956269" y="515383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1856" name="Google Shape;1856;p90"/>
          <p:cNvCxnSpPr>
            <a:stCxn id="1839" idx="3"/>
            <a:endCxn id="1855" idx="1"/>
          </p:cNvCxnSpPr>
          <p:nvPr/>
        </p:nvCxnSpPr>
        <p:spPr>
          <a:xfrm>
            <a:off x="6620838" y="4998440"/>
            <a:ext cx="335400" cy="269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1857" name="Google Shape;1857;p90"/>
          <p:cNvCxnSpPr>
            <a:stCxn id="1855" idx="3"/>
            <a:endCxn id="1858" idx="1"/>
          </p:cNvCxnSpPr>
          <p:nvPr/>
        </p:nvCxnSpPr>
        <p:spPr>
          <a:xfrm>
            <a:off x="7353769" y="5267684"/>
            <a:ext cx="309300" cy="6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1858" name="Google Shape;1858;p90"/>
          <p:cNvSpPr txBox="1"/>
          <p:nvPr/>
        </p:nvSpPr>
        <p:spPr>
          <a:xfrm>
            <a:off x="7663193" y="5153834"/>
            <a:ext cx="4452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cxnSp>
        <p:nvCxnSpPr>
          <p:cNvPr id="1859" name="Google Shape;1859;p90"/>
          <p:cNvCxnSpPr>
            <a:stCxn id="1811" idx="3"/>
            <a:endCxn id="1851" idx="0"/>
          </p:cNvCxnSpPr>
          <p:nvPr/>
        </p:nvCxnSpPr>
        <p:spPr>
          <a:xfrm>
            <a:off x="5075544" y="2971349"/>
            <a:ext cx="1824600" cy="727200"/>
          </a:xfrm>
          <a:prstGeom prst="curvedConnector2">
            <a:avLst/>
          </a:prstGeom>
          <a:noFill/>
          <a:ln cap="flat" cmpd="sng" w="28575">
            <a:solidFill>
              <a:schemeClr val="accent1"/>
            </a:solidFill>
            <a:prstDash val="solid"/>
            <a:round/>
            <a:headEnd len="med" w="med" type="none"/>
            <a:tailEnd len="med" w="med" type="triangle"/>
          </a:ln>
        </p:spPr>
      </p:cxnSp>
      <p:cxnSp>
        <p:nvCxnSpPr>
          <p:cNvPr id="1860" name="Google Shape;1860;p90"/>
          <p:cNvCxnSpPr>
            <a:stCxn id="1837" idx="3"/>
            <a:endCxn id="1861" idx="0"/>
          </p:cNvCxnSpPr>
          <p:nvPr/>
        </p:nvCxnSpPr>
        <p:spPr>
          <a:xfrm>
            <a:off x="8351999" y="5105025"/>
            <a:ext cx="1990800" cy="905400"/>
          </a:xfrm>
          <a:prstGeom prst="curvedConnector2">
            <a:avLst/>
          </a:prstGeom>
          <a:noFill/>
          <a:ln cap="flat" cmpd="sng" w="28575">
            <a:solidFill>
              <a:schemeClr val="accent1"/>
            </a:solidFill>
            <a:prstDash val="solid"/>
            <a:round/>
            <a:headEnd len="med" w="med" type="none"/>
            <a:tailEnd len="med" w="med" type="triangle"/>
          </a:ln>
        </p:spPr>
      </p:cxnSp>
      <p:sp>
        <p:nvSpPr>
          <p:cNvPr id="1861" name="Google Shape;1861;p90"/>
          <p:cNvSpPr txBox="1"/>
          <p:nvPr/>
        </p:nvSpPr>
        <p:spPr>
          <a:xfrm>
            <a:off x="9855648" y="6010500"/>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1862" name="Google Shape;1862;p90"/>
          <p:cNvCxnSpPr>
            <a:stCxn id="1861" idx="2"/>
            <a:endCxn id="1863" idx="0"/>
          </p:cNvCxnSpPr>
          <p:nvPr/>
        </p:nvCxnSpPr>
        <p:spPr>
          <a:xfrm>
            <a:off x="10342848" y="6238200"/>
            <a:ext cx="0" cy="175500"/>
          </a:xfrm>
          <a:prstGeom prst="straightConnector1">
            <a:avLst/>
          </a:prstGeom>
          <a:noFill/>
          <a:ln cap="flat" cmpd="sng" w="19050">
            <a:solidFill>
              <a:schemeClr val="accent1"/>
            </a:solidFill>
            <a:prstDash val="solid"/>
            <a:round/>
            <a:headEnd len="med" w="med" type="none"/>
            <a:tailEnd len="med" w="med" type="triangle"/>
          </a:ln>
        </p:spPr>
      </p:cxnSp>
      <p:sp>
        <p:nvSpPr>
          <p:cNvPr id="1864" name="Google Shape;1864;p90"/>
          <p:cNvSpPr txBox="1"/>
          <p:nvPr/>
        </p:nvSpPr>
        <p:spPr>
          <a:xfrm>
            <a:off x="5096550" y="19568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Development</a:t>
            </a:r>
            <a:endParaRPr>
              <a:latin typeface="Red Hat Display"/>
              <a:ea typeface="Red Hat Display"/>
              <a:cs typeface="Red Hat Display"/>
              <a:sym typeface="Red Hat Display"/>
            </a:endParaRPr>
          </a:p>
        </p:txBody>
      </p:sp>
      <p:sp>
        <p:nvSpPr>
          <p:cNvPr id="1865" name="Google Shape;1865;p90"/>
          <p:cNvSpPr txBox="1"/>
          <p:nvPr/>
        </p:nvSpPr>
        <p:spPr>
          <a:xfrm>
            <a:off x="8353240" y="4090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Qualification</a:t>
            </a:r>
            <a:endParaRPr>
              <a:latin typeface="Red Hat Display"/>
              <a:ea typeface="Red Hat Display"/>
              <a:cs typeface="Red Hat Display"/>
              <a:sym typeface="Red Hat Display"/>
            </a:endParaRPr>
          </a:p>
        </p:txBody>
      </p:sp>
      <p:sp>
        <p:nvSpPr>
          <p:cNvPr id="1866" name="Google Shape;1866;p90"/>
          <p:cNvSpPr txBox="1"/>
          <p:nvPr/>
        </p:nvSpPr>
        <p:spPr>
          <a:xfrm>
            <a:off x="10334440" y="5233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next…</a:t>
            </a:r>
            <a:endParaRPr>
              <a:latin typeface="Red Hat Display"/>
              <a:ea typeface="Red Hat Display"/>
              <a:cs typeface="Red Hat Display"/>
              <a:sym typeface="Red Hat Display"/>
            </a:endParaRPr>
          </a:p>
        </p:txBody>
      </p:sp>
      <p:pic>
        <p:nvPicPr>
          <p:cNvPr id="1867" name="Google Shape;1867;p90"/>
          <p:cNvPicPr preferRelativeResize="0"/>
          <p:nvPr/>
        </p:nvPicPr>
        <p:blipFill>
          <a:blip r:embed="rId3">
            <a:alphaModFix/>
          </a:blip>
          <a:stretch>
            <a:fillRect/>
          </a:stretch>
        </p:blipFill>
        <p:spPr>
          <a:xfrm>
            <a:off x="6192425" y="2736043"/>
            <a:ext cx="399057" cy="400200"/>
          </a:xfrm>
          <a:prstGeom prst="rect">
            <a:avLst/>
          </a:prstGeom>
          <a:noFill/>
          <a:ln>
            <a:noFill/>
          </a:ln>
        </p:spPr>
      </p:pic>
      <p:pic>
        <p:nvPicPr>
          <p:cNvPr id="1868" name="Google Shape;1868;p90"/>
          <p:cNvPicPr preferRelativeResize="0"/>
          <p:nvPr/>
        </p:nvPicPr>
        <p:blipFill>
          <a:blip r:embed="rId3">
            <a:alphaModFix/>
          </a:blip>
          <a:stretch>
            <a:fillRect/>
          </a:stretch>
        </p:blipFill>
        <p:spPr>
          <a:xfrm>
            <a:off x="9392825" y="4869643"/>
            <a:ext cx="399057" cy="400200"/>
          </a:xfrm>
          <a:prstGeom prst="rect">
            <a:avLst/>
          </a:prstGeom>
          <a:noFill/>
          <a:ln>
            <a:noFill/>
          </a:ln>
        </p:spPr>
      </p:pic>
      <p:cxnSp>
        <p:nvCxnSpPr>
          <p:cNvPr id="1869" name="Google Shape;1869;p90"/>
          <p:cNvCxnSpPr>
            <a:stCxn id="1837" idx="1"/>
            <a:endCxn id="1811" idx="2"/>
          </p:cNvCxnSpPr>
          <p:nvPr/>
        </p:nvCxnSpPr>
        <p:spPr>
          <a:xfrm rot="10800000">
            <a:off x="2771099" y="3983325"/>
            <a:ext cx="1985100" cy="1121700"/>
          </a:xfrm>
          <a:prstGeom prst="curvedConnector2">
            <a:avLst/>
          </a:prstGeom>
          <a:noFill/>
          <a:ln cap="flat" cmpd="sng" w="28575">
            <a:solidFill>
              <a:schemeClr val="accent1"/>
            </a:solidFill>
            <a:prstDash val="solid"/>
            <a:round/>
            <a:headEnd len="med" w="med" type="none"/>
            <a:tailEnd len="med" w="med" type="triangle"/>
          </a:ln>
        </p:spPr>
      </p:cxnSp>
      <p:sp>
        <p:nvSpPr>
          <p:cNvPr id="1870" name="Google Shape;1870;p90"/>
          <p:cNvSpPr txBox="1"/>
          <p:nvPr/>
        </p:nvSpPr>
        <p:spPr>
          <a:xfrm>
            <a:off x="2034402" y="4415750"/>
            <a:ext cx="138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Feedback</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Test Results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Error Reports</a:t>
            </a:r>
            <a:endParaRPr>
              <a:latin typeface="Red Hat Display"/>
              <a:ea typeface="Red Hat Display"/>
              <a:cs typeface="Red Hat Display"/>
              <a:sym typeface="Red Hat Display"/>
            </a:endParaRPr>
          </a:p>
        </p:txBody>
      </p:sp>
      <p:sp>
        <p:nvSpPr>
          <p:cNvPr id="1871" name="Google Shape;1871;p90"/>
          <p:cNvSpPr txBox="1"/>
          <p:nvPr/>
        </p:nvSpPr>
        <p:spPr>
          <a:xfrm>
            <a:off x="6625275" y="2732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sp>
        <p:nvSpPr>
          <p:cNvPr id="1872" name="Google Shape;1872;p90"/>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6" name="Shape 1876"/>
        <p:cNvGrpSpPr/>
        <p:nvPr/>
      </p:nvGrpSpPr>
      <p:grpSpPr>
        <a:xfrm>
          <a:off x="0" y="0"/>
          <a:ext cx="0" cy="0"/>
          <a:chOff x="0" y="0"/>
          <a:chExt cx="0" cy="0"/>
        </a:xfrm>
      </p:grpSpPr>
      <p:cxnSp>
        <p:nvCxnSpPr>
          <p:cNvPr id="1877" name="Google Shape;1877;p91"/>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1878" name="Google Shape;1878;p91"/>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1879" name="Google Shape;1879;p91"/>
          <p:cNvSpPr txBox="1"/>
          <p:nvPr/>
        </p:nvSpPr>
        <p:spPr>
          <a:xfrm>
            <a:off x="1789402" y="3227475"/>
            <a:ext cx="15819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latin typeface="Red Hat Text"/>
                <a:ea typeface="Red Hat Text"/>
                <a:cs typeface="Red Hat Text"/>
                <a:sym typeface="Red Hat Text"/>
              </a:rPr>
              <a:t>Define</a:t>
            </a:r>
            <a:endParaRPr sz="3400">
              <a:latin typeface="Red Hat Text"/>
              <a:ea typeface="Red Hat Text"/>
              <a:cs typeface="Red Hat Text"/>
              <a:sym typeface="Red Hat Text"/>
            </a:endParaRPr>
          </a:p>
        </p:txBody>
      </p:sp>
      <p:sp>
        <p:nvSpPr>
          <p:cNvPr id="1880" name="Google Shape;1880;p91"/>
          <p:cNvSpPr txBox="1"/>
          <p:nvPr/>
        </p:nvSpPr>
        <p:spPr>
          <a:xfrm>
            <a:off x="5233652" y="3227475"/>
            <a:ext cx="15819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latin typeface="Red Hat Text"/>
                <a:ea typeface="Red Hat Text"/>
                <a:cs typeface="Red Hat Text"/>
                <a:sym typeface="Red Hat Text"/>
              </a:rPr>
              <a:t>Deliver</a:t>
            </a:r>
            <a:endParaRPr sz="3400">
              <a:latin typeface="Red Hat Text"/>
              <a:ea typeface="Red Hat Text"/>
              <a:cs typeface="Red Hat Text"/>
              <a:sym typeface="Red Hat Text"/>
            </a:endParaRPr>
          </a:p>
        </p:txBody>
      </p:sp>
      <p:sp>
        <p:nvSpPr>
          <p:cNvPr id="1881" name="Google Shape;1881;p91"/>
          <p:cNvSpPr txBox="1"/>
          <p:nvPr/>
        </p:nvSpPr>
        <p:spPr>
          <a:xfrm>
            <a:off x="8677902" y="3227475"/>
            <a:ext cx="15819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latin typeface="Red Hat Text"/>
                <a:ea typeface="Red Hat Text"/>
                <a:cs typeface="Red Hat Text"/>
                <a:sym typeface="Red Hat Text"/>
              </a:rPr>
              <a:t>Deploy</a:t>
            </a:r>
            <a:endParaRPr sz="3400">
              <a:latin typeface="Red Hat Text"/>
              <a:ea typeface="Red Hat Text"/>
              <a:cs typeface="Red Hat Text"/>
              <a:sym typeface="Red Hat Text"/>
            </a:endParaRPr>
          </a:p>
        </p:txBody>
      </p:sp>
      <p:sp>
        <p:nvSpPr>
          <p:cNvPr id="1882" name="Google Shape;1882;p91"/>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9"/>
                                        </p:tgtEl>
                                        <p:attrNameLst>
                                          <p:attrName>style.visibility</p:attrName>
                                        </p:attrNameLst>
                                      </p:cBhvr>
                                      <p:to>
                                        <p:strVal val="visible"/>
                                      </p:to>
                                    </p:set>
                                    <p:animEffect filter="fade" transition="in">
                                      <p:cBhvr>
                                        <p:cTn dur="1000"/>
                                        <p:tgtEl>
                                          <p:spTgt spid="18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0"/>
                                        </p:tgtEl>
                                        <p:attrNameLst>
                                          <p:attrName>style.visibility</p:attrName>
                                        </p:attrNameLst>
                                      </p:cBhvr>
                                      <p:to>
                                        <p:strVal val="visible"/>
                                      </p:to>
                                    </p:set>
                                    <p:animEffect filter="fade" transition="in">
                                      <p:cBhvr>
                                        <p:cTn dur="1000"/>
                                        <p:tgtEl>
                                          <p:spTgt spid="18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1"/>
                                        </p:tgtEl>
                                        <p:attrNameLst>
                                          <p:attrName>style.visibility</p:attrName>
                                        </p:attrNameLst>
                                      </p:cBhvr>
                                      <p:to>
                                        <p:strVal val="visible"/>
                                      </p:to>
                                    </p:set>
                                    <p:animEffect filter="fade" transition="in">
                                      <p:cBhvr>
                                        <p:cTn dur="1000"/>
                                        <p:tgtEl>
                                          <p:spTgt spid="18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6" name="Shape 1886"/>
        <p:cNvGrpSpPr/>
        <p:nvPr/>
      </p:nvGrpSpPr>
      <p:grpSpPr>
        <a:xfrm>
          <a:off x="0" y="0"/>
          <a:ext cx="0" cy="0"/>
          <a:chOff x="0" y="0"/>
          <a:chExt cx="0" cy="0"/>
        </a:xfrm>
      </p:grpSpPr>
      <p:sp>
        <p:nvSpPr>
          <p:cNvPr id="1887" name="Google Shape;1887;p92"/>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92"/>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92"/>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90" name="Google Shape;1890;p92"/>
          <p:cNvCxnSpPr/>
          <p:nvPr/>
        </p:nvCxnSpPr>
        <p:spPr>
          <a:xfrm rot="10800000">
            <a:off x="628996" y="2928263"/>
            <a:ext cx="1829700" cy="0"/>
          </a:xfrm>
          <a:prstGeom prst="straightConnector1">
            <a:avLst/>
          </a:prstGeom>
          <a:noFill/>
          <a:ln cap="flat" cmpd="sng" w="9525">
            <a:solidFill>
              <a:schemeClr val="lt1"/>
            </a:solidFill>
            <a:prstDash val="solid"/>
            <a:round/>
            <a:headEnd len="med" w="med" type="none"/>
            <a:tailEnd len="med" w="med" type="triangle"/>
          </a:ln>
        </p:spPr>
      </p:cxnSp>
      <p:grpSp>
        <p:nvGrpSpPr>
          <p:cNvPr id="1891" name="Google Shape;1891;p92"/>
          <p:cNvGrpSpPr/>
          <p:nvPr/>
        </p:nvGrpSpPr>
        <p:grpSpPr>
          <a:xfrm>
            <a:off x="804290" y="2333645"/>
            <a:ext cx="1353015" cy="1352039"/>
            <a:chOff x="1890725" y="3600450"/>
            <a:chExt cx="1011600" cy="962100"/>
          </a:xfrm>
        </p:grpSpPr>
        <p:pic>
          <p:nvPicPr>
            <p:cNvPr id="1892" name="Google Shape;1892;p92"/>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1893" name="Google Shape;1893;p92"/>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4" name="Google Shape;1894;p92"/>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1895" name="Google Shape;1895;p92"/>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6" name="Google Shape;1896;p92"/>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1897" name="Google Shape;1897;p92"/>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92"/>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92"/>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00" name="Google Shape;1900;p92"/>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1901" name="Google Shape;1901;p92"/>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1902" name="Google Shape;1902;p92"/>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1903" name="Google Shape;1903;p92"/>
          <p:cNvSpPr txBox="1"/>
          <p:nvPr/>
        </p:nvSpPr>
        <p:spPr>
          <a:xfrm>
            <a:off x="4943475" y="857250"/>
            <a:ext cx="246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1904" name="Google Shape;1904;p92"/>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1905" name="Google Shape;1905;p92"/>
          <p:cNvSpPr txBox="1"/>
          <p:nvPr/>
        </p:nvSpPr>
        <p:spPr>
          <a:xfrm>
            <a:off x="390134" y="1465040"/>
            <a:ext cx="2181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Secure Content Distribution</a:t>
            </a:r>
            <a:endParaRPr sz="1600">
              <a:latin typeface="Red Hat Text"/>
              <a:ea typeface="Red Hat Text"/>
              <a:cs typeface="Red Hat Text"/>
              <a:sym typeface="Red Hat Text"/>
            </a:endParaRPr>
          </a:p>
        </p:txBody>
      </p:sp>
      <p:grpSp>
        <p:nvGrpSpPr>
          <p:cNvPr id="1906" name="Google Shape;1906;p92"/>
          <p:cNvGrpSpPr/>
          <p:nvPr/>
        </p:nvGrpSpPr>
        <p:grpSpPr>
          <a:xfrm>
            <a:off x="914400" y="5545246"/>
            <a:ext cx="1023528" cy="647688"/>
            <a:chOff x="914400" y="5545246"/>
            <a:chExt cx="1023528" cy="647688"/>
          </a:xfrm>
        </p:grpSpPr>
        <p:sp>
          <p:nvSpPr>
            <p:cNvPr id="1907" name="Google Shape;1907;p92"/>
            <p:cNvSpPr/>
            <p:nvPr/>
          </p:nvSpPr>
          <p:spPr>
            <a:xfrm>
              <a:off x="914400" y="55452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1908" name="Google Shape;1908;p92"/>
            <p:cNvSpPr/>
            <p:nvPr/>
          </p:nvSpPr>
          <p:spPr>
            <a:xfrm>
              <a:off x="990600" y="56214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1909" name="Google Shape;1909;p92"/>
            <p:cNvSpPr/>
            <p:nvPr/>
          </p:nvSpPr>
          <p:spPr>
            <a:xfrm>
              <a:off x="1066800" y="5697646"/>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grpSp>
      <p:sp>
        <p:nvSpPr>
          <p:cNvPr id="1910" name="Google Shape;1910;p92"/>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92"/>
          <p:cNvSpPr/>
          <p:nvPr/>
        </p:nvSpPr>
        <p:spPr>
          <a:xfrm>
            <a:off x="3333750" y="51339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1</a:t>
            </a:r>
            <a:endParaRPr b="1" sz="800"/>
          </a:p>
        </p:txBody>
      </p:sp>
      <p:cxnSp>
        <p:nvCxnSpPr>
          <p:cNvPr id="1912" name="Google Shape;1912;p92"/>
          <p:cNvCxnSpPr>
            <a:stCxn id="1909" idx="3"/>
            <a:endCxn id="1911" idx="1"/>
          </p:cNvCxnSpPr>
          <p:nvPr/>
        </p:nvCxnSpPr>
        <p:spPr>
          <a:xfrm flipH="1" rot="10800000">
            <a:off x="1937928" y="5381590"/>
            <a:ext cx="1395900" cy="563700"/>
          </a:xfrm>
          <a:prstGeom prst="bentConnector3">
            <a:avLst>
              <a:gd fmla="val 49997" name="adj1"/>
            </a:avLst>
          </a:prstGeom>
          <a:noFill/>
          <a:ln cap="flat" cmpd="sng" w="28575">
            <a:solidFill>
              <a:schemeClr val="dk1"/>
            </a:solidFill>
            <a:prstDash val="solid"/>
            <a:round/>
            <a:headEnd len="med" w="med" type="none"/>
            <a:tailEnd len="med" w="med" type="triangle"/>
          </a:ln>
        </p:spPr>
      </p:cxnSp>
      <p:grpSp>
        <p:nvGrpSpPr>
          <p:cNvPr id="1913" name="Google Shape;1913;p92"/>
          <p:cNvGrpSpPr/>
          <p:nvPr/>
        </p:nvGrpSpPr>
        <p:grpSpPr>
          <a:xfrm>
            <a:off x="7926525" y="1781175"/>
            <a:ext cx="3303600" cy="1181100"/>
            <a:chOff x="6286500" y="1209675"/>
            <a:chExt cx="3303600" cy="1181100"/>
          </a:xfrm>
        </p:grpSpPr>
        <p:sp>
          <p:nvSpPr>
            <p:cNvPr id="1914" name="Google Shape;1914;p92"/>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15" name="Google Shape;1915;p92"/>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1916" name="Google Shape;1916;p92"/>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1917" name="Google Shape;1917;p92"/>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1918" name="Google Shape;1918;p92"/>
          <p:cNvGrpSpPr/>
          <p:nvPr/>
        </p:nvGrpSpPr>
        <p:grpSpPr>
          <a:xfrm>
            <a:off x="7926525" y="3343275"/>
            <a:ext cx="3303600" cy="1181100"/>
            <a:chOff x="6229350" y="2828925"/>
            <a:chExt cx="3303600" cy="1181100"/>
          </a:xfrm>
        </p:grpSpPr>
        <p:sp>
          <p:nvSpPr>
            <p:cNvPr id="1919" name="Google Shape;1919;p92"/>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0" name="Google Shape;1920;p92"/>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1921" name="Google Shape;1921;p92"/>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1922" name="Google Shape;1922;p92"/>
          <p:cNvGrpSpPr/>
          <p:nvPr/>
        </p:nvGrpSpPr>
        <p:grpSpPr>
          <a:xfrm>
            <a:off x="7926525" y="4867275"/>
            <a:ext cx="3303600" cy="1181100"/>
            <a:chOff x="6229350" y="4314825"/>
            <a:chExt cx="3303600" cy="1181100"/>
          </a:xfrm>
        </p:grpSpPr>
        <p:sp>
          <p:nvSpPr>
            <p:cNvPr id="1923" name="Google Shape;1923;p92"/>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4" name="Google Shape;1924;p92"/>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1925" name="Google Shape;1925;p92"/>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1926" name="Google Shape;1926;p92"/>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1927" name="Google Shape;1927;p92"/>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1928" name="Google Shape;1928;p92"/>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1929" name="Google Shape;1929;p92"/>
          <p:cNvSpPr/>
          <p:nvPr/>
        </p:nvSpPr>
        <p:spPr>
          <a:xfrm>
            <a:off x="6076950" y="545812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1</a:t>
            </a:r>
            <a:endParaRPr b="1" sz="800"/>
          </a:p>
        </p:txBody>
      </p:sp>
      <p:sp>
        <p:nvSpPr>
          <p:cNvPr id="1930" name="Google Shape;1930;p92"/>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1931" name="Google Shape;1931;p92"/>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Dev Content </a:t>
            </a:r>
            <a:endParaRPr b="1" sz="800"/>
          </a:p>
          <a:p>
            <a:pPr indent="0" lvl="0" marL="0" rtl="0" algn="l">
              <a:spcBef>
                <a:spcPts val="0"/>
              </a:spcBef>
              <a:spcAft>
                <a:spcPts val="0"/>
              </a:spcAft>
              <a:buNone/>
            </a:pPr>
            <a:r>
              <a:t/>
            </a:r>
            <a:endParaRPr b="1" sz="800"/>
          </a:p>
        </p:txBody>
      </p:sp>
      <p:sp>
        <p:nvSpPr>
          <p:cNvPr id="1932" name="Google Shape;1932;p92"/>
          <p:cNvSpPr/>
          <p:nvPr/>
        </p:nvSpPr>
        <p:spPr>
          <a:xfrm>
            <a:off x="1295400" y="43401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92"/>
          <p:cNvSpPr/>
          <p:nvPr/>
        </p:nvSpPr>
        <p:spPr>
          <a:xfrm>
            <a:off x="1273576" y="3882900"/>
            <a:ext cx="4221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92"/>
          <p:cNvSpPr/>
          <p:nvPr/>
        </p:nvSpPr>
        <p:spPr>
          <a:xfrm>
            <a:off x="1295400" y="5254500"/>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92"/>
          <p:cNvSpPr txBox="1"/>
          <p:nvPr/>
        </p:nvSpPr>
        <p:spPr>
          <a:xfrm>
            <a:off x="76204" y="4284450"/>
            <a:ext cx="1199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Content</a:t>
            </a:r>
            <a:endParaRPr sz="1600">
              <a:latin typeface="Red Hat Text"/>
              <a:ea typeface="Red Hat Text"/>
              <a:cs typeface="Red Hat Text"/>
              <a:sym typeface="Red Hat Text"/>
            </a:endParaRPr>
          </a:p>
          <a:p>
            <a:pPr indent="0" lvl="0" marL="0" rtl="0" algn="ctr">
              <a:spcBef>
                <a:spcPts val="0"/>
              </a:spcBef>
              <a:spcAft>
                <a:spcPts val="0"/>
              </a:spcAft>
              <a:buNone/>
            </a:pPr>
            <a:r>
              <a:rPr lang="en" sz="1600">
                <a:latin typeface="Red Hat Text"/>
                <a:ea typeface="Red Hat Text"/>
                <a:cs typeface="Red Hat Text"/>
                <a:sym typeface="Red Hat Text"/>
              </a:rPr>
              <a:t>Filtering</a:t>
            </a:r>
            <a:endParaRPr sz="1600">
              <a:latin typeface="Red Hat Text"/>
              <a:ea typeface="Red Hat Text"/>
              <a:cs typeface="Red Hat Text"/>
              <a:sym typeface="Red Hat Text"/>
            </a:endParaRPr>
          </a:p>
        </p:txBody>
      </p:sp>
      <p:sp>
        <p:nvSpPr>
          <p:cNvPr id="1936" name="Google Shape;1936;p92"/>
          <p:cNvSpPr txBox="1"/>
          <p:nvPr/>
        </p:nvSpPr>
        <p:spPr>
          <a:xfrm>
            <a:off x="1852137" y="6150075"/>
            <a:ext cx="182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Baseline</a:t>
            </a:r>
            <a:endParaRPr sz="1600">
              <a:latin typeface="Red Hat Text"/>
              <a:ea typeface="Red Hat Text"/>
              <a:cs typeface="Red Hat Text"/>
              <a:sym typeface="Red Hat Text"/>
            </a:endParaRPr>
          </a:p>
        </p:txBody>
      </p:sp>
      <p:sp>
        <p:nvSpPr>
          <p:cNvPr id="1937" name="Google Shape;1937;p92"/>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1938" name="Google Shape;1938;p92"/>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cxnSp>
        <p:nvCxnSpPr>
          <p:cNvPr id="1939" name="Google Shape;1939;p92"/>
          <p:cNvCxnSpPr>
            <a:stCxn id="1911" idx="3"/>
            <a:endCxn id="1929" idx="1"/>
          </p:cNvCxnSpPr>
          <p:nvPr/>
        </p:nvCxnSpPr>
        <p:spPr>
          <a:xfrm>
            <a:off x="4204878" y="5381619"/>
            <a:ext cx="1872000" cy="3243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1940" name="Google Shape;1940;p92"/>
          <p:cNvCxnSpPr>
            <a:stCxn id="1929" idx="3"/>
            <a:endCxn id="1923"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sp>
        <p:nvSpPr>
          <p:cNvPr id="1941" name="Google Shape;1941;p92"/>
          <p:cNvSpPr txBox="1"/>
          <p:nvPr/>
        </p:nvSpPr>
        <p:spPr>
          <a:xfrm>
            <a:off x="5081617"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Access</a:t>
            </a:r>
            <a:endParaRPr sz="1600">
              <a:latin typeface="Red Hat Text"/>
              <a:ea typeface="Red Hat Text"/>
              <a:cs typeface="Red Hat Text"/>
              <a:sym typeface="Red Hat Text"/>
            </a:endParaRPr>
          </a:p>
        </p:txBody>
      </p:sp>
      <p:sp>
        <p:nvSpPr>
          <p:cNvPr id="1942" name="Google Shape;1942;p92"/>
          <p:cNvSpPr txBox="1"/>
          <p:nvPr/>
        </p:nvSpPr>
        <p:spPr>
          <a:xfrm>
            <a:off x="7925025"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Delivery</a:t>
            </a:r>
            <a:endParaRPr sz="1600">
              <a:latin typeface="Red Hat Text"/>
              <a:ea typeface="Red Hat Text"/>
              <a:cs typeface="Red Hat Text"/>
              <a:sym typeface="Red Hat Text"/>
            </a:endParaRPr>
          </a:p>
        </p:txBody>
      </p:sp>
      <p:sp>
        <p:nvSpPr>
          <p:cNvPr id="1943" name="Google Shape;1943;p92"/>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sp>
        <p:nvSpPr>
          <p:cNvPr id="1944" name="Google Shape;1944;p92"/>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3"/>
                                        </p:tgtEl>
                                        <p:attrNameLst>
                                          <p:attrName>style.visibility</p:attrName>
                                        </p:attrNameLst>
                                      </p:cBhvr>
                                      <p:to>
                                        <p:strVal val="visible"/>
                                      </p:to>
                                    </p:set>
                                    <p:animEffect filter="fade" transition="in">
                                      <p:cBhvr>
                                        <p:cTn dur="1000"/>
                                        <p:tgtEl>
                                          <p:spTgt spid="19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32"/>
                                        </p:tgtEl>
                                        <p:attrNameLst>
                                          <p:attrName>style.visibility</p:attrName>
                                        </p:attrNameLst>
                                      </p:cBhvr>
                                      <p:to>
                                        <p:strVal val="visible"/>
                                      </p:to>
                                    </p:set>
                                    <p:animEffect filter="fade" transition="in">
                                      <p:cBhvr>
                                        <p:cTn dur="1000"/>
                                        <p:tgtEl>
                                          <p:spTgt spid="193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10"/>
                                        </p:tgtEl>
                                        <p:attrNameLst>
                                          <p:attrName>style.visibility</p:attrName>
                                        </p:attrNameLst>
                                      </p:cBhvr>
                                      <p:to>
                                        <p:strVal val="visible"/>
                                      </p:to>
                                    </p:set>
                                    <p:animEffect filter="fade" transition="in">
                                      <p:cBhvr>
                                        <p:cTn dur="1000"/>
                                        <p:tgtEl>
                                          <p:spTgt spid="191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34"/>
                                        </p:tgtEl>
                                        <p:attrNameLst>
                                          <p:attrName>style.visibility</p:attrName>
                                        </p:attrNameLst>
                                      </p:cBhvr>
                                      <p:to>
                                        <p:strVal val="visible"/>
                                      </p:to>
                                    </p:set>
                                    <p:animEffect filter="fade" transition="in">
                                      <p:cBhvr>
                                        <p:cTn dur="1000"/>
                                        <p:tgtEl>
                                          <p:spTgt spid="193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906"/>
                                        </p:tgtEl>
                                        <p:attrNameLst>
                                          <p:attrName>style.visibility</p:attrName>
                                        </p:attrNameLst>
                                      </p:cBhvr>
                                      <p:to>
                                        <p:strVal val="visible"/>
                                      </p:to>
                                    </p:set>
                                    <p:animEffect filter="fade" transition="in">
                                      <p:cBhvr>
                                        <p:cTn dur="1000"/>
                                        <p:tgtEl>
                                          <p:spTgt spid="1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2"/>
                                        </p:tgtEl>
                                        <p:attrNameLst>
                                          <p:attrName>style.visibility</p:attrName>
                                        </p:attrNameLst>
                                      </p:cBhvr>
                                      <p:to>
                                        <p:strVal val="visible"/>
                                      </p:to>
                                    </p:set>
                                    <p:animEffect filter="fade" transition="in">
                                      <p:cBhvr>
                                        <p:cTn dur="1000"/>
                                        <p:tgtEl>
                                          <p:spTgt spid="19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11"/>
                                        </p:tgtEl>
                                        <p:attrNameLst>
                                          <p:attrName>style.visibility</p:attrName>
                                        </p:attrNameLst>
                                      </p:cBhvr>
                                      <p:to>
                                        <p:strVal val="visible"/>
                                      </p:to>
                                    </p:set>
                                    <p:animEffect filter="fade" transition="in">
                                      <p:cBhvr>
                                        <p:cTn dur="1000"/>
                                        <p:tgtEl>
                                          <p:spTgt spid="191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39"/>
                                        </p:tgtEl>
                                        <p:attrNameLst>
                                          <p:attrName>style.visibility</p:attrName>
                                        </p:attrNameLst>
                                      </p:cBhvr>
                                      <p:to>
                                        <p:strVal val="visible"/>
                                      </p:to>
                                    </p:set>
                                    <p:animEffect filter="fade" transition="in">
                                      <p:cBhvr>
                                        <p:cTn dur="1000"/>
                                        <p:tgtEl>
                                          <p:spTgt spid="193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29"/>
                                        </p:tgtEl>
                                        <p:attrNameLst>
                                          <p:attrName>style.visibility</p:attrName>
                                        </p:attrNameLst>
                                      </p:cBhvr>
                                      <p:to>
                                        <p:strVal val="visible"/>
                                      </p:to>
                                    </p:set>
                                    <p:animEffect filter="fade" transition="in">
                                      <p:cBhvr>
                                        <p:cTn dur="1000"/>
                                        <p:tgtEl>
                                          <p:spTgt spid="192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931"/>
                                        </p:tgtEl>
                                        <p:attrNameLst>
                                          <p:attrName>style.visibility</p:attrName>
                                        </p:attrNameLst>
                                      </p:cBhvr>
                                      <p:to>
                                        <p:strVal val="visible"/>
                                      </p:to>
                                    </p:set>
                                    <p:animEffect filter="fade" transition="in">
                                      <p:cBhvr>
                                        <p:cTn dur="1000"/>
                                        <p:tgtEl>
                                          <p:spTgt spid="1931"/>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940"/>
                                        </p:tgtEl>
                                        <p:attrNameLst>
                                          <p:attrName>style.visibility</p:attrName>
                                        </p:attrNameLst>
                                      </p:cBhvr>
                                      <p:to>
                                        <p:strVal val="visible"/>
                                      </p:to>
                                    </p:set>
                                    <p:animEffect filter="fade" transition="in">
                                      <p:cBhvr>
                                        <p:cTn dur="1000"/>
                                        <p:tgtEl>
                                          <p:spTgt spid="19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93"/>
          <p:cNvSpPr/>
          <p:nvPr/>
        </p:nvSpPr>
        <p:spPr>
          <a:xfrm>
            <a:off x="914400" y="55452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1950" name="Google Shape;1950;p93"/>
          <p:cNvSpPr/>
          <p:nvPr/>
        </p:nvSpPr>
        <p:spPr>
          <a:xfrm>
            <a:off x="990600" y="56214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1951" name="Google Shape;1951;p93"/>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93"/>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93"/>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54" name="Google Shape;1954;p93"/>
          <p:cNvCxnSpPr/>
          <p:nvPr/>
        </p:nvCxnSpPr>
        <p:spPr>
          <a:xfrm rot="10800000">
            <a:off x="628996" y="2928263"/>
            <a:ext cx="1829700" cy="0"/>
          </a:xfrm>
          <a:prstGeom prst="straightConnector1">
            <a:avLst/>
          </a:prstGeom>
          <a:noFill/>
          <a:ln cap="flat" cmpd="sng" w="9525">
            <a:solidFill>
              <a:schemeClr val="lt1"/>
            </a:solidFill>
            <a:prstDash val="solid"/>
            <a:round/>
            <a:headEnd len="med" w="med" type="none"/>
            <a:tailEnd len="med" w="med" type="triangle"/>
          </a:ln>
        </p:spPr>
      </p:cxnSp>
      <p:grpSp>
        <p:nvGrpSpPr>
          <p:cNvPr id="1955" name="Google Shape;1955;p93"/>
          <p:cNvGrpSpPr/>
          <p:nvPr/>
        </p:nvGrpSpPr>
        <p:grpSpPr>
          <a:xfrm>
            <a:off x="804290" y="2333645"/>
            <a:ext cx="1353015" cy="1352039"/>
            <a:chOff x="1890725" y="3600450"/>
            <a:chExt cx="1011600" cy="962100"/>
          </a:xfrm>
        </p:grpSpPr>
        <p:pic>
          <p:nvPicPr>
            <p:cNvPr id="1956" name="Google Shape;1956;p93"/>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1957" name="Google Shape;1957;p93"/>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8" name="Google Shape;1958;p93"/>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1959" name="Google Shape;1959;p93"/>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60" name="Google Shape;1960;p93"/>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1961" name="Google Shape;1961;p93"/>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93"/>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93"/>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64" name="Google Shape;1964;p93"/>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1965" name="Google Shape;1965;p93"/>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1966" name="Google Shape;1966;p93"/>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1967" name="Google Shape;1967;p93"/>
          <p:cNvSpPr txBox="1"/>
          <p:nvPr/>
        </p:nvSpPr>
        <p:spPr>
          <a:xfrm>
            <a:off x="4943475" y="857250"/>
            <a:ext cx="246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1968" name="Google Shape;1968;p93"/>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1969" name="Google Shape;1969;p93"/>
          <p:cNvSpPr txBox="1"/>
          <p:nvPr/>
        </p:nvSpPr>
        <p:spPr>
          <a:xfrm>
            <a:off x="390134" y="1465040"/>
            <a:ext cx="2181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Secure Content Distribution</a:t>
            </a:r>
            <a:endParaRPr sz="1600">
              <a:latin typeface="Red Hat Text"/>
              <a:ea typeface="Red Hat Text"/>
              <a:cs typeface="Red Hat Text"/>
              <a:sym typeface="Red Hat Text"/>
            </a:endParaRPr>
          </a:p>
        </p:txBody>
      </p:sp>
      <p:sp>
        <p:nvSpPr>
          <p:cNvPr id="1970" name="Google Shape;1970;p93"/>
          <p:cNvSpPr/>
          <p:nvPr/>
        </p:nvSpPr>
        <p:spPr>
          <a:xfrm>
            <a:off x="1066800" y="5697646"/>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1971" name="Google Shape;1971;p93"/>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93"/>
          <p:cNvSpPr/>
          <p:nvPr/>
        </p:nvSpPr>
        <p:spPr>
          <a:xfrm>
            <a:off x="3333750" y="33051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1</a:t>
            </a:r>
            <a:endParaRPr b="1" sz="800"/>
          </a:p>
        </p:txBody>
      </p:sp>
      <p:sp>
        <p:nvSpPr>
          <p:cNvPr id="1973" name="Google Shape;1973;p93"/>
          <p:cNvSpPr/>
          <p:nvPr/>
        </p:nvSpPr>
        <p:spPr>
          <a:xfrm>
            <a:off x="3333750" y="42195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2</a:t>
            </a:r>
            <a:endParaRPr b="1" sz="800"/>
          </a:p>
        </p:txBody>
      </p:sp>
      <p:sp>
        <p:nvSpPr>
          <p:cNvPr id="1974" name="Google Shape;1974;p93"/>
          <p:cNvSpPr/>
          <p:nvPr/>
        </p:nvSpPr>
        <p:spPr>
          <a:xfrm>
            <a:off x="3333750" y="51339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3</a:t>
            </a:r>
            <a:endParaRPr b="1" sz="800"/>
          </a:p>
        </p:txBody>
      </p:sp>
      <p:cxnSp>
        <p:nvCxnSpPr>
          <p:cNvPr id="1975" name="Google Shape;1975;p93"/>
          <p:cNvCxnSpPr>
            <a:stCxn id="1970" idx="3"/>
            <a:endCxn id="1972" idx="1"/>
          </p:cNvCxnSpPr>
          <p:nvPr/>
        </p:nvCxnSpPr>
        <p:spPr>
          <a:xfrm flipH="1" rot="10800000">
            <a:off x="1937928" y="3552790"/>
            <a:ext cx="1395900" cy="23925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1976" name="Google Shape;1976;p93"/>
          <p:cNvCxnSpPr>
            <a:stCxn id="1970" idx="3"/>
            <a:endCxn id="1973" idx="1"/>
          </p:cNvCxnSpPr>
          <p:nvPr/>
        </p:nvCxnSpPr>
        <p:spPr>
          <a:xfrm flipH="1" rot="10800000">
            <a:off x="1937928" y="4467190"/>
            <a:ext cx="1395900" cy="14781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1977" name="Google Shape;1977;p93"/>
          <p:cNvCxnSpPr>
            <a:stCxn id="1970" idx="3"/>
            <a:endCxn id="1974" idx="1"/>
          </p:cNvCxnSpPr>
          <p:nvPr/>
        </p:nvCxnSpPr>
        <p:spPr>
          <a:xfrm flipH="1" rot="10800000">
            <a:off x="1937928" y="5381590"/>
            <a:ext cx="1395900" cy="563700"/>
          </a:xfrm>
          <a:prstGeom prst="bentConnector3">
            <a:avLst>
              <a:gd fmla="val 49997" name="adj1"/>
            </a:avLst>
          </a:prstGeom>
          <a:noFill/>
          <a:ln cap="flat" cmpd="sng" w="28575">
            <a:solidFill>
              <a:schemeClr val="dk1"/>
            </a:solidFill>
            <a:prstDash val="solid"/>
            <a:round/>
            <a:headEnd len="med" w="med" type="none"/>
            <a:tailEnd len="med" w="med" type="triangle"/>
          </a:ln>
        </p:spPr>
      </p:cxnSp>
      <p:grpSp>
        <p:nvGrpSpPr>
          <p:cNvPr id="1978" name="Google Shape;1978;p93"/>
          <p:cNvGrpSpPr/>
          <p:nvPr/>
        </p:nvGrpSpPr>
        <p:grpSpPr>
          <a:xfrm>
            <a:off x="7926525" y="1781175"/>
            <a:ext cx="3303600" cy="1181100"/>
            <a:chOff x="6286500" y="1209675"/>
            <a:chExt cx="3303600" cy="1181100"/>
          </a:xfrm>
        </p:grpSpPr>
        <p:sp>
          <p:nvSpPr>
            <p:cNvPr id="1979" name="Google Shape;1979;p93"/>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80" name="Google Shape;1980;p93"/>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1981" name="Google Shape;1981;p93"/>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1982" name="Google Shape;1982;p93"/>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1983" name="Google Shape;1983;p93"/>
          <p:cNvGrpSpPr/>
          <p:nvPr/>
        </p:nvGrpSpPr>
        <p:grpSpPr>
          <a:xfrm>
            <a:off x="7926525" y="3343275"/>
            <a:ext cx="3303600" cy="1181100"/>
            <a:chOff x="6229350" y="2828925"/>
            <a:chExt cx="3303600" cy="1181100"/>
          </a:xfrm>
        </p:grpSpPr>
        <p:sp>
          <p:nvSpPr>
            <p:cNvPr id="1984" name="Google Shape;1984;p93"/>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85" name="Google Shape;1985;p93"/>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1986" name="Google Shape;1986;p93"/>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1987" name="Google Shape;1987;p93"/>
          <p:cNvGrpSpPr/>
          <p:nvPr/>
        </p:nvGrpSpPr>
        <p:grpSpPr>
          <a:xfrm>
            <a:off x="7926525" y="4867275"/>
            <a:ext cx="3303600" cy="1181100"/>
            <a:chOff x="6229350" y="4314825"/>
            <a:chExt cx="3303600" cy="1181100"/>
          </a:xfrm>
        </p:grpSpPr>
        <p:sp>
          <p:nvSpPr>
            <p:cNvPr id="1988" name="Google Shape;1988;p93"/>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89" name="Google Shape;1989;p93"/>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1990" name="Google Shape;1990;p93"/>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1991" name="Google Shape;1991;p93"/>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1992" name="Google Shape;1992;p93"/>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1993" name="Google Shape;1993;p93"/>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1994" name="Google Shape;1994;p93"/>
          <p:cNvSpPr/>
          <p:nvPr/>
        </p:nvSpPr>
        <p:spPr>
          <a:xfrm>
            <a:off x="6076950" y="545812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3</a:t>
            </a:r>
            <a:endParaRPr b="1" sz="800"/>
          </a:p>
        </p:txBody>
      </p:sp>
      <p:sp>
        <p:nvSpPr>
          <p:cNvPr id="1995" name="Google Shape;1995;p93"/>
          <p:cNvSpPr/>
          <p:nvPr/>
        </p:nvSpPr>
        <p:spPr>
          <a:xfrm>
            <a:off x="6076950" y="39244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1</a:t>
            </a:r>
            <a:endParaRPr b="1" sz="800"/>
          </a:p>
        </p:txBody>
      </p:sp>
      <p:sp>
        <p:nvSpPr>
          <p:cNvPr id="1996" name="Google Shape;1996;p93"/>
          <p:cNvSpPr/>
          <p:nvPr/>
        </p:nvSpPr>
        <p:spPr>
          <a:xfrm>
            <a:off x="6076950" y="23907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1</a:t>
            </a:r>
            <a:endParaRPr b="1" sz="800"/>
          </a:p>
        </p:txBody>
      </p:sp>
      <p:sp>
        <p:nvSpPr>
          <p:cNvPr id="1997" name="Google Shape;1997;p93"/>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1998" name="Google Shape;1998;p93"/>
          <p:cNvSpPr/>
          <p:nvPr/>
        </p:nvSpPr>
        <p:spPr>
          <a:xfrm>
            <a:off x="5162550" y="34099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QA Content</a:t>
            </a:r>
            <a:endParaRPr b="1" sz="800"/>
          </a:p>
          <a:p>
            <a:pPr indent="0" lvl="0" marL="0" rtl="0" algn="l">
              <a:spcBef>
                <a:spcPts val="0"/>
              </a:spcBef>
              <a:spcAft>
                <a:spcPts val="0"/>
              </a:spcAft>
              <a:buNone/>
            </a:pPr>
            <a:r>
              <a:t/>
            </a:r>
            <a:endParaRPr b="1" sz="800"/>
          </a:p>
        </p:txBody>
      </p:sp>
      <p:sp>
        <p:nvSpPr>
          <p:cNvPr id="1999" name="Google Shape;1999;p93"/>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Dev Content </a:t>
            </a:r>
            <a:endParaRPr b="1" sz="800"/>
          </a:p>
          <a:p>
            <a:pPr indent="0" lvl="0" marL="0" rtl="0" algn="l">
              <a:spcBef>
                <a:spcPts val="0"/>
              </a:spcBef>
              <a:spcAft>
                <a:spcPts val="0"/>
              </a:spcAft>
              <a:buNone/>
            </a:pPr>
            <a:r>
              <a:t/>
            </a:r>
            <a:endParaRPr b="1" sz="800"/>
          </a:p>
        </p:txBody>
      </p:sp>
      <p:sp>
        <p:nvSpPr>
          <p:cNvPr id="2000" name="Google Shape;2000;p93"/>
          <p:cNvSpPr/>
          <p:nvPr/>
        </p:nvSpPr>
        <p:spPr>
          <a:xfrm>
            <a:off x="1295400" y="43401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93"/>
          <p:cNvSpPr/>
          <p:nvPr/>
        </p:nvSpPr>
        <p:spPr>
          <a:xfrm>
            <a:off x="1273576" y="3882900"/>
            <a:ext cx="4221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93"/>
          <p:cNvSpPr/>
          <p:nvPr/>
        </p:nvSpPr>
        <p:spPr>
          <a:xfrm>
            <a:off x="1295400" y="5254500"/>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93"/>
          <p:cNvSpPr txBox="1"/>
          <p:nvPr/>
        </p:nvSpPr>
        <p:spPr>
          <a:xfrm>
            <a:off x="76204" y="4284450"/>
            <a:ext cx="1199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Content</a:t>
            </a:r>
            <a:endParaRPr sz="1600">
              <a:latin typeface="Red Hat Text"/>
              <a:ea typeface="Red Hat Text"/>
              <a:cs typeface="Red Hat Text"/>
              <a:sym typeface="Red Hat Text"/>
            </a:endParaRPr>
          </a:p>
          <a:p>
            <a:pPr indent="0" lvl="0" marL="0" rtl="0" algn="ctr">
              <a:spcBef>
                <a:spcPts val="0"/>
              </a:spcBef>
              <a:spcAft>
                <a:spcPts val="0"/>
              </a:spcAft>
              <a:buNone/>
            </a:pPr>
            <a:r>
              <a:rPr lang="en" sz="1600">
                <a:latin typeface="Red Hat Text"/>
                <a:ea typeface="Red Hat Text"/>
                <a:cs typeface="Red Hat Text"/>
                <a:sym typeface="Red Hat Text"/>
              </a:rPr>
              <a:t>Filtering</a:t>
            </a:r>
            <a:endParaRPr sz="1600">
              <a:latin typeface="Red Hat Text"/>
              <a:ea typeface="Red Hat Text"/>
              <a:cs typeface="Red Hat Text"/>
              <a:sym typeface="Red Hat Text"/>
            </a:endParaRPr>
          </a:p>
        </p:txBody>
      </p:sp>
      <p:sp>
        <p:nvSpPr>
          <p:cNvPr id="2004" name="Google Shape;2004;p93"/>
          <p:cNvSpPr txBox="1"/>
          <p:nvPr/>
        </p:nvSpPr>
        <p:spPr>
          <a:xfrm>
            <a:off x="1852137" y="6150075"/>
            <a:ext cx="182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Baseline</a:t>
            </a:r>
            <a:endParaRPr sz="1600">
              <a:latin typeface="Red Hat Text"/>
              <a:ea typeface="Red Hat Text"/>
              <a:cs typeface="Red Hat Text"/>
              <a:sym typeface="Red Hat Text"/>
            </a:endParaRPr>
          </a:p>
        </p:txBody>
      </p:sp>
      <p:sp>
        <p:nvSpPr>
          <p:cNvPr id="2005" name="Google Shape;2005;p93"/>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2006" name="Google Shape;2006;p93"/>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cxnSp>
        <p:nvCxnSpPr>
          <p:cNvPr id="2007" name="Google Shape;2007;p93"/>
          <p:cNvCxnSpPr>
            <a:stCxn id="1974" idx="3"/>
            <a:endCxn id="1994" idx="1"/>
          </p:cNvCxnSpPr>
          <p:nvPr/>
        </p:nvCxnSpPr>
        <p:spPr>
          <a:xfrm>
            <a:off x="4204878" y="5381619"/>
            <a:ext cx="1872000" cy="3243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2008" name="Google Shape;2008;p93"/>
          <p:cNvCxnSpPr>
            <a:stCxn id="1994" idx="3"/>
            <a:endCxn id="1988"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2009" name="Google Shape;2009;p93"/>
          <p:cNvCxnSpPr>
            <a:stCxn id="1972" idx="3"/>
            <a:endCxn id="1995" idx="1"/>
          </p:cNvCxnSpPr>
          <p:nvPr/>
        </p:nvCxnSpPr>
        <p:spPr>
          <a:xfrm>
            <a:off x="4204878" y="3552819"/>
            <a:ext cx="1872000" cy="619200"/>
          </a:xfrm>
          <a:prstGeom prst="curvedConnector3">
            <a:avLst>
              <a:gd fmla="val 39351" name="adj1"/>
            </a:avLst>
          </a:prstGeom>
          <a:noFill/>
          <a:ln cap="flat" cmpd="sng" w="28575">
            <a:solidFill>
              <a:schemeClr val="dk1"/>
            </a:solidFill>
            <a:prstDash val="solid"/>
            <a:round/>
            <a:headEnd len="med" w="med" type="none"/>
            <a:tailEnd len="med" w="med" type="triangle"/>
          </a:ln>
        </p:spPr>
      </p:cxnSp>
      <p:cxnSp>
        <p:nvCxnSpPr>
          <p:cNvPr id="2010" name="Google Shape;2010;p93"/>
          <p:cNvCxnSpPr>
            <a:stCxn id="1995" idx="3"/>
            <a:endCxn id="1984" idx="1"/>
          </p:cNvCxnSpPr>
          <p:nvPr/>
        </p:nvCxnSpPr>
        <p:spPr>
          <a:xfrm flipH="1" rot="10800000">
            <a:off x="6948078" y="3933894"/>
            <a:ext cx="978300" cy="2382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2011" name="Google Shape;2011;p93"/>
          <p:cNvCxnSpPr>
            <a:stCxn id="1972" idx="3"/>
            <a:endCxn id="1996" idx="1"/>
          </p:cNvCxnSpPr>
          <p:nvPr/>
        </p:nvCxnSpPr>
        <p:spPr>
          <a:xfrm flipH="1" rot="10800000">
            <a:off x="4204878" y="2638419"/>
            <a:ext cx="1872000" cy="9144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2012" name="Google Shape;2012;p93"/>
          <p:cNvCxnSpPr>
            <a:stCxn id="1996" idx="3"/>
            <a:endCxn id="1980" idx="1"/>
          </p:cNvCxnSpPr>
          <p:nvPr/>
        </p:nvCxnSpPr>
        <p:spPr>
          <a:xfrm flipH="1" rot="10800000">
            <a:off x="6948078" y="2371719"/>
            <a:ext cx="1035600" cy="266700"/>
          </a:xfrm>
          <a:prstGeom prst="curvedConnector3">
            <a:avLst>
              <a:gd fmla="val 50000" name="adj1"/>
            </a:avLst>
          </a:prstGeom>
          <a:noFill/>
          <a:ln cap="flat" cmpd="sng" w="28575">
            <a:solidFill>
              <a:schemeClr val="dk1"/>
            </a:solidFill>
            <a:prstDash val="solid"/>
            <a:round/>
            <a:headEnd len="med" w="med" type="none"/>
            <a:tailEnd len="med" w="med" type="triangle"/>
          </a:ln>
        </p:spPr>
      </p:cxnSp>
      <p:sp>
        <p:nvSpPr>
          <p:cNvPr id="2013" name="Google Shape;2013;p93"/>
          <p:cNvSpPr txBox="1"/>
          <p:nvPr/>
        </p:nvSpPr>
        <p:spPr>
          <a:xfrm>
            <a:off x="5081617"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Access</a:t>
            </a:r>
            <a:endParaRPr sz="1600">
              <a:latin typeface="Red Hat Text"/>
              <a:ea typeface="Red Hat Text"/>
              <a:cs typeface="Red Hat Text"/>
              <a:sym typeface="Red Hat Text"/>
            </a:endParaRPr>
          </a:p>
        </p:txBody>
      </p:sp>
      <p:sp>
        <p:nvSpPr>
          <p:cNvPr id="2014" name="Google Shape;2014;p93"/>
          <p:cNvSpPr txBox="1"/>
          <p:nvPr/>
        </p:nvSpPr>
        <p:spPr>
          <a:xfrm>
            <a:off x="7925025"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Delivery</a:t>
            </a:r>
            <a:endParaRPr sz="1600">
              <a:latin typeface="Red Hat Text"/>
              <a:ea typeface="Red Hat Text"/>
              <a:cs typeface="Red Hat Text"/>
              <a:sym typeface="Red Hat Text"/>
            </a:endParaRPr>
          </a:p>
        </p:txBody>
      </p:sp>
      <p:sp>
        <p:nvSpPr>
          <p:cNvPr id="2015" name="Google Shape;2015;p93"/>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sp>
        <p:nvSpPr>
          <p:cNvPr id="2016" name="Google Shape;2016;p93"/>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1000"/>
                                        <p:tgtEl>
                                          <p:spTgt spid="19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72"/>
                                        </p:tgtEl>
                                        <p:attrNameLst>
                                          <p:attrName>style.visibility</p:attrName>
                                        </p:attrNameLst>
                                      </p:cBhvr>
                                      <p:to>
                                        <p:strVal val="visible"/>
                                      </p:to>
                                    </p:set>
                                    <p:animEffect filter="fade" transition="in">
                                      <p:cBhvr>
                                        <p:cTn dur="1000"/>
                                        <p:tgtEl>
                                          <p:spTgt spid="19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5"/>
                                        </p:tgtEl>
                                        <p:attrNameLst>
                                          <p:attrName>style.visibility</p:attrName>
                                        </p:attrNameLst>
                                      </p:cBhvr>
                                      <p:to>
                                        <p:strVal val="visible"/>
                                      </p:to>
                                    </p:set>
                                    <p:animEffect filter="fade" transition="in">
                                      <p:cBhvr>
                                        <p:cTn dur="1000"/>
                                        <p:tgtEl>
                                          <p:spTgt spid="1995"/>
                                        </p:tgtEl>
                                      </p:cBhvr>
                                    </p:animEffect>
                                  </p:childTnLst>
                                </p:cTn>
                              </p:par>
                              <p:par>
                                <p:cTn fill="hold" nodeType="withEffect" presetClass="entr" presetID="10" presetSubtype="0">
                                  <p:stCondLst>
                                    <p:cond delay="0"/>
                                  </p:stCondLst>
                                  <p:childTnLst>
                                    <p:set>
                                      <p:cBhvr>
                                        <p:cTn dur="1" fill="hold">
                                          <p:stCondLst>
                                            <p:cond delay="0"/>
                                          </p:stCondLst>
                                        </p:cTn>
                                        <p:tgtEl>
                                          <p:spTgt spid="2009"/>
                                        </p:tgtEl>
                                        <p:attrNameLst>
                                          <p:attrName>style.visibility</p:attrName>
                                        </p:attrNameLst>
                                      </p:cBhvr>
                                      <p:to>
                                        <p:strVal val="visible"/>
                                      </p:to>
                                    </p:set>
                                    <p:animEffect filter="fade" transition="in">
                                      <p:cBhvr>
                                        <p:cTn dur="1000"/>
                                        <p:tgtEl>
                                          <p:spTgt spid="20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10"/>
                                        </p:tgtEl>
                                        <p:attrNameLst>
                                          <p:attrName>style.visibility</p:attrName>
                                        </p:attrNameLst>
                                      </p:cBhvr>
                                      <p:to>
                                        <p:strVal val="visible"/>
                                      </p:to>
                                    </p:set>
                                    <p:animEffect filter="fade" transition="in">
                                      <p:cBhvr>
                                        <p:cTn dur="1000"/>
                                        <p:tgtEl>
                                          <p:spTgt spid="201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98"/>
                                        </p:tgtEl>
                                        <p:attrNameLst>
                                          <p:attrName>style.visibility</p:attrName>
                                        </p:attrNameLst>
                                      </p:cBhvr>
                                      <p:to>
                                        <p:strVal val="visible"/>
                                      </p:to>
                                    </p:set>
                                    <p:animEffect filter="fade" transition="in">
                                      <p:cBhvr>
                                        <p:cTn dur="1000"/>
                                        <p:tgtEl>
                                          <p:spTgt spid="19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1"/>
                                        </p:tgtEl>
                                        <p:attrNameLst>
                                          <p:attrName>style.visibility</p:attrName>
                                        </p:attrNameLst>
                                      </p:cBhvr>
                                      <p:to>
                                        <p:strVal val="visible"/>
                                      </p:to>
                                    </p:set>
                                    <p:animEffect filter="fade" transition="in">
                                      <p:cBhvr>
                                        <p:cTn dur="1000"/>
                                        <p:tgtEl>
                                          <p:spTgt spid="20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96"/>
                                        </p:tgtEl>
                                        <p:attrNameLst>
                                          <p:attrName>style.visibility</p:attrName>
                                        </p:attrNameLst>
                                      </p:cBhvr>
                                      <p:to>
                                        <p:strVal val="visible"/>
                                      </p:to>
                                    </p:set>
                                    <p:animEffect filter="fade" transition="in">
                                      <p:cBhvr>
                                        <p:cTn dur="1000"/>
                                        <p:tgtEl>
                                          <p:spTgt spid="19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12"/>
                                        </p:tgtEl>
                                        <p:attrNameLst>
                                          <p:attrName>style.visibility</p:attrName>
                                        </p:attrNameLst>
                                      </p:cBhvr>
                                      <p:to>
                                        <p:strVal val="visible"/>
                                      </p:to>
                                    </p:set>
                                    <p:animEffect filter="fade" transition="in">
                                      <p:cBhvr>
                                        <p:cTn dur="1000"/>
                                        <p:tgtEl>
                                          <p:spTgt spid="20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7"/>
                                        </p:tgtEl>
                                        <p:attrNameLst>
                                          <p:attrName>style.visibility</p:attrName>
                                        </p:attrNameLst>
                                      </p:cBhvr>
                                      <p:to>
                                        <p:strVal val="visible"/>
                                      </p:to>
                                    </p:set>
                                    <p:animEffect filter="fade" transition="in">
                                      <p:cBhvr>
                                        <p:cTn dur="1000"/>
                                        <p:tgtEl>
                                          <p:spTgt spid="1977"/>
                                        </p:tgtEl>
                                      </p:cBhvr>
                                    </p:animEffect>
                                  </p:childTnLst>
                                </p:cTn>
                              </p:par>
                              <p:par>
                                <p:cTn fill="hold" nodeType="withEffect" presetClass="entr" presetID="10" presetSubtype="0">
                                  <p:stCondLst>
                                    <p:cond delay="0"/>
                                  </p:stCondLst>
                                  <p:childTnLst>
                                    <p:set>
                                      <p:cBhvr>
                                        <p:cTn dur="1" fill="hold">
                                          <p:stCondLst>
                                            <p:cond delay="0"/>
                                          </p:stCondLst>
                                        </p:cTn>
                                        <p:tgtEl>
                                          <p:spTgt spid="1974"/>
                                        </p:tgtEl>
                                        <p:attrNameLst>
                                          <p:attrName>style.visibility</p:attrName>
                                        </p:attrNameLst>
                                      </p:cBhvr>
                                      <p:to>
                                        <p:strVal val="visible"/>
                                      </p:to>
                                    </p:set>
                                    <p:animEffect filter="fade" transition="in">
                                      <p:cBhvr>
                                        <p:cTn dur="1000"/>
                                        <p:tgtEl>
                                          <p:spTgt spid="19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07"/>
                                        </p:tgtEl>
                                        <p:attrNameLst>
                                          <p:attrName>style.visibility</p:attrName>
                                        </p:attrNameLst>
                                      </p:cBhvr>
                                      <p:to>
                                        <p:strVal val="visible"/>
                                      </p:to>
                                    </p:set>
                                    <p:animEffect filter="fade" transition="in">
                                      <p:cBhvr>
                                        <p:cTn dur="1000"/>
                                        <p:tgtEl>
                                          <p:spTgt spid="200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94"/>
                                        </p:tgtEl>
                                        <p:attrNameLst>
                                          <p:attrName>style.visibility</p:attrName>
                                        </p:attrNameLst>
                                      </p:cBhvr>
                                      <p:to>
                                        <p:strVal val="visible"/>
                                      </p:to>
                                    </p:set>
                                    <p:animEffect filter="fade" transition="in">
                                      <p:cBhvr>
                                        <p:cTn dur="1000"/>
                                        <p:tgtEl>
                                          <p:spTgt spid="199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08"/>
                                        </p:tgtEl>
                                        <p:attrNameLst>
                                          <p:attrName>style.visibility</p:attrName>
                                        </p:attrNameLst>
                                      </p:cBhvr>
                                      <p:to>
                                        <p:strVal val="visible"/>
                                      </p:to>
                                    </p:set>
                                    <p:animEffect filter="fade" transition="in">
                                      <p:cBhvr>
                                        <p:cTn dur="1000"/>
                                        <p:tgtEl>
                                          <p:spTgt spid="200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999"/>
                                        </p:tgtEl>
                                        <p:attrNameLst>
                                          <p:attrName>style.visibility</p:attrName>
                                        </p:attrNameLst>
                                      </p:cBhvr>
                                      <p:to>
                                        <p:strVal val="visible"/>
                                      </p:to>
                                    </p:set>
                                    <p:animEffect filter="fade" transition="in">
                                      <p:cBhvr>
                                        <p:cTn dur="1000"/>
                                        <p:tgtEl>
                                          <p:spTgt spid="19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1000"/>
                                        <p:tgtEl>
                                          <p:spTgt spid="1976"/>
                                        </p:tgtEl>
                                      </p:cBhvr>
                                    </p:animEffect>
                                  </p:childTnLst>
                                </p:cTn>
                              </p:par>
                              <p:par>
                                <p:cTn fill="hold" nodeType="withEffect" presetClass="entr" presetID="10" presetSubtype="0">
                                  <p:stCondLst>
                                    <p:cond delay="0"/>
                                  </p:stCondLst>
                                  <p:childTnLst>
                                    <p:set>
                                      <p:cBhvr>
                                        <p:cTn dur="1" fill="hold">
                                          <p:stCondLst>
                                            <p:cond delay="0"/>
                                          </p:stCondLst>
                                        </p:cTn>
                                        <p:tgtEl>
                                          <p:spTgt spid="1973"/>
                                        </p:tgtEl>
                                        <p:attrNameLst>
                                          <p:attrName>style.visibility</p:attrName>
                                        </p:attrNameLst>
                                      </p:cBhvr>
                                      <p:to>
                                        <p:strVal val="visible"/>
                                      </p:to>
                                    </p:set>
                                    <p:animEffect filter="fade" transition="in">
                                      <p:cBhvr>
                                        <p:cTn dur="1000"/>
                                        <p:tgtEl>
                                          <p:spTgt spid="19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0" name="Shape 2020"/>
        <p:cNvGrpSpPr/>
        <p:nvPr/>
      </p:nvGrpSpPr>
      <p:grpSpPr>
        <a:xfrm>
          <a:off x="0" y="0"/>
          <a:ext cx="0" cy="0"/>
          <a:chOff x="0" y="0"/>
          <a:chExt cx="0" cy="0"/>
        </a:xfrm>
      </p:grpSpPr>
      <p:sp>
        <p:nvSpPr>
          <p:cNvPr id="2021" name="Google Shape;2021;p94"/>
          <p:cNvSpPr/>
          <p:nvPr/>
        </p:nvSpPr>
        <p:spPr>
          <a:xfrm>
            <a:off x="914400" y="55452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2022" name="Google Shape;2022;p94"/>
          <p:cNvSpPr/>
          <p:nvPr/>
        </p:nvSpPr>
        <p:spPr>
          <a:xfrm>
            <a:off x="990600" y="56214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2023" name="Google Shape;2023;p94"/>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94"/>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94"/>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26" name="Google Shape;2026;p94"/>
          <p:cNvCxnSpPr/>
          <p:nvPr/>
        </p:nvCxnSpPr>
        <p:spPr>
          <a:xfrm rot="10800000">
            <a:off x="628996" y="2928263"/>
            <a:ext cx="1829700" cy="0"/>
          </a:xfrm>
          <a:prstGeom prst="straightConnector1">
            <a:avLst/>
          </a:prstGeom>
          <a:noFill/>
          <a:ln cap="flat" cmpd="sng" w="9525">
            <a:solidFill>
              <a:schemeClr val="lt1"/>
            </a:solidFill>
            <a:prstDash val="solid"/>
            <a:round/>
            <a:headEnd len="med" w="med" type="none"/>
            <a:tailEnd len="med" w="med" type="triangle"/>
          </a:ln>
        </p:spPr>
      </p:cxnSp>
      <p:grpSp>
        <p:nvGrpSpPr>
          <p:cNvPr id="2027" name="Google Shape;2027;p94"/>
          <p:cNvGrpSpPr/>
          <p:nvPr/>
        </p:nvGrpSpPr>
        <p:grpSpPr>
          <a:xfrm>
            <a:off x="804290" y="2333645"/>
            <a:ext cx="1353015" cy="1352039"/>
            <a:chOff x="1890725" y="3600450"/>
            <a:chExt cx="1011600" cy="962100"/>
          </a:xfrm>
        </p:grpSpPr>
        <p:pic>
          <p:nvPicPr>
            <p:cNvPr id="2028" name="Google Shape;2028;p94"/>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2029" name="Google Shape;2029;p94"/>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0" name="Google Shape;2030;p94"/>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2031" name="Google Shape;2031;p94"/>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2" name="Google Shape;2032;p94"/>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2033" name="Google Shape;2033;p94"/>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94"/>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94"/>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36" name="Google Shape;2036;p94"/>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2037" name="Google Shape;2037;p94"/>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2038" name="Google Shape;2038;p94"/>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2039" name="Google Shape;2039;p94"/>
          <p:cNvSpPr txBox="1"/>
          <p:nvPr/>
        </p:nvSpPr>
        <p:spPr>
          <a:xfrm>
            <a:off x="4943475" y="857250"/>
            <a:ext cx="246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2040" name="Google Shape;2040;p94"/>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2041" name="Google Shape;2041;p94"/>
          <p:cNvSpPr txBox="1"/>
          <p:nvPr/>
        </p:nvSpPr>
        <p:spPr>
          <a:xfrm>
            <a:off x="390134" y="1465040"/>
            <a:ext cx="2181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Secure Content Distribution</a:t>
            </a:r>
            <a:endParaRPr sz="1600">
              <a:latin typeface="Red Hat Text"/>
              <a:ea typeface="Red Hat Text"/>
              <a:cs typeface="Red Hat Text"/>
              <a:sym typeface="Red Hat Text"/>
            </a:endParaRPr>
          </a:p>
        </p:txBody>
      </p:sp>
      <p:sp>
        <p:nvSpPr>
          <p:cNvPr id="2042" name="Google Shape;2042;p94"/>
          <p:cNvSpPr/>
          <p:nvPr/>
        </p:nvSpPr>
        <p:spPr>
          <a:xfrm>
            <a:off x="1066800" y="5697646"/>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2043" name="Google Shape;2043;p94"/>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94"/>
          <p:cNvSpPr/>
          <p:nvPr/>
        </p:nvSpPr>
        <p:spPr>
          <a:xfrm>
            <a:off x="3333750" y="1552575"/>
            <a:ext cx="871128" cy="495288"/>
          </a:xfrm>
          <a:prstGeom prst="flowChartDocumen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1</a:t>
            </a:r>
            <a:endParaRPr b="1" sz="800"/>
          </a:p>
        </p:txBody>
      </p:sp>
      <p:sp>
        <p:nvSpPr>
          <p:cNvPr id="2045" name="Google Shape;2045;p94"/>
          <p:cNvSpPr/>
          <p:nvPr/>
        </p:nvSpPr>
        <p:spPr>
          <a:xfrm>
            <a:off x="3333750" y="23907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2</a:t>
            </a:r>
            <a:endParaRPr b="1" sz="800"/>
          </a:p>
        </p:txBody>
      </p:sp>
      <p:sp>
        <p:nvSpPr>
          <p:cNvPr id="2046" name="Google Shape;2046;p94"/>
          <p:cNvSpPr/>
          <p:nvPr/>
        </p:nvSpPr>
        <p:spPr>
          <a:xfrm>
            <a:off x="3333750" y="33051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3</a:t>
            </a:r>
            <a:endParaRPr b="1" sz="800"/>
          </a:p>
        </p:txBody>
      </p:sp>
      <p:sp>
        <p:nvSpPr>
          <p:cNvPr id="2047" name="Google Shape;2047;p94"/>
          <p:cNvSpPr/>
          <p:nvPr/>
        </p:nvSpPr>
        <p:spPr>
          <a:xfrm>
            <a:off x="3333750" y="42195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4</a:t>
            </a:r>
            <a:endParaRPr b="1" sz="800"/>
          </a:p>
        </p:txBody>
      </p:sp>
      <p:sp>
        <p:nvSpPr>
          <p:cNvPr id="2048" name="Google Shape;2048;p94"/>
          <p:cNvSpPr/>
          <p:nvPr/>
        </p:nvSpPr>
        <p:spPr>
          <a:xfrm>
            <a:off x="3333750" y="51339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5</a:t>
            </a:r>
            <a:endParaRPr b="1" sz="800"/>
          </a:p>
        </p:txBody>
      </p:sp>
      <p:cxnSp>
        <p:nvCxnSpPr>
          <p:cNvPr id="2049" name="Google Shape;2049;p94"/>
          <p:cNvCxnSpPr>
            <a:stCxn id="2042" idx="3"/>
            <a:endCxn id="2044" idx="1"/>
          </p:cNvCxnSpPr>
          <p:nvPr/>
        </p:nvCxnSpPr>
        <p:spPr>
          <a:xfrm flipH="1" rot="10800000">
            <a:off x="1937928" y="1800190"/>
            <a:ext cx="1395900" cy="41451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2050" name="Google Shape;2050;p94"/>
          <p:cNvCxnSpPr>
            <a:stCxn id="2042" idx="3"/>
            <a:endCxn id="2045" idx="1"/>
          </p:cNvCxnSpPr>
          <p:nvPr/>
        </p:nvCxnSpPr>
        <p:spPr>
          <a:xfrm flipH="1" rot="10800000">
            <a:off x="1937928" y="2638390"/>
            <a:ext cx="1395900" cy="33069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2051" name="Google Shape;2051;p94"/>
          <p:cNvCxnSpPr>
            <a:stCxn id="2042" idx="3"/>
            <a:endCxn id="2046" idx="1"/>
          </p:cNvCxnSpPr>
          <p:nvPr/>
        </p:nvCxnSpPr>
        <p:spPr>
          <a:xfrm flipH="1" rot="10800000">
            <a:off x="1937928" y="3552790"/>
            <a:ext cx="1395900" cy="23925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2052" name="Google Shape;2052;p94"/>
          <p:cNvCxnSpPr>
            <a:stCxn id="2042" idx="3"/>
            <a:endCxn id="2047" idx="1"/>
          </p:cNvCxnSpPr>
          <p:nvPr/>
        </p:nvCxnSpPr>
        <p:spPr>
          <a:xfrm flipH="1" rot="10800000">
            <a:off x="1937928" y="4467190"/>
            <a:ext cx="1395900" cy="14781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2053" name="Google Shape;2053;p94"/>
          <p:cNvCxnSpPr>
            <a:stCxn id="2042" idx="3"/>
            <a:endCxn id="2048" idx="1"/>
          </p:cNvCxnSpPr>
          <p:nvPr/>
        </p:nvCxnSpPr>
        <p:spPr>
          <a:xfrm flipH="1" rot="10800000">
            <a:off x="1937928" y="5381590"/>
            <a:ext cx="1395900" cy="563700"/>
          </a:xfrm>
          <a:prstGeom prst="bentConnector3">
            <a:avLst>
              <a:gd fmla="val 49997" name="adj1"/>
            </a:avLst>
          </a:prstGeom>
          <a:noFill/>
          <a:ln cap="flat" cmpd="sng" w="28575">
            <a:solidFill>
              <a:schemeClr val="dk1"/>
            </a:solidFill>
            <a:prstDash val="solid"/>
            <a:round/>
            <a:headEnd len="med" w="med" type="none"/>
            <a:tailEnd len="med" w="med" type="triangle"/>
          </a:ln>
        </p:spPr>
      </p:cxnSp>
      <p:grpSp>
        <p:nvGrpSpPr>
          <p:cNvPr id="2054" name="Google Shape;2054;p94"/>
          <p:cNvGrpSpPr/>
          <p:nvPr/>
        </p:nvGrpSpPr>
        <p:grpSpPr>
          <a:xfrm>
            <a:off x="7926525" y="1781175"/>
            <a:ext cx="3303600" cy="1181100"/>
            <a:chOff x="6286500" y="1209675"/>
            <a:chExt cx="3303600" cy="1181100"/>
          </a:xfrm>
        </p:grpSpPr>
        <p:sp>
          <p:nvSpPr>
            <p:cNvPr id="2055" name="Google Shape;2055;p94"/>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6" name="Google Shape;2056;p94"/>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2057" name="Google Shape;2057;p94"/>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2058" name="Google Shape;2058;p94"/>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2059" name="Google Shape;2059;p94"/>
          <p:cNvGrpSpPr/>
          <p:nvPr/>
        </p:nvGrpSpPr>
        <p:grpSpPr>
          <a:xfrm>
            <a:off x="7926525" y="3343275"/>
            <a:ext cx="3303600" cy="1181100"/>
            <a:chOff x="6229350" y="2828925"/>
            <a:chExt cx="3303600" cy="1181100"/>
          </a:xfrm>
        </p:grpSpPr>
        <p:sp>
          <p:nvSpPr>
            <p:cNvPr id="2060" name="Google Shape;2060;p94"/>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61" name="Google Shape;2061;p94"/>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2062" name="Google Shape;2062;p94"/>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2063" name="Google Shape;2063;p94"/>
          <p:cNvGrpSpPr/>
          <p:nvPr/>
        </p:nvGrpSpPr>
        <p:grpSpPr>
          <a:xfrm>
            <a:off x="7926525" y="4867275"/>
            <a:ext cx="3303600" cy="1181100"/>
            <a:chOff x="6229350" y="4314825"/>
            <a:chExt cx="3303600" cy="1181100"/>
          </a:xfrm>
        </p:grpSpPr>
        <p:sp>
          <p:nvSpPr>
            <p:cNvPr id="2064" name="Google Shape;2064;p94"/>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65" name="Google Shape;2065;p94"/>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2066" name="Google Shape;2066;p94"/>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2067" name="Google Shape;2067;p94"/>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2068" name="Google Shape;2068;p94"/>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2069" name="Google Shape;2069;p94"/>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2070" name="Google Shape;2070;p94"/>
          <p:cNvSpPr/>
          <p:nvPr/>
        </p:nvSpPr>
        <p:spPr>
          <a:xfrm>
            <a:off x="6076950" y="545812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5</a:t>
            </a:r>
            <a:endParaRPr b="1" sz="800"/>
          </a:p>
        </p:txBody>
      </p:sp>
      <p:sp>
        <p:nvSpPr>
          <p:cNvPr id="2071" name="Google Shape;2071;p94"/>
          <p:cNvSpPr/>
          <p:nvPr/>
        </p:nvSpPr>
        <p:spPr>
          <a:xfrm>
            <a:off x="6076950" y="39244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3</a:t>
            </a:r>
            <a:endParaRPr b="1" sz="800"/>
          </a:p>
        </p:txBody>
      </p:sp>
      <p:sp>
        <p:nvSpPr>
          <p:cNvPr id="2072" name="Google Shape;2072;p94"/>
          <p:cNvSpPr/>
          <p:nvPr/>
        </p:nvSpPr>
        <p:spPr>
          <a:xfrm>
            <a:off x="6076950" y="23907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3</a:t>
            </a:r>
            <a:endParaRPr b="1" sz="800"/>
          </a:p>
        </p:txBody>
      </p:sp>
      <p:sp>
        <p:nvSpPr>
          <p:cNvPr id="2073" name="Google Shape;2073;p94"/>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2074" name="Google Shape;2074;p94"/>
          <p:cNvSpPr/>
          <p:nvPr/>
        </p:nvSpPr>
        <p:spPr>
          <a:xfrm>
            <a:off x="5162550" y="18573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Prod</a:t>
            </a:r>
            <a:endParaRPr b="1" sz="800"/>
          </a:p>
          <a:p>
            <a:pPr indent="0" lvl="0" marL="0" rtl="0" algn="l">
              <a:spcBef>
                <a:spcPts val="0"/>
              </a:spcBef>
              <a:spcAft>
                <a:spcPts val="0"/>
              </a:spcAft>
              <a:buNone/>
            </a:pPr>
            <a:r>
              <a:rPr b="1" lang="en" sz="800"/>
              <a:t>Content</a:t>
            </a:r>
            <a:endParaRPr b="1" sz="800"/>
          </a:p>
          <a:p>
            <a:pPr indent="0" lvl="0" marL="0" rtl="0" algn="l">
              <a:spcBef>
                <a:spcPts val="0"/>
              </a:spcBef>
              <a:spcAft>
                <a:spcPts val="0"/>
              </a:spcAft>
              <a:buNone/>
            </a:pPr>
            <a:r>
              <a:t/>
            </a:r>
            <a:endParaRPr b="1" sz="800"/>
          </a:p>
        </p:txBody>
      </p:sp>
      <p:sp>
        <p:nvSpPr>
          <p:cNvPr id="2075" name="Google Shape;2075;p94"/>
          <p:cNvSpPr/>
          <p:nvPr/>
        </p:nvSpPr>
        <p:spPr>
          <a:xfrm>
            <a:off x="5162550" y="34099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QA Content</a:t>
            </a:r>
            <a:endParaRPr b="1" sz="800"/>
          </a:p>
          <a:p>
            <a:pPr indent="0" lvl="0" marL="0" rtl="0" algn="l">
              <a:spcBef>
                <a:spcPts val="0"/>
              </a:spcBef>
              <a:spcAft>
                <a:spcPts val="0"/>
              </a:spcAft>
              <a:buNone/>
            </a:pPr>
            <a:r>
              <a:t/>
            </a:r>
            <a:endParaRPr b="1" sz="800"/>
          </a:p>
        </p:txBody>
      </p:sp>
      <p:sp>
        <p:nvSpPr>
          <p:cNvPr id="2076" name="Google Shape;2076;p94"/>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Dev Content </a:t>
            </a:r>
            <a:endParaRPr b="1" sz="800"/>
          </a:p>
          <a:p>
            <a:pPr indent="0" lvl="0" marL="0" rtl="0" algn="l">
              <a:spcBef>
                <a:spcPts val="0"/>
              </a:spcBef>
              <a:spcAft>
                <a:spcPts val="0"/>
              </a:spcAft>
              <a:buNone/>
            </a:pPr>
            <a:r>
              <a:t/>
            </a:r>
            <a:endParaRPr b="1" sz="800"/>
          </a:p>
        </p:txBody>
      </p:sp>
      <p:sp>
        <p:nvSpPr>
          <p:cNvPr id="2077" name="Google Shape;2077;p94"/>
          <p:cNvSpPr/>
          <p:nvPr/>
        </p:nvSpPr>
        <p:spPr>
          <a:xfrm>
            <a:off x="1295400" y="43401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94"/>
          <p:cNvSpPr/>
          <p:nvPr/>
        </p:nvSpPr>
        <p:spPr>
          <a:xfrm>
            <a:off x="1273576" y="3882900"/>
            <a:ext cx="4221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94"/>
          <p:cNvSpPr/>
          <p:nvPr/>
        </p:nvSpPr>
        <p:spPr>
          <a:xfrm>
            <a:off x="1295400" y="5254500"/>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94"/>
          <p:cNvSpPr txBox="1"/>
          <p:nvPr/>
        </p:nvSpPr>
        <p:spPr>
          <a:xfrm>
            <a:off x="76204" y="4284450"/>
            <a:ext cx="1199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Content</a:t>
            </a:r>
            <a:endParaRPr sz="1600">
              <a:latin typeface="Red Hat Text"/>
              <a:ea typeface="Red Hat Text"/>
              <a:cs typeface="Red Hat Text"/>
              <a:sym typeface="Red Hat Text"/>
            </a:endParaRPr>
          </a:p>
          <a:p>
            <a:pPr indent="0" lvl="0" marL="0" rtl="0" algn="ctr">
              <a:spcBef>
                <a:spcPts val="0"/>
              </a:spcBef>
              <a:spcAft>
                <a:spcPts val="0"/>
              </a:spcAft>
              <a:buNone/>
            </a:pPr>
            <a:r>
              <a:rPr lang="en" sz="1600">
                <a:latin typeface="Red Hat Text"/>
                <a:ea typeface="Red Hat Text"/>
                <a:cs typeface="Red Hat Text"/>
                <a:sym typeface="Red Hat Text"/>
              </a:rPr>
              <a:t>Filtering</a:t>
            </a:r>
            <a:endParaRPr sz="1600">
              <a:latin typeface="Red Hat Text"/>
              <a:ea typeface="Red Hat Text"/>
              <a:cs typeface="Red Hat Text"/>
              <a:sym typeface="Red Hat Text"/>
            </a:endParaRPr>
          </a:p>
        </p:txBody>
      </p:sp>
      <p:sp>
        <p:nvSpPr>
          <p:cNvPr id="2081" name="Google Shape;2081;p94"/>
          <p:cNvSpPr txBox="1"/>
          <p:nvPr/>
        </p:nvSpPr>
        <p:spPr>
          <a:xfrm>
            <a:off x="1852137" y="6150075"/>
            <a:ext cx="182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Baseline</a:t>
            </a:r>
            <a:endParaRPr sz="1600">
              <a:latin typeface="Red Hat Text"/>
              <a:ea typeface="Red Hat Text"/>
              <a:cs typeface="Red Hat Text"/>
              <a:sym typeface="Red Hat Text"/>
            </a:endParaRPr>
          </a:p>
        </p:txBody>
      </p:sp>
      <p:sp>
        <p:nvSpPr>
          <p:cNvPr id="2082" name="Google Shape;2082;p94"/>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2083" name="Google Shape;2083;p94"/>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cxnSp>
        <p:nvCxnSpPr>
          <p:cNvPr id="2084" name="Google Shape;2084;p94"/>
          <p:cNvCxnSpPr>
            <a:stCxn id="2048" idx="3"/>
            <a:endCxn id="2070" idx="1"/>
          </p:cNvCxnSpPr>
          <p:nvPr/>
        </p:nvCxnSpPr>
        <p:spPr>
          <a:xfrm>
            <a:off x="4204878" y="5381619"/>
            <a:ext cx="1872000" cy="3243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2085" name="Google Shape;2085;p94"/>
          <p:cNvCxnSpPr>
            <a:stCxn id="2070" idx="3"/>
            <a:endCxn id="2064"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2086" name="Google Shape;2086;p94"/>
          <p:cNvCxnSpPr>
            <a:stCxn id="2046" idx="3"/>
            <a:endCxn id="2071" idx="1"/>
          </p:cNvCxnSpPr>
          <p:nvPr/>
        </p:nvCxnSpPr>
        <p:spPr>
          <a:xfrm>
            <a:off x="4204878" y="3552819"/>
            <a:ext cx="1872000" cy="619200"/>
          </a:xfrm>
          <a:prstGeom prst="curvedConnector3">
            <a:avLst>
              <a:gd fmla="val 39351" name="adj1"/>
            </a:avLst>
          </a:prstGeom>
          <a:noFill/>
          <a:ln cap="flat" cmpd="sng" w="28575">
            <a:solidFill>
              <a:schemeClr val="dk1"/>
            </a:solidFill>
            <a:prstDash val="solid"/>
            <a:round/>
            <a:headEnd len="med" w="med" type="none"/>
            <a:tailEnd len="med" w="med" type="triangle"/>
          </a:ln>
        </p:spPr>
      </p:cxnSp>
      <p:cxnSp>
        <p:nvCxnSpPr>
          <p:cNvPr id="2087" name="Google Shape;2087;p94"/>
          <p:cNvCxnSpPr>
            <a:stCxn id="2071" idx="3"/>
            <a:endCxn id="2060" idx="1"/>
          </p:cNvCxnSpPr>
          <p:nvPr/>
        </p:nvCxnSpPr>
        <p:spPr>
          <a:xfrm flipH="1" rot="10800000">
            <a:off x="6948078" y="3933894"/>
            <a:ext cx="978300" cy="2382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2088" name="Google Shape;2088;p94"/>
          <p:cNvCxnSpPr>
            <a:stCxn id="2046" idx="3"/>
            <a:endCxn id="2072" idx="1"/>
          </p:cNvCxnSpPr>
          <p:nvPr/>
        </p:nvCxnSpPr>
        <p:spPr>
          <a:xfrm flipH="1" rot="10800000">
            <a:off x="4204878" y="2638419"/>
            <a:ext cx="1872000" cy="9144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2089" name="Google Shape;2089;p94"/>
          <p:cNvCxnSpPr>
            <a:stCxn id="2072" idx="3"/>
            <a:endCxn id="2056" idx="1"/>
          </p:cNvCxnSpPr>
          <p:nvPr/>
        </p:nvCxnSpPr>
        <p:spPr>
          <a:xfrm flipH="1" rot="10800000">
            <a:off x="6948078" y="2371719"/>
            <a:ext cx="1035600" cy="266700"/>
          </a:xfrm>
          <a:prstGeom prst="curvedConnector3">
            <a:avLst>
              <a:gd fmla="val 50000" name="adj1"/>
            </a:avLst>
          </a:prstGeom>
          <a:noFill/>
          <a:ln cap="flat" cmpd="sng" w="28575">
            <a:solidFill>
              <a:schemeClr val="dk1"/>
            </a:solidFill>
            <a:prstDash val="solid"/>
            <a:round/>
            <a:headEnd len="med" w="med" type="none"/>
            <a:tailEnd len="med" w="med" type="triangle"/>
          </a:ln>
        </p:spPr>
      </p:cxnSp>
      <p:sp>
        <p:nvSpPr>
          <p:cNvPr id="2090" name="Google Shape;2090;p94"/>
          <p:cNvSpPr txBox="1"/>
          <p:nvPr/>
        </p:nvSpPr>
        <p:spPr>
          <a:xfrm>
            <a:off x="5081617"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Access</a:t>
            </a:r>
            <a:endParaRPr sz="1600">
              <a:latin typeface="Red Hat Text"/>
              <a:ea typeface="Red Hat Text"/>
              <a:cs typeface="Red Hat Text"/>
              <a:sym typeface="Red Hat Text"/>
            </a:endParaRPr>
          </a:p>
        </p:txBody>
      </p:sp>
      <p:sp>
        <p:nvSpPr>
          <p:cNvPr id="2091" name="Google Shape;2091;p94"/>
          <p:cNvSpPr txBox="1"/>
          <p:nvPr/>
        </p:nvSpPr>
        <p:spPr>
          <a:xfrm>
            <a:off x="7925025"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Delivery</a:t>
            </a:r>
            <a:endParaRPr sz="1600">
              <a:latin typeface="Red Hat Text"/>
              <a:ea typeface="Red Hat Text"/>
              <a:cs typeface="Red Hat Text"/>
              <a:sym typeface="Red Hat Text"/>
            </a:endParaRPr>
          </a:p>
        </p:txBody>
      </p:sp>
      <p:sp>
        <p:nvSpPr>
          <p:cNvPr id="2092" name="Google Shape;2092;p94"/>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cxnSp>
        <p:nvCxnSpPr>
          <p:cNvPr id="2093" name="Google Shape;2093;p94"/>
          <p:cNvCxnSpPr>
            <a:stCxn id="2044" idx="3"/>
            <a:endCxn id="2092" idx="1"/>
          </p:cNvCxnSpPr>
          <p:nvPr/>
        </p:nvCxnSpPr>
        <p:spPr>
          <a:xfrm flipH="1" rot="10800000">
            <a:off x="4204878" y="1392219"/>
            <a:ext cx="871800" cy="408000"/>
          </a:xfrm>
          <a:prstGeom prst="curvedConnector3">
            <a:avLst>
              <a:gd fmla="val 50008" name="adj1"/>
            </a:avLst>
          </a:prstGeom>
          <a:noFill/>
          <a:ln cap="flat" cmpd="sng" w="28575">
            <a:solidFill>
              <a:schemeClr val="dk1"/>
            </a:solidFill>
            <a:prstDash val="solid"/>
            <a:round/>
            <a:headEnd len="med" w="med" type="none"/>
            <a:tailEnd len="med" w="med" type="triangle"/>
          </a:ln>
        </p:spPr>
      </p:cxnSp>
      <p:sp>
        <p:nvSpPr>
          <p:cNvPr id="2094" name="Google Shape;2094;p94"/>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9"/>
                                        </p:tgtEl>
                                        <p:attrNameLst>
                                          <p:attrName>style.visibility</p:attrName>
                                        </p:attrNameLst>
                                      </p:cBhvr>
                                      <p:to>
                                        <p:strVal val="visible"/>
                                      </p:to>
                                    </p:set>
                                    <p:animEffect filter="fade" transition="in">
                                      <p:cBhvr>
                                        <p:cTn dur="1000"/>
                                        <p:tgtEl>
                                          <p:spTgt spid="2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4"/>
                                        </p:tgtEl>
                                        <p:attrNameLst>
                                          <p:attrName>style.visibility</p:attrName>
                                        </p:attrNameLst>
                                      </p:cBhvr>
                                      <p:to>
                                        <p:strVal val="visible"/>
                                      </p:to>
                                    </p:set>
                                    <p:animEffect filter="fade" transition="in">
                                      <p:cBhvr>
                                        <p:cTn dur="1000"/>
                                        <p:tgtEl>
                                          <p:spTgt spid="204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93"/>
                                        </p:tgtEl>
                                        <p:attrNameLst>
                                          <p:attrName>style.visibility</p:attrName>
                                        </p:attrNameLst>
                                      </p:cBhvr>
                                      <p:to>
                                        <p:strVal val="visible"/>
                                      </p:to>
                                    </p:set>
                                    <p:animEffect filter="fade" transition="in">
                                      <p:cBhvr>
                                        <p:cTn dur="1000"/>
                                        <p:tgtEl>
                                          <p:spTgt spid="20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6"/>
                                        </p:tgtEl>
                                        <p:attrNameLst>
                                          <p:attrName>style.visibility</p:attrName>
                                        </p:attrNameLst>
                                      </p:cBhvr>
                                      <p:to>
                                        <p:strVal val="visible"/>
                                      </p:to>
                                    </p:set>
                                    <p:animEffect filter="fade" transition="in">
                                      <p:cBhvr>
                                        <p:cTn dur="1000"/>
                                        <p:tgtEl>
                                          <p:spTgt spid="2046"/>
                                        </p:tgtEl>
                                      </p:cBhvr>
                                    </p:animEffect>
                                  </p:childTnLst>
                                </p:cTn>
                              </p:par>
                              <p:par>
                                <p:cTn fill="hold" nodeType="withEffect" presetClass="entr" presetID="10" presetSubtype="0">
                                  <p:stCondLst>
                                    <p:cond delay="0"/>
                                  </p:stCondLst>
                                  <p:childTnLst>
                                    <p:set>
                                      <p:cBhvr>
                                        <p:cTn dur="1" fill="hold">
                                          <p:stCondLst>
                                            <p:cond delay="0"/>
                                          </p:stCondLst>
                                        </p:cTn>
                                        <p:tgtEl>
                                          <p:spTgt spid="2051"/>
                                        </p:tgtEl>
                                        <p:attrNameLst>
                                          <p:attrName>style.visibility</p:attrName>
                                        </p:attrNameLst>
                                      </p:cBhvr>
                                      <p:to>
                                        <p:strVal val="visible"/>
                                      </p:to>
                                    </p:set>
                                    <p:animEffect filter="fade" transition="in">
                                      <p:cBhvr>
                                        <p:cTn dur="1000"/>
                                        <p:tgtEl>
                                          <p:spTgt spid="2051"/>
                                        </p:tgtEl>
                                      </p:cBhvr>
                                    </p:animEffect>
                                  </p:childTnLst>
                                </p:cTn>
                              </p:par>
                              <p:par>
                                <p:cTn fill="hold" nodeType="withEffect" presetClass="entr" presetID="10" presetSubtype="0">
                                  <p:stCondLst>
                                    <p:cond delay="0"/>
                                  </p:stCondLst>
                                  <p:childTnLst>
                                    <p:set>
                                      <p:cBhvr>
                                        <p:cTn dur="1" fill="hold">
                                          <p:stCondLst>
                                            <p:cond delay="0"/>
                                          </p:stCondLst>
                                        </p:cTn>
                                        <p:tgtEl>
                                          <p:spTgt spid="2071"/>
                                        </p:tgtEl>
                                        <p:attrNameLst>
                                          <p:attrName>style.visibility</p:attrName>
                                        </p:attrNameLst>
                                      </p:cBhvr>
                                      <p:to>
                                        <p:strVal val="visible"/>
                                      </p:to>
                                    </p:set>
                                    <p:animEffect filter="fade" transition="in">
                                      <p:cBhvr>
                                        <p:cTn dur="1000"/>
                                        <p:tgtEl>
                                          <p:spTgt spid="2071"/>
                                        </p:tgtEl>
                                      </p:cBhvr>
                                    </p:animEffect>
                                  </p:childTnLst>
                                </p:cTn>
                              </p:par>
                              <p:par>
                                <p:cTn fill="hold" nodeType="withEffect" presetClass="entr" presetID="10" presetSubtype="0">
                                  <p:stCondLst>
                                    <p:cond delay="0"/>
                                  </p:stCondLst>
                                  <p:childTnLst>
                                    <p:set>
                                      <p:cBhvr>
                                        <p:cTn dur="1" fill="hold">
                                          <p:stCondLst>
                                            <p:cond delay="0"/>
                                          </p:stCondLst>
                                        </p:cTn>
                                        <p:tgtEl>
                                          <p:spTgt spid="2086"/>
                                        </p:tgtEl>
                                        <p:attrNameLst>
                                          <p:attrName>style.visibility</p:attrName>
                                        </p:attrNameLst>
                                      </p:cBhvr>
                                      <p:to>
                                        <p:strVal val="visible"/>
                                      </p:to>
                                    </p:set>
                                    <p:animEffect filter="fade" transition="in">
                                      <p:cBhvr>
                                        <p:cTn dur="1000"/>
                                        <p:tgtEl>
                                          <p:spTgt spid="2086"/>
                                        </p:tgtEl>
                                      </p:cBhvr>
                                    </p:animEffect>
                                  </p:childTnLst>
                                </p:cTn>
                              </p:par>
                              <p:par>
                                <p:cTn fill="hold" nodeType="withEffect" presetClass="entr" presetID="10" presetSubtype="0">
                                  <p:stCondLst>
                                    <p:cond delay="0"/>
                                  </p:stCondLst>
                                  <p:childTnLst>
                                    <p:set>
                                      <p:cBhvr>
                                        <p:cTn dur="1" fill="hold">
                                          <p:stCondLst>
                                            <p:cond delay="0"/>
                                          </p:stCondLst>
                                        </p:cTn>
                                        <p:tgtEl>
                                          <p:spTgt spid="2087"/>
                                        </p:tgtEl>
                                        <p:attrNameLst>
                                          <p:attrName>style.visibility</p:attrName>
                                        </p:attrNameLst>
                                      </p:cBhvr>
                                      <p:to>
                                        <p:strVal val="visible"/>
                                      </p:to>
                                    </p:set>
                                    <p:animEffect filter="fade" transition="in">
                                      <p:cBhvr>
                                        <p:cTn dur="1000"/>
                                        <p:tgtEl>
                                          <p:spTgt spid="2087"/>
                                        </p:tgtEl>
                                      </p:cBhvr>
                                    </p:animEffect>
                                  </p:childTnLst>
                                </p:cTn>
                              </p:par>
                              <p:par>
                                <p:cTn fill="hold" nodeType="with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1000"/>
                                        <p:tgtEl>
                                          <p:spTgt spid="20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2"/>
                                        </p:tgtEl>
                                        <p:attrNameLst>
                                          <p:attrName>style.visibility</p:attrName>
                                        </p:attrNameLst>
                                      </p:cBhvr>
                                      <p:to>
                                        <p:strVal val="visible"/>
                                      </p:to>
                                    </p:set>
                                    <p:animEffect filter="fade" transition="in">
                                      <p:cBhvr>
                                        <p:cTn dur="1000"/>
                                        <p:tgtEl>
                                          <p:spTgt spid="2072"/>
                                        </p:tgtEl>
                                      </p:cBhvr>
                                    </p:animEffect>
                                  </p:childTnLst>
                                </p:cTn>
                              </p:par>
                              <p:par>
                                <p:cTn fill="hold" nodeType="withEffect" presetClass="entr" presetID="10" presetSubtype="0">
                                  <p:stCondLst>
                                    <p:cond delay="0"/>
                                  </p:stCondLst>
                                  <p:childTnLst>
                                    <p:set>
                                      <p:cBhvr>
                                        <p:cTn dur="1" fill="hold">
                                          <p:stCondLst>
                                            <p:cond delay="0"/>
                                          </p:stCondLst>
                                        </p:cTn>
                                        <p:tgtEl>
                                          <p:spTgt spid="2088"/>
                                        </p:tgtEl>
                                        <p:attrNameLst>
                                          <p:attrName>style.visibility</p:attrName>
                                        </p:attrNameLst>
                                      </p:cBhvr>
                                      <p:to>
                                        <p:strVal val="visible"/>
                                      </p:to>
                                    </p:set>
                                    <p:animEffect filter="fade" transition="in">
                                      <p:cBhvr>
                                        <p:cTn dur="1000"/>
                                        <p:tgtEl>
                                          <p:spTgt spid="2088"/>
                                        </p:tgtEl>
                                      </p:cBhvr>
                                    </p:animEffect>
                                  </p:childTnLst>
                                </p:cTn>
                              </p:par>
                              <p:par>
                                <p:cTn fill="hold" nodeType="withEffect" presetClass="entr" presetID="10" presetSubtype="0">
                                  <p:stCondLst>
                                    <p:cond delay="0"/>
                                  </p:stCondLst>
                                  <p:childTnLst>
                                    <p:set>
                                      <p:cBhvr>
                                        <p:cTn dur="1" fill="hold">
                                          <p:stCondLst>
                                            <p:cond delay="0"/>
                                          </p:stCondLst>
                                        </p:cTn>
                                        <p:tgtEl>
                                          <p:spTgt spid="2089"/>
                                        </p:tgtEl>
                                        <p:attrNameLst>
                                          <p:attrName>style.visibility</p:attrName>
                                        </p:attrNameLst>
                                      </p:cBhvr>
                                      <p:to>
                                        <p:strVal val="visible"/>
                                      </p:to>
                                    </p:set>
                                    <p:animEffect filter="fade" transition="in">
                                      <p:cBhvr>
                                        <p:cTn dur="1000"/>
                                        <p:tgtEl>
                                          <p:spTgt spid="20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4"/>
                                        </p:tgtEl>
                                        <p:attrNameLst>
                                          <p:attrName>style.visibility</p:attrName>
                                        </p:attrNameLst>
                                      </p:cBhvr>
                                      <p:to>
                                        <p:strVal val="visible"/>
                                      </p:to>
                                    </p:set>
                                    <p:animEffect filter="fade" transition="in">
                                      <p:cBhvr>
                                        <p:cTn dur="1000"/>
                                        <p:tgtEl>
                                          <p:spTgt spid="20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8"/>
                                        </p:tgtEl>
                                        <p:attrNameLst>
                                          <p:attrName>style.visibility</p:attrName>
                                        </p:attrNameLst>
                                      </p:cBhvr>
                                      <p:to>
                                        <p:strVal val="visible"/>
                                      </p:to>
                                    </p:set>
                                    <p:animEffect filter="fade" transition="in">
                                      <p:cBhvr>
                                        <p:cTn dur="1000"/>
                                        <p:tgtEl>
                                          <p:spTgt spid="2048"/>
                                        </p:tgtEl>
                                      </p:cBhvr>
                                    </p:animEffect>
                                  </p:childTnLst>
                                </p:cTn>
                              </p:par>
                              <p:par>
                                <p:cTn fill="hold" nodeType="withEffect" presetClass="entr" presetID="10" presetSubtype="0">
                                  <p:stCondLst>
                                    <p:cond delay="0"/>
                                  </p:stCondLst>
                                  <p:childTnLst>
                                    <p:set>
                                      <p:cBhvr>
                                        <p:cTn dur="1" fill="hold">
                                          <p:stCondLst>
                                            <p:cond delay="0"/>
                                          </p:stCondLst>
                                        </p:cTn>
                                        <p:tgtEl>
                                          <p:spTgt spid="2053"/>
                                        </p:tgtEl>
                                        <p:attrNameLst>
                                          <p:attrName>style.visibility</p:attrName>
                                        </p:attrNameLst>
                                      </p:cBhvr>
                                      <p:to>
                                        <p:strVal val="visible"/>
                                      </p:to>
                                    </p:set>
                                    <p:animEffect filter="fade" transition="in">
                                      <p:cBhvr>
                                        <p:cTn dur="1000"/>
                                        <p:tgtEl>
                                          <p:spTgt spid="2053"/>
                                        </p:tgtEl>
                                      </p:cBhvr>
                                    </p:animEffect>
                                  </p:childTnLst>
                                </p:cTn>
                              </p:par>
                              <p:par>
                                <p:cTn fill="hold" nodeType="withEffect" presetClass="entr" presetID="10" presetSubtype="0">
                                  <p:stCondLst>
                                    <p:cond delay="0"/>
                                  </p:stCondLst>
                                  <p:childTnLst>
                                    <p:set>
                                      <p:cBhvr>
                                        <p:cTn dur="1" fill="hold">
                                          <p:stCondLst>
                                            <p:cond delay="0"/>
                                          </p:stCondLst>
                                        </p:cTn>
                                        <p:tgtEl>
                                          <p:spTgt spid="2070"/>
                                        </p:tgtEl>
                                        <p:attrNameLst>
                                          <p:attrName>style.visibility</p:attrName>
                                        </p:attrNameLst>
                                      </p:cBhvr>
                                      <p:to>
                                        <p:strVal val="visible"/>
                                      </p:to>
                                    </p:set>
                                    <p:animEffect filter="fade" transition="in">
                                      <p:cBhvr>
                                        <p:cTn dur="1000"/>
                                        <p:tgtEl>
                                          <p:spTgt spid="2070"/>
                                        </p:tgtEl>
                                      </p:cBhvr>
                                    </p:animEffect>
                                  </p:childTnLst>
                                </p:cTn>
                              </p:par>
                              <p:par>
                                <p:cTn fill="hold" nodeType="withEffect" presetClass="entr" presetID="10" presetSubtype="0">
                                  <p:stCondLst>
                                    <p:cond delay="0"/>
                                  </p:stCondLst>
                                  <p:childTnLst>
                                    <p:set>
                                      <p:cBhvr>
                                        <p:cTn dur="1" fill="hold">
                                          <p:stCondLst>
                                            <p:cond delay="0"/>
                                          </p:stCondLst>
                                        </p:cTn>
                                        <p:tgtEl>
                                          <p:spTgt spid="2084"/>
                                        </p:tgtEl>
                                        <p:attrNameLst>
                                          <p:attrName>style.visibility</p:attrName>
                                        </p:attrNameLst>
                                      </p:cBhvr>
                                      <p:to>
                                        <p:strVal val="visible"/>
                                      </p:to>
                                    </p:set>
                                    <p:animEffect filter="fade" transition="in">
                                      <p:cBhvr>
                                        <p:cTn dur="1000"/>
                                        <p:tgtEl>
                                          <p:spTgt spid="2084"/>
                                        </p:tgtEl>
                                      </p:cBhvr>
                                    </p:animEffect>
                                  </p:childTnLst>
                                </p:cTn>
                              </p:par>
                              <p:par>
                                <p:cTn fill="hold" nodeType="withEffect" presetClass="entr" presetID="10" presetSubtype="0">
                                  <p:stCondLst>
                                    <p:cond delay="0"/>
                                  </p:stCondLst>
                                  <p:childTnLst>
                                    <p:set>
                                      <p:cBhvr>
                                        <p:cTn dur="1" fill="hold">
                                          <p:stCondLst>
                                            <p:cond delay="0"/>
                                          </p:stCondLst>
                                        </p:cTn>
                                        <p:tgtEl>
                                          <p:spTgt spid="2085"/>
                                        </p:tgtEl>
                                        <p:attrNameLst>
                                          <p:attrName>style.visibility</p:attrName>
                                        </p:attrNameLst>
                                      </p:cBhvr>
                                      <p:to>
                                        <p:strVal val="visible"/>
                                      </p:to>
                                    </p:set>
                                    <p:animEffect filter="fade" transition="in">
                                      <p:cBhvr>
                                        <p:cTn dur="1000"/>
                                        <p:tgtEl>
                                          <p:spTgt spid="2085"/>
                                        </p:tgtEl>
                                      </p:cBhvr>
                                    </p:animEffect>
                                  </p:childTnLst>
                                </p:cTn>
                              </p:par>
                              <p:par>
                                <p:cTn fill="hold" nodeType="withEffect" presetClass="entr" presetID="10" presetSubtype="0">
                                  <p:stCondLst>
                                    <p:cond delay="0"/>
                                  </p:stCondLst>
                                  <p:childTnLst>
                                    <p:set>
                                      <p:cBhvr>
                                        <p:cTn dur="1" fill="hold">
                                          <p:stCondLst>
                                            <p:cond delay="0"/>
                                          </p:stCondLst>
                                        </p:cTn>
                                        <p:tgtEl>
                                          <p:spTgt spid="2076"/>
                                        </p:tgtEl>
                                        <p:attrNameLst>
                                          <p:attrName>style.visibility</p:attrName>
                                        </p:attrNameLst>
                                      </p:cBhvr>
                                      <p:to>
                                        <p:strVal val="visible"/>
                                      </p:to>
                                    </p:set>
                                    <p:animEffect filter="fade" transition="in">
                                      <p:cBhvr>
                                        <p:cTn dur="1000"/>
                                        <p:tgtEl>
                                          <p:spTgt spid="20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7"/>
                                        </p:tgtEl>
                                        <p:attrNameLst>
                                          <p:attrName>style.visibility</p:attrName>
                                        </p:attrNameLst>
                                      </p:cBhvr>
                                      <p:to>
                                        <p:strVal val="visible"/>
                                      </p:to>
                                    </p:set>
                                    <p:animEffect filter="fade" transition="in">
                                      <p:cBhvr>
                                        <p:cTn dur="1000"/>
                                        <p:tgtEl>
                                          <p:spTgt spid="2047"/>
                                        </p:tgtEl>
                                      </p:cBhvr>
                                    </p:animEffect>
                                  </p:childTnLst>
                                </p:cTn>
                              </p:par>
                              <p:par>
                                <p:cTn fill="hold" nodeType="withEffect" presetClass="entr" presetID="10" presetSubtype="0">
                                  <p:stCondLst>
                                    <p:cond delay="0"/>
                                  </p:stCondLst>
                                  <p:childTnLst>
                                    <p:set>
                                      <p:cBhvr>
                                        <p:cTn dur="1" fill="hold">
                                          <p:stCondLst>
                                            <p:cond delay="0"/>
                                          </p:stCondLst>
                                        </p:cTn>
                                        <p:tgtEl>
                                          <p:spTgt spid="2050"/>
                                        </p:tgtEl>
                                        <p:attrNameLst>
                                          <p:attrName>style.visibility</p:attrName>
                                        </p:attrNameLst>
                                      </p:cBhvr>
                                      <p:to>
                                        <p:strVal val="visible"/>
                                      </p:to>
                                    </p:set>
                                    <p:animEffect filter="fade" transition="in">
                                      <p:cBhvr>
                                        <p:cTn dur="1000"/>
                                        <p:tgtEl>
                                          <p:spTgt spid="2050"/>
                                        </p:tgtEl>
                                      </p:cBhvr>
                                    </p:animEffect>
                                  </p:childTnLst>
                                </p:cTn>
                              </p:par>
                              <p:par>
                                <p:cTn fill="hold" nodeType="withEffect" presetClass="entr" presetID="10" presetSubtype="0">
                                  <p:stCondLst>
                                    <p:cond delay="0"/>
                                  </p:stCondLst>
                                  <p:childTnLst>
                                    <p:set>
                                      <p:cBhvr>
                                        <p:cTn dur="1" fill="hold">
                                          <p:stCondLst>
                                            <p:cond delay="0"/>
                                          </p:stCondLst>
                                        </p:cTn>
                                        <p:tgtEl>
                                          <p:spTgt spid="2052"/>
                                        </p:tgtEl>
                                        <p:attrNameLst>
                                          <p:attrName>style.visibility</p:attrName>
                                        </p:attrNameLst>
                                      </p:cBhvr>
                                      <p:to>
                                        <p:strVal val="visible"/>
                                      </p:to>
                                    </p:set>
                                    <p:animEffect filter="fade" transition="in">
                                      <p:cBhvr>
                                        <p:cTn dur="1000"/>
                                        <p:tgtEl>
                                          <p:spTgt spid="2052"/>
                                        </p:tgtEl>
                                      </p:cBhvr>
                                    </p:animEffect>
                                  </p:childTnLst>
                                </p:cTn>
                              </p:par>
                              <p:par>
                                <p:cTn fill="hold" nodeType="withEffect" presetClass="entr" presetID="10" presetSubtype="0">
                                  <p:stCondLst>
                                    <p:cond delay="0"/>
                                  </p:stCondLst>
                                  <p:childTnLst>
                                    <p:set>
                                      <p:cBhvr>
                                        <p:cTn dur="1" fill="hold">
                                          <p:stCondLst>
                                            <p:cond delay="0"/>
                                          </p:stCondLst>
                                        </p:cTn>
                                        <p:tgtEl>
                                          <p:spTgt spid="2045"/>
                                        </p:tgtEl>
                                        <p:attrNameLst>
                                          <p:attrName>style.visibility</p:attrName>
                                        </p:attrNameLst>
                                      </p:cBhvr>
                                      <p:to>
                                        <p:strVal val="visible"/>
                                      </p:to>
                                    </p:set>
                                    <p:animEffect filter="fade" transition="in">
                                      <p:cBhvr>
                                        <p:cTn dur="1000"/>
                                        <p:tgtEl>
                                          <p:spTgt spid="20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sp>
        <p:nvSpPr>
          <p:cNvPr id="2099" name="Google Shape;2099;p95"/>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95"/>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95"/>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9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2103" name="Google Shape;2103;p9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cxnSp>
        <p:nvCxnSpPr>
          <p:cNvPr id="2104" name="Google Shape;2104;p95"/>
          <p:cNvCxnSpPr/>
          <p:nvPr/>
        </p:nvCxnSpPr>
        <p:spPr>
          <a:xfrm rot="10800000">
            <a:off x="628996" y="2928263"/>
            <a:ext cx="1829700" cy="0"/>
          </a:xfrm>
          <a:prstGeom prst="straightConnector1">
            <a:avLst/>
          </a:prstGeom>
          <a:noFill/>
          <a:ln cap="flat" cmpd="sng" w="9525">
            <a:solidFill>
              <a:schemeClr val="lt1"/>
            </a:solidFill>
            <a:prstDash val="solid"/>
            <a:round/>
            <a:headEnd len="med" w="med" type="none"/>
            <a:tailEnd len="med" w="med" type="triangle"/>
          </a:ln>
        </p:spPr>
      </p:cxnSp>
      <p:grpSp>
        <p:nvGrpSpPr>
          <p:cNvPr id="2105" name="Google Shape;2105;p95"/>
          <p:cNvGrpSpPr/>
          <p:nvPr/>
        </p:nvGrpSpPr>
        <p:grpSpPr>
          <a:xfrm>
            <a:off x="559552" y="1419165"/>
            <a:ext cx="614446" cy="552534"/>
            <a:chOff x="1890725" y="3600450"/>
            <a:chExt cx="1011600" cy="962100"/>
          </a:xfrm>
        </p:grpSpPr>
        <p:pic>
          <p:nvPicPr>
            <p:cNvPr id="2106" name="Google Shape;2106;p95"/>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2107" name="Google Shape;2107;p95"/>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8" name="Google Shape;2108;p95"/>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2109" name="Google Shape;2109;p95"/>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10" name="Google Shape;2110;p95"/>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2111" name="Google Shape;2111;p95"/>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95"/>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95"/>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4" name="Google Shape;2114;p95"/>
          <p:cNvGrpSpPr/>
          <p:nvPr/>
        </p:nvGrpSpPr>
        <p:grpSpPr>
          <a:xfrm>
            <a:off x="1388227" y="1419165"/>
            <a:ext cx="614446" cy="552534"/>
            <a:chOff x="1890725" y="3600450"/>
            <a:chExt cx="1011600" cy="962100"/>
          </a:xfrm>
        </p:grpSpPr>
        <p:pic>
          <p:nvPicPr>
            <p:cNvPr id="2115" name="Google Shape;2115;p95"/>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2116" name="Google Shape;2116;p95"/>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17" name="Google Shape;2117;p95"/>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2118" name="Google Shape;2118;p95"/>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19" name="Google Shape;2119;p95"/>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2120" name="Google Shape;2120;p95"/>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95"/>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95"/>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3" name="Google Shape;2123;p95"/>
          <p:cNvGrpSpPr/>
          <p:nvPr/>
        </p:nvGrpSpPr>
        <p:grpSpPr>
          <a:xfrm>
            <a:off x="2226427" y="1419165"/>
            <a:ext cx="614446" cy="552534"/>
            <a:chOff x="1890725" y="3600450"/>
            <a:chExt cx="1011600" cy="962100"/>
          </a:xfrm>
        </p:grpSpPr>
        <p:pic>
          <p:nvPicPr>
            <p:cNvPr id="2124" name="Google Shape;2124;p95"/>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2125" name="Google Shape;2125;p95"/>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6" name="Google Shape;2126;p95"/>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2127" name="Google Shape;2127;p95"/>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8" name="Google Shape;2128;p95"/>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2129" name="Google Shape;2129;p95"/>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95"/>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95"/>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2" name="Google Shape;2132;p95"/>
          <p:cNvGrpSpPr/>
          <p:nvPr/>
        </p:nvGrpSpPr>
        <p:grpSpPr>
          <a:xfrm>
            <a:off x="547665" y="2181165"/>
            <a:ext cx="614446" cy="552534"/>
            <a:chOff x="1890725" y="3600450"/>
            <a:chExt cx="1011600" cy="962100"/>
          </a:xfrm>
        </p:grpSpPr>
        <p:pic>
          <p:nvPicPr>
            <p:cNvPr id="2133" name="Google Shape;2133;p95"/>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134" name="Google Shape;2134;p95"/>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35" name="Google Shape;2135;p95"/>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136" name="Google Shape;2136;p95"/>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37" name="Google Shape;2137;p95"/>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138" name="Google Shape;2138;p95"/>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95"/>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95"/>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1" name="Google Shape;2141;p95"/>
          <p:cNvGrpSpPr/>
          <p:nvPr/>
        </p:nvGrpSpPr>
        <p:grpSpPr>
          <a:xfrm>
            <a:off x="1385865" y="2181165"/>
            <a:ext cx="614446" cy="552534"/>
            <a:chOff x="1890725" y="3600450"/>
            <a:chExt cx="1011600" cy="962100"/>
          </a:xfrm>
        </p:grpSpPr>
        <p:pic>
          <p:nvPicPr>
            <p:cNvPr id="2142" name="Google Shape;2142;p95"/>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143" name="Google Shape;2143;p95"/>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4" name="Google Shape;2144;p95"/>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145" name="Google Shape;2145;p95"/>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6" name="Google Shape;2146;p95"/>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147" name="Google Shape;2147;p95"/>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95"/>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95"/>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0" name="Google Shape;2150;p95"/>
          <p:cNvGrpSpPr/>
          <p:nvPr/>
        </p:nvGrpSpPr>
        <p:grpSpPr>
          <a:xfrm>
            <a:off x="2224065" y="2181165"/>
            <a:ext cx="614446" cy="552534"/>
            <a:chOff x="1890725" y="3600450"/>
            <a:chExt cx="1011600" cy="962100"/>
          </a:xfrm>
        </p:grpSpPr>
        <p:pic>
          <p:nvPicPr>
            <p:cNvPr id="2151" name="Google Shape;2151;p95"/>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p:spPr>
        </p:pic>
        <p:sp>
          <p:nvSpPr>
            <p:cNvPr id="2152" name="Google Shape;2152;p95"/>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53" name="Google Shape;2153;p95"/>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p:spPr>
        </p:pic>
        <p:sp>
          <p:nvSpPr>
            <p:cNvPr id="2154" name="Google Shape;2154;p95"/>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55" name="Google Shape;2155;p95"/>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p:spPr>
        </p:pic>
        <p:sp>
          <p:nvSpPr>
            <p:cNvPr id="2156" name="Google Shape;2156;p95"/>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95"/>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95"/>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9" name="Google Shape;2159;p95"/>
          <p:cNvGrpSpPr/>
          <p:nvPr/>
        </p:nvGrpSpPr>
        <p:grpSpPr>
          <a:xfrm>
            <a:off x="547665" y="2943165"/>
            <a:ext cx="614446" cy="552534"/>
            <a:chOff x="1890725" y="3600450"/>
            <a:chExt cx="1011600" cy="962100"/>
          </a:xfrm>
        </p:grpSpPr>
        <p:pic>
          <p:nvPicPr>
            <p:cNvPr id="2160" name="Google Shape;2160;p95"/>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2161" name="Google Shape;2161;p95"/>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2" name="Google Shape;2162;p95"/>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2163" name="Google Shape;2163;p95"/>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4" name="Google Shape;2164;p95"/>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2165" name="Google Shape;2165;p95"/>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95"/>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95"/>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8" name="Google Shape;2168;p95"/>
          <p:cNvGrpSpPr/>
          <p:nvPr/>
        </p:nvGrpSpPr>
        <p:grpSpPr>
          <a:xfrm>
            <a:off x="1385865" y="2943165"/>
            <a:ext cx="614446" cy="552534"/>
            <a:chOff x="1890725" y="3600450"/>
            <a:chExt cx="1011600" cy="962100"/>
          </a:xfrm>
        </p:grpSpPr>
        <p:pic>
          <p:nvPicPr>
            <p:cNvPr id="2169" name="Google Shape;2169;p95"/>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2170" name="Google Shape;2170;p95"/>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71" name="Google Shape;2171;p95"/>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2172" name="Google Shape;2172;p95"/>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73" name="Google Shape;2173;p95"/>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2174" name="Google Shape;2174;p95"/>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95"/>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95"/>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7" name="Google Shape;2177;p95"/>
          <p:cNvGrpSpPr/>
          <p:nvPr/>
        </p:nvGrpSpPr>
        <p:grpSpPr>
          <a:xfrm>
            <a:off x="2224065" y="2943165"/>
            <a:ext cx="614446" cy="552534"/>
            <a:chOff x="1890725" y="3600450"/>
            <a:chExt cx="1011600" cy="962100"/>
          </a:xfrm>
        </p:grpSpPr>
        <p:pic>
          <p:nvPicPr>
            <p:cNvPr id="2178" name="Google Shape;2178;p95"/>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pic>
        <p:sp>
          <p:nvSpPr>
            <p:cNvPr id="2179" name="Google Shape;2179;p95"/>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0" name="Google Shape;2180;p95"/>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pic>
        <p:sp>
          <p:nvSpPr>
            <p:cNvPr id="2181" name="Google Shape;2181;p95"/>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2" name="Google Shape;2182;p95"/>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pic>
        <p:sp>
          <p:nvSpPr>
            <p:cNvPr id="2183" name="Google Shape;2183;p95"/>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95"/>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95"/>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6" name="Google Shape;2186;p95"/>
          <p:cNvSpPr txBox="1"/>
          <p:nvPr/>
        </p:nvSpPr>
        <p:spPr>
          <a:xfrm flipH="1" rot="-5400000">
            <a:off x="-142875" y="2181225"/>
            <a:ext cx="8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Text"/>
                <a:ea typeface="Red Hat Text"/>
                <a:cs typeface="Red Hat Text"/>
                <a:sym typeface="Red Hat Text"/>
              </a:rPr>
              <a:t>Library</a:t>
            </a:r>
            <a:endParaRPr b="1">
              <a:latin typeface="Red Hat Text"/>
              <a:ea typeface="Red Hat Text"/>
              <a:cs typeface="Red Hat Text"/>
              <a:sym typeface="Red Hat Text"/>
            </a:endParaRPr>
          </a:p>
        </p:txBody>
      </p:sp>
      <p:cxnSp>
        <p:nvCxnSpPr>
          <p:cNvPr id="2187" name="Google Shape;2187;p95"/>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2188" name="Google Shape;2188;p95"/>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2189" name="Google Shape;2189;p95"/>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2190" name="Google Shape;2190;p95"/>
          <p:cNvSpPr txBox="1"/>
          <p:nvPr/>
        </p:nvSpPr>
        <p:spPr>
          <a:xfrm>
            <a:off x="4943475" y="857250"/>
            <a:ext cx="237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2191" name="Google Shape;2191;p95"/>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2192" name="Google Shape;2192;p95"/>
          <p:cNvSpPr txBox="1"/>
          <p:nvPr/>
        </p:nvSpPr>
        <p:spPr>
          <a:xfrm>
            <a:off x="371475" y="190500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9 BaseOS</a:t>
            </a:r>
            <a:endParaRPr sz="700">
              <a:latin typeface="Red Hat Text"/>
              <a:ea typeface="Red Hat Text"/>
              <a:cs typeface="Red Hat Text"/>
              <a:sym typeface="Red Hat Text"/>
            </a:endParaRPr>
          </a:p>
        </p:txBody>
      </p:sp>
      <p:sp>
        <p:nvSpPr>
          <p:cNvPr id="2193" name="Google Shape;2193;p95"/>
          <p:cNvSpPr txBox="1"/>
          <p:nvPr/>
        </p:nvSpPr>
        <p:spPr>
          <a:xfrm>
            <a:off x="1200150" y="190500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9 AppStream</a:t>
            </a:r>
            <a:endParaRPr sz="700">
              <a:latin typeface="Red Hat Text"/>
              <a:ea typeface="Red Hat Text"/>
              <a:cs typeface="Red Hat Text"/>
              <a:sym typeface="Red Hat Text"/>
            </a:endParaRPr>
          </a:p>
        </p:txBody>
      </p:sp>
      <p:sp>
        <p:nvSpPr>
          <p:cNvPr id="2194" name="Google Shape;2194;p95"/>
          <p:cNvSpPr txBox="1"/>
          <p:nvPr/>
        </p:nvSpPr>
        <p:spPr>
          <a:xfrm>
            <a:off x="2038350" y="190500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Custom Repo</a:t>
            </a:r>
            <a:endParaRPr sz="700">
              <a:latin typeface="Red Hat Text"/>
              <a:ea typeface="Red Hat Text"/>
              <a:cs typeface="Red Hat Text"/>
              <a:sym typeface="Red Hat Text"/>
            </a:endParaRPr>
          </a:p>
        </p:txBody>
      </p:sp>
      <p:sp>
        <p:nvSpPr>
          <p:cNvPr id="2195" name="Google Shape;2195;p95"/>
          <p:cNvSpPr txBox="1"/>
          <p:nvPr/>
        </p:nvSpPr>
        <p:spPr>
          <a:xfrm>
            <a:off x="371475" y="2686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8 BaseOS</a:t>
            </a:r>
            <a:endParaRPr sz="700">
              <a:latin typeface="Red Hat Text"/>
              <a:ea typeface="Red Hat Text"/>
              <a:cs typeface="Red Hat Text"/>
              <a:sym typeface="Red Hat Text"/>
            </a:endParaRPr>
          </a:p>
        </p:txBody>
      </p:sp>
      <p:sp>
        <p:nvSpPr>
          <p:cNvPr id="2196" name="Google Shape;2196;p95"/>
          <p:cNvSpPr txBox="1"/>
          <p:nvPr/>
        </p:nvSpPr>
        <p:spPr>
          <a:xfrm>
            <a:off x="1200150" y="2686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8 AppStream</a:t>
            </a:r>
            <a:endParaRPr sz="700">
              <a:latin typeface="Red Hat Text"/>
              <a:ea typeface="Red Hat Text"/>
              <a:cs typeface="Red Hat Text"/>
              <a:sym typeface="Red Hat Text"/>
            </a:endParaRPr>
          </a:p>
        </p:txBody>
      </p:sp>
      <p:sp>
        <p:nvSpPr>
          <p:cNvPr id="2197" name="Google Shape;2197;p95"/>
          <p:cNvSpPr txBox="1"/>
          <p:nvPr/>
        </p:nvSpPr>
        <p:spPr>
          <a:xfrm>
            <a:off x="2038350" y="2686050"/>
            <a:ext cx="990600" cy="2925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Satellite Tools</a:t>
            </a:r>
            <a:endParaRPr sz="700">
              <a:latin typeface="Red Hat Text"/>
              <a:ea typeface="Red Hat Text"/>
              <a:cs typeface="Red Hat Text"/>
              <a:sym typeface="Red Hat Text"/>
            </a:endParaRPr>
          </a:p>
        </p:txBody>
      </p:sp>
      <p:sp>
        <p:nvSpPr>
          <p:cNvPr id="2198" name="Google Shape;2198;p95"/>
          <p:cNvSpPr txBox="1"/>
          <p:nvPr/>
        </p:nvSpPr>
        <p:spPr>
          <a:xfrm>
            <a:off x="342900" y="3448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EPEL</a:t>
            </a:r>
            <a:endParaRPr sz="700">
              <a:latin typeface="Red Hat Text"/>
              <a:ea typeface="Red Hat Text"/>
              <a:cs typeface="Red Hat Text"/>
              <a:sym typeface="Red Hat Text"/>
            </a:endParaRPr>
          </a:p>
        </p:txBody>
      </p:sp>
      <p:sp>
        <p:nvSpPr>
          <p:cNvPr id="2199" name="Google Shape;2199;p95"/>
          <p:cNvSpPr txBox="1"/>
          <p:nvPr/>
        </p:nvSpPr>
        <p:spPr>
          <a:xfrm>
            <a:off x="1171575" y="3448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8 Extras</a:t>
            </a:r>
            <a:endParaRPr sz="700">
              <a:latin typeface="Red Hat Text"/>
              <a:ea typeface="Red Hat Text"/>
              <a:cs typeface="Red Hat Text"/>
              <a:sym typeface="Red Hat Text"/>
            </a:endParaRPr>
          </a:p>
        </p:txBody>
      </p:sp>
      <p:sp>
        <p:nvSpPr>
          <p:cNvPr id="2200" name="Google Shape;2200;p95"/>
          <p:cNvSpPr txBox="1"/>
          <p:nvPr/>
        </p:nvSpPr>
        <p:spPr>
          <a:xfrm>
            <a:off x="2009775" y="3448050"/>
            <a:ext cx="990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MS SQL Server 2019</a:t>
            </a:r>
            <a:endParaRPr sz="700">
              <a:latin typeface="Red Hat Text"/>
              <a:ea typeface="Red Hat Text"/>
              <a:cs typeface="Red Hat Text"/>
              <a:sym typeface="Red Hat Text"/>
            </a:endParaRPr>
          </a:p>
        </p:txBody>
      </p:sp>
      <p:sp>
        <p:nvSpPr>
          <p:cNvPr id="2201" name="Google Shape;2201;p95"/>
          <p:cNvSpPr/>
          <p:nvPr/>
        </p:nvSpPr>
        <p:spPr>
          <a:xfrm>
            <a:off x="1066800" y="58197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p:txBody>
      </p:sp>
      <p:grpSp>
        <p:nvGrpSpPr>
          <p:cNvPr id="2202" name="Google Shape;2202;p95"/>
          <p:cNvGrpSpPr/>
          <p:nvPr/>
        </p:nvGrpSpPr>
        <p:grpSpPr>
          <a:xfrm>
            <a:off x="299700" y="4781550"/>
            <a:ext cx="1395900" cy="390450"/>
            <a:chOff x="299700" y="4781550"/>
            <a:chExt cx="1395900" cy="390450"/>
          </a:xfrm>
        </p:grpSpPr>
        <p:sp>
          <p:nvSpPr>
            <p:cNvPr id="2203" name="Google Shape;2203;p95"/>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95"/>
            <p:cNvSpPr/>
            <p:nvPr/>
          </p:nvSpPr>
          <p:spPr>
            <a:xfrm>
              <a:off x="299700" y="4781550"/>
              <a:ext cx="943375" cy="374850"/>
            </a:xfrm>
            <a:prstGeom prst="flowChartPredefined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All Errata by</a:t>
              </a:r>
              <a:endParaRPr b="1" sz="700"/>
            </a:p>
            <a:p>
              <a:pPr indent="0" lvl="0" marL="0" rtl="0" algn="ctr">
                <a:spcBef>
                  <a:spcPts val="0"/>
                </a:spcBef>
                <a:spcAft>
                  <a:spcPts val="0"/>
                </a:spcAft>
                <a:buNone/>
              </a:pPr>
              <a:r>
                <a:rPr b="1" lang="en" sz="700"/>
                <a:t>Date</a:t>
              </a:r>
              <a:endParaRPr b="1" sz="700"/>
            </a:p>
          </p:txBody>
        </p:sp>
      </p:grpSp>
      <p:sp>
        <p:nvSpPr>
          <p:cNvPr id="2205" name="Google Shape;2205;p95"/>
          <p:cNvSpPr/>
          <p:nvPr/>
        </p:nvSpPr>
        <p:spPr>
          <a:xfrm>
            <a:off x="3333750" y="1552575"/>
            <a:ext cx="871128" cy="495288"/>
          </a:xfrm>
          <a:prstGeom prst="flowChartDocumen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v21.0</a:t>
            </a:r>
            <a:endParaRPr b="1" sz="800"/>
          </a:p>
          <a:p>
            <a:pPr indent="0" lvl="0" marL="0" rtl="0" algn="l">
              <a:spcBef>
                <a:spcPts val="0"/>
              </a:spcBef>
              <a:spcAft>
                <a:spcPts val="0"/>
              </a:spcAft>
              <a:buNone/>
            </a:pPr>
            <a:r>
              <a:rPr b="1" lang="en" sz="800"/>
              <a:t>2022-05</a:t>
            </a:r>
            <a:endParaRPr b="1" sz="800"/>
          </a:p>
        </p:txBody>
      </p:sp>
      <p:sp>
        <p:nvSpPr>
          <p:cNvPr id="2206" name="Google Shape;2206;p95"/>
          <p:cNvSpPr/>
          <p:nvPr/>
        </p:nvSpPr>
        <p:spPr>
          <a:xfrm>
            <a:off x="3333750" y="23907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v22.0</a:t>
            </a:r>
            <a:endParaRPr b="1" sz="800"/>
          </a:p>
          <a:p>
            <a:pPr indent="0" lvl="0" marL="0" rtl="0" algn="l">
              <a:spcBef>
                <a:spcPts val="0"/>
              </a:spcBef>
              <a:spcAft>
                <a:spcPts val="0"/>
              </a:spcAft>
              <a:buNone/>
            </a:pPr>
            <a:r>
              <a:rPr b="1" lang="en" sz="800"/>
              <a:t>2022-06</a:t>
            </a:r>
            <a:endParaRPr b="1" sz="800"/>
          </a:p>
        </p:txBody>
      </p:sp>
      <p:sp>
        <p:nvSpPr>
          <p:cNvPr id="2207" name="Google Shape;2207;p95"/>
          <p:cNvSpPr/>
          <p:nvPr/>
        </p:nvSpPr>
        <p:spPr>
          <a:xfrm>
            <a:off x="3333750" y="33051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v23.0</a:t>
            </a:r>
            <a:endParaRPr b="1" sz="800"/>
          </a:p>
          <a:p>
            <a:pPr indent="0" lvl="0" marL="0" rtl="0" algn="l">
              <a:spcBef>
                <a:spcPts val="0"/>
              </a:spcBef>
              <a:spcAft>
                <a:spcPts val="0"/>
              </a:spcAft>
              <a:buNone/>
            </a:pPr>
            <a:r>
              <a:rPr b="1" lang="en" sz="800"/>
              <a:t>2022-07</a:t>
            </a:r>
            <a:endParaRPr b="1" sz="800"/>
          </a:p>
        </p:txBody>
      </p:sp>
      <p:sp>
        <p:nvSpPr>
          <p:cNvPr id="2208" name="Google Shape;2208;p95"/>
          <p:cNvSpPr/>
          <p:nvPr/>
        </p:nvSpPr>
        <p:spPr>
          <a:xfrm>
            <a:off x="3333750" y="42195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v24.0</a:t>
            </a:r>
            <a:endParaRPr b="1" sz="800"/>
          </a:p>
          <a:p>
            <a:pPr indent="0" lvl="0" marL="0" rtl="0" algn="l">
              <a:spcBef>
                <a:spcPts val="0"/>
              </a:spcBef>
              <a:spcAft>
                <a:spcPts val="0"/>
              </a:spcAft>
              <a:buNone/>
            </a:pPr>
            <a:r>
              <a:rPr b="1" lang="en" sz="800"/>
              <a:t>2022-08</a:t>
            </a:r>
            <a:endParaRPr b="1" sz="800"/>
          </a:p>
        </p:txBody>
      </p:sp>
      <p:sp>
        <p:nvSpPr>
          <p:cNvPr id="2209" name="Google Shape;2209;p95"/>
          <p:cNvSpPr/>
          <p:nvPr/>
        </p:nvSpPr>
        <p:spPr>
          <a:xfrm>
            <a:off x="3333750" y="51339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v25.0</a:t>
            </a:r>
            <a:endParaRPr b="1" sz="800"/>
          </a:p>
          <a:p>
            <a:pPr indent="0" lvl="0" marL="0" rtl="0" algn="l">
              <a:spcBef>
                <a:spcPts val="0"/>
              </a:spcBef>
              <a:spcAft>
                <a:spcPts val="0"/>
              </a:spcAft>
              <a:buNone/>
            </a:pPr>
            <a:r>
              <a:rPr b="1" lang="en" sz="800"/>
              <a:t>2022-09</a:t>
            </a:r>
            <a:endParaRPr b="1" sz="800"/>
          </a:p>
        </p:txBody>
      </p:sp>
      <p:cxnSp>
        <p:nvCxnSpPr>
          <p:cNvPr id="2210" name="Google Shape;2210;p95"/>
          <p:cNvCxnSpPr>
            <a:stCxn id="2201" idx="3"/>
            <a:endCxn id="2205" idx="1"/>
          </p:cNvCxnSpPr>
          <p:nvPr/>
        </p:nvCxnSpPr>
        <p:spPr>
          <a:xfrm flipH="1" rot="10800000">
            <a:off x="1937928" y="1800219"/>
            <a:ext cx="1395900" cy="4267200"/>
          </a:xfrm>
          <a:prstGeom prst="bentConnector3">
            <a:avLst>
              <a:gd fmla="val 78841" name="adj1"/>
            </a:avLst>
          </a:prstGeom>
          <a:noFill/>
          <a:ln cap="flat" cmpd="sng" w="28575">
            <a:solidFill>
              <a:schemeClr val="dk1"/>
            </a:solidFill>
            <a:prstDash val="solid"/>
            <a:round/>
            <a:headEnd len="med" w="med" type="none"/>
            <a:tailEnd len="med" w="med" type="triangle"/>
          </a:ln>
        </p:spPr>
      </p:cxnSp>
      <p:cxnSp>
        <p:nvCxnSpPr>
          <p:cNvPr id="2211" name="Google Shape;2211;p95"/>
          <p:cNvCxnSpPr>
            <a:stCxn id="2201" idx="3"/>
            <a:endCxn id="2206" idx="1"/>
          </p:cNvCxnSpPr>
          <p:nvPr/>
        </p:nvCxnSpPr>
        <p:spPr>
          <a:xfrm flipH="1" rot="10800000">
            <a:off x="1937928" y="2638419"/>
            <a:ext cx="1395900" cy="3429000"/>
          </a:xfrm>
          <a:prstGeom prst="bentConnector3">
            <a:avLst>
              <a:gd fmla="val 78841" name="adj1"/>
            </a:avLst>
          </a:prstGeom>
          <a:noFill/>
          <a:ln cap="flat" cmpd="sng" w="28575">
            <a:solidFill>
              <a:schemeClr val="dk1"/>
            </a:solidFill>
            <a:prstDash val="solid"/>
            <a:round/>
            <a:headEnd len="med" w="med" type="none"/>
            <a:tailEnd len="med" w="med" type="triangle"/>
          </a:ln>
        </p:spPr>
      </p:cxnSp>
      <p:cxnSp>
        <p:nvCxnSpPr>
          <p:cNvPr id="2212" name="Google Shape;2212;p95"/>
          <p:cNvCxnSpPr>
            <a:stCxn id="2201" idx="3"/>
            <a:endCxn id="2207" idx="1"/>
          </p:cNvCxnSpPr>
          <p:nvPr/>
        </p:nvCxnSpPr>
        <p:spPr>
          <a:xfrm flipH="1" rot="10800000">
            <a:off x="1937928" y="3552819"/>
            <a:ext cx="1395900" cy="2514600"/>
          </a:xfrm>
          <a:prstGeom prst="bentConnector3">
            <a:avLst>
              <a:gd fmla="val 78159" name="adj1"/>
            </a:avLst>
          </a:prstGeom>
          <a:noFill/>
          <a:ln cap="flat" cmpd="sng" w="28575">
            <a:solidFill>
              <a:schemeClr val="dk1"/>
            </a:solidFill>
            <a:prstDash val="solid"/>
            <a:round/>
            <a:headEnd len="med" w="med" type="none"/>
            <a:tailEnd len="med" w="med" type="triangle"/>
          </a:ln>
        </p:spPr>
      </p:cxnSp>
      <p:cxnSp>
        <p:nvCxnSpPr>
          <p:cNvPr id="2213" name="Google Shape;2213;p95"/>
          <p:cNvCxnSpPr>
            <a:stCxn id="2201" idx="3"/>
            <a:endCxn id="2208" idx="1"/>
          </p:cNvCxnSpPr>
          <p:nvPr/>
        </p:nvCxnSpPr>
        <p:spPr>
          <a:xfrm flipH="1" rot="10800000">
            <a:off x="1937928" y="4467219"/>
            <a:ext cx="1395900" cy="1600200"/>
          </a:xfrm>
          <a:prstGeom prst="bentConnector3">
            <a:avLst>
              <a:gd fmla="val 78841" name="adj1"/>
            </a:avLst>
          </a:prstGeom>
          <a:noFill/>
          <a:ln cap="flat" cmpd="sng" w="28575">
            <a:solidFill>
              <a:schemeClr val="dk1"/>
            </a:solidFill>
            <a:prstDash val="solid"/>
            <a:round/>
            <a:headEnd len="med" w="med" type="none"/>
            <a:tailEnd len="med" w="med" type="triangle"/>
          </a:ln>
        </p:spPr>
      </p:cxnSp>
      <p:cxnSp>
        <p:nvCxnSpPr>
          <p:cNvPr id="2214" name="Google Shape;2214;p95"/>
          <p:cNvCxnSpPr>
            <a:stCxn id="2201" idx="3"/>
            <a:endCxn id="2209" idx="1"/>
          </p:cNvCxnSpPr>
          <p:nvPr/>
        </p:nvCxnSpPr>
        <p:spPr>
          <a:xfrm flipH="1" rot="10800000">
            <a:off x="1937928" y="5381619"/>
            <a:ext cx="1395900" cy="685800"/>
          </a:xfrm>
          <a:prstGeom prst="bentConnector3">
            <a:avLst>
              <a:gd fmla="val 78841" name="adj1"/>
            </a:avLst>
          </a:prstGeom>
          <a:noFill/>
          <a:ln cap="flat" cmpd="sng" w="28575">
            <a:solidFill>
              <a:schemeClr val="dk1"/>
            </a:solidFill>
            <a:prstDash val="solid"/>
            <a:round/>
            <a:headEnd len="med" w="med" type="none"/>
            <a:tailEnd len="med" w="med" type="triangle"/>
          </a:ln>
        </p:spPr>
      </p:cxnSp>
      <p:grpSp>
        <p:nvGrpSpPr>
          <p:cNvPr id="2215" name="Google Shape;2215;p95"/>
          <p:cNvGrpSpPr/>
          <p:nvPr/>
        </p:nvGrpSpPr>
        <p:grpSpPr>
          <a:xfrm>
            <a:off x="7926525" y="1781175"/>
            <a:ext cx="3303600" cy="1181100"/>
            <a:chOff x="6286500" y="1209675"/>
            <a:chExt cx="3303600" cy="1181100"/>
          </a:xfrm>
        </p:grpSpPr>
        <p:sp>
          <p:nvSpPr>
            <p:cNvPr id="2216" name="Google Shape;2216;p95"/>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17" name="Google Shape;2217;p95"/>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2218" name="Google Shape;2218;p95"/>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2219" name="Google Shape;2219;p95"/>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2220" name="Google Shape;2220;p95"/>
          <p:cNvGrpSpPr/>
          <p:nvPr/>
        </p:nvGrpSpPr>
        <p:grpSpPr>
          <a:xfrm>
            <a:off x="7926525" y="3343275"/>
            <a:ext cx="3303600" cy="1181100"/>
            <a:chOff x="6229350" y="2828925"/>
            <a:chExt cx="3303600" cy="1181100"/>
          </a:xfrm>
        </p:grpSpPr>
        <p:sp>
          <p:nvSpPr>
            <p:cNvPr id="2221" name="Google Shape;2221;p95"/>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2" name="Google Shape;2222;p95"/>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2223" name="Google Shape;2223;p95"/>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2224" name="Google Shape;2224;p95"/>
          <p:cNvGrpSpPr/>
          <p:nvPr/>
        </p:nvGrpSpPr>
        <p:grpSpPr>
          <a:xfrm>
            <a:off x="7926525" y="4867275"/>
            <a:ext cx="3303600" cy="1181100"/>
            <a:chOff x="6229350" y="4314825"/>
            <a:chExt cx="3303600" cy="1181100"/>
          </a:xfrm>
        </p:grpSpPr>
        <p:sp>
          <p:nvSpPr>
            <p:cNvPr id="2225" name="Google Shape;2225;p95"/>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6" name="Google Shape;2226;p95"/>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2227" name="Google Shape;2227;p95"/>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2228" name="Google Shape;2228;p95"/>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2229" name="Google Shape;2229;p95"/>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2230" name="Google Shape;2230;p95"/>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2231" name="Google Shape;2231;p95"/>
          <p:cNvSpPr/>
          <p:nvPr/>
        </p:nvSpPr>
        <p:spPr>
          <a:xfrm>
            <a:off x="6076950" y="545812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v25.0</a:t>
            </a:r>
            <a:endParaRPr b="1" sz="800"/>
          </a:p>
          <a:p>
            <a:pPr indent="0" lvl="0" marL="0" rtl="0" algn="l">
              <a:spcBef>
                <a:spcPts val="0"/>
              </a:spcBef>
              <a:spcAft>
                <a:spcPts val="0"/>
              </a:spcAft>
              <a:buNone/>
            </a:pPr>
            <a:r>
              <a:rPr b="1" lang="en" sz="800"/>
              <a:t>2022-08</a:t>
            </a:r>
            <a:endParaRPr b="1" sz="800"/>
          </a:p>
        </p:txBody>
      </p:sp>
      <p:sp>
        <p:nvSpPr>
          <p:cNvPr id="2232" name="Google Shape;2232;p95"/>
          <p:cNvSpPr/>
          <p:nvPr/>
        </p:nvSpPr>
        <p:spPr>
          <a:xfrm>
            <a:off x="6076950" y="39244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v24.0</a:t>
            </a:r>
            <a:endParaRPr b="1" sz="800"/>
          </a:p>
          <a:p>
            <a:pPr indent="0" lvl="0" marL="0" rtl="0" algn="l">
              <a:spcBef>
                <a:spcPts val="0"/>
              </a:spcBef>
              <a:spcAft>
                <a:spcPts val="0"/>
              </a:spcAft>
              <a:buNone/>
            </a:pPr>
            <a:r>
              <a:rPr b="1" lang="en" sz="800"/>
              <a:t>2022-07</a:t>
            </a:r>
            <a:endParaRPr b="1" sz="800"/>
          </a:p>
        </p:txBody>
      </p:sp>
      <p:sp>
        <p:nvSpPr>
          <p:cNvPr id="2233" name="Google Shape;2233;p95"/>
          <p:cNvSpPr/>
          <p:nvPr/>
        </p:nvSpPr>
        <p:spPr>
          <a:xfrm>
            <a:off x="6076950" y="23907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v22.0</a:t>
            </a:r>
            <a:endParaRPr b="1" sz="800"/>
          </a:p>
          <a:p>
            <a:pPr indent="0" lvl="0" marL="0" rtl="0" algn="l">
              <a:spcBef>
                <a:spcPts val="0"/>
              </a:spcBef>
              <a:spcAft>
                <a:spcPts val="0"/>
              </a:spcAft>
              <a:buNone/>
            </a:pPr>
            <a:r>
              <a:rPr b="1" lang="en" sz="800"/>
              <a:t>2022-06</a:t>
            </a:r>
            <a:endParaRPr b="1" sz="800"/>
          </a:p>
        </p:txBody>
      </p:sp>
      <p:sp>
        <p:nvSpPr>
          <p:cNvPr id="2234" name="Google Shape;2234;p95"/>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2235" name="Google Shape;2235;p95"/>
          <p:cNvSpPr/>
          <p:nvPr/>
        </p:nvSpPr>
        <p:spPr>
          <a:xfrm>
            <a:off x="5162550" y="18573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2236" name="Google Shape;2236;p95"/>
          <p:cNvSpPr/>
          <p:nvPr/>
        </p:nvSpPr>
        <p:spPr>
          <a:xfrm>
            <a:off x="5162550" y="34099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2237" name="Google Shape;2237;p95"/>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2238" name="Google Shape;2238;p95"/>
          <p:cNvSpPr txBox="1"/>
          <p:nvPr/>
        </p:nvSpPr>
        <p:spPr>
          <a:xfrm>
            <a:off x="3257550" y="2819400"/>
            <a:ext cx="1054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37242 Packages</a:t>
            </a:r>
            <a:endParaRPr b="1" sz="800">
              <a:latin typeface="Red Hat Text"/>
              <a:ea typeface="Red Hat Text"/>
              <a:cs typeface="Red Hat Text"/>
              <a:sym typeface="Red Hat Text"/>
            </a:endParaRPr>
          </a:p>
          <a:p>
            <a:pPr indent="0" lvl="0" marL="0" rtl="0" algn="l">
              <a:spcBef>
                <a:spcPts val="0"/>
              </a:spcBef>
              <a:spcAft>
                <a:spcPts val="0"/>
              </a:spcAft>
              <a:buNone/>
            </a:pPr>
            <a:r>
              <a:rPr b="1" lang="en" sz="800">
                <a:latin typeface="Red Hat Text"/>
                <a:ea typeface="Red Hat Text"/>
                <a:cs typeface="Red Hat Text"/>
                <a:sym typeface="Red Hat Text"/>
              </a:rPr>
              <a:t>  3326 Errata</a:t>
            </a:r>
            <a:endParaRPr b="1" sz="800">
              <a:latin typeface="Red Hat Text"/>
              <a:ea typeface="Red Hat Text"/>
              <a:cs typeface="Red Hat Text"/>
              <a:sym typeface="Red Hat Text"/>
            </a:endParaRPr>
          </a:p>
        </p:txBody>
      </p:sp>
      <p:sp>
        <p:nvSpPr>
          <p:cNvPr id="2239" name="Google Shape;2239;p95"/>
          <p:cNvSpPr txBox="1"/>
          <p:nvPr/>
        </p:nvSpPr>
        <p:spPr>
          <a:xfrm>
            <a:off x="3257550" y="5562600"/>
            <a:ext cx="1054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37617 Packages</a:t>
            </a:r>
            <a:endParaRPr b="1" sz="800">
              <a:latin typeface="Red Hat Text"/>
              <a:ea typeface="Red Hat Text"/>
              <a:cs typeface="Red Hat Text"/>
              <a:sym typeface="Red Hat Text"/>
            </a:endParaRPr>
          </a:p>
          <a:p>
            <a:pPr indent="0" lvl="0" marL="0" rtl="0" algn="l">
              <a:spcBef>
                <a:spcPts val="0"/>
              </a:spcBef>
              <a:spcAft>
                <a:spcPts val="0"/>
              </a:spcAft>
              <a:buNone/>
            </a:pPr>
            <a:r>
              <a:rPr b="1" lang="en" sz="800">
                <a:latin typeface="Red Hat Text"/>
                <a:ea typeface="Red Hat Text"/>
                <a:cs typeface="Red Hat Text"/>
                <a:sym typeface="Red Hat Text"/>
              </a:rPr>
              <a:t>  3371 Errata</a:t>
            </a:r>
            <a:endParaRPr b="1" sz="800">
              <a:latin typeface="Red Hat Text"/>
              <a:ea typeface="Red Hat Text"/>
              <a:cs typeface="Red Hat Text"/>
              <a:sym typeface="Red Hat Text"/>
            </a:endParaRPr>
          </a:p>
        </p:txBody>
      </p:sp>
      <p:sp>
        <p:nvSpPr>
          <p:cNvPr id="2240" name="Google Shape;2240;p95"/>
          <p:cNvSpPr txBox="1"/>
          <p:nvPr/>
        </p:nvSpPr>
        <p:spPr>
          <a:xfrm>
            <a:off x="3257550" y="4648200"/>
            <a:ext cx="1054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37331 Packages</a:t>
            </a:r>
            <a:endParaRPr b="1" sz="800">
              <a:latin typeface="Red Hat Text"/>
              <a:ea typeface="Red Hat Text"/>
              <a:cs typeface="Red Hat Text"/>
              <a:sym typeface="Red Hat Text"/>
            </a:endParaRPr>
          </a:p>
          <a:p>
            <a:pPr indent="0" lvl="0" marL="0" rtl="0" algn="l">
              <a:spcBef>
                <a:spcPts val="0"/>
              </a:spcBef>
              <a:spcAft>
                <a:spcPts val="0"/>
              </a:spcAft>
              <a:buNone/>
            </a:pPr>
            <a:r>
              <a:rPr b="1" lang="en" sz="800">
                <a:latin typeface="Red Hat Text"/>
                <a:ea typeface="Red Hat Text"/>
                <a:cs typeface="Red Hat Text"/>
                <a:sym typeface="Red Hat Text"/>
              </a:rPr>
              <a:t>  3337 Errata</a:t>
            </a:r>
            <a:endParaRPr b="1" sz="800">
              <a:latin typeface="Red Hat Text"/>
              <a:ea typeface="Red Hat Text"/>
              <a:cs typeface="Red Hat Text"/>
              <a:sym typeface="Red Hat Text"/>
            </a:endParaRPr>
          </a:p>
        </p:txBody>
      </p:sp>
      <p:grpSp>
        <p:nvGrpSpPr>
          <p:cNvPr id="2241" name="Google Shape;2241;p95"/>
          <p:cNvGrpSpPr/>
          <p:nvPr/>
        </p:nvGrpSpPr>
        <p:grpSpPr>
          <a:xfrm>
            <a:off x="299700" y="4324350"/>
            <a:ext cx="1395900" cy="390450"/>
            <a:chOff x="299700" y="4781550"/>
            <a:chExt cx="1395900" cy="390450"/>
          </a:xfrm>
        </p:grpSpPr>
        <p:sp>
          <p:nvSpPr>
            <p:cNvPr id="2242" name="Google Shape;2242;p95"/>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95"/>
            <p:cNvSpPr/>
            <p:nvPr/>
          </p:nvSpPr>
          <p:spPr>
            <a:xfrm>
              <a:off x="299700" y="4781550"/>
              <a:ext cx="943375" cy="374850"/>
            </a:xfrm>
            <a:prstGeom prst="flowChartPredefined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All Streams</a:t>
              </a:r>
              <a:endParaRPr b="1" sz="700"/>
            </a:p>
            <a:p>
              <a:pPr indent="0" lvl="0" marL="0" rtl="0" algn="ctr">
                <a:spcBef>
                  <a:spcPts val="0"/>
                </a:spcBef>
                <a:spcAft>
                  <a:spcPts val="0"/>
                </a:spcAft>
                <a:buNone/>
              </a:pPr>
              <a:r>
                <a:rPr b="1" lang="en" sz="700"/>
                <a:t>No Errata</a:t>
              </a:r>
              <a:endParaRPr b="1" sz="700"/>
            </a:p>
          </p:txBody>
        </p:sp>
      </p:grpSp>
      <p:grpSp>
        <p:nvGrpSpPr>
          <p:cNvPr id="2244" name="Google Shape;2244;p95"/>
          <p:cNvGrpSpPr/>
          <p:nvPr/>
        </p:nvGrpSpPr>
        <p:grpSpPr>
          <a:xfrm>
            <a:off x="299706" y="3867150"/>
            <a:ext cx="1395921" cy="390450"/>
            <a:chOff x="371950" y="4781550"/>
            <a:chExt cx="1323650" cy="390450"/>
          </a:xfrm>
        </p:grpSpPr>
        <p:sp>
          <p:nvSpPr>
            <p:cNvPr id="2245" name="Google Shape;2245;p95"/>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95"/>
            <p:cNvSpPr/>
            <p:nvPr/>
          </p:nvSpPr>
          <p:spPr>
            <a:xfrm>
              <a:off x="371950" y="4781550"/>
              <a:ext cx="871125" cy="374850"/>
            </a:xfrm>
            <a:prstGeom prst="flowChartPredefined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All RPMs NO Errata</a:t>
              </a:r>
              <a:endParaRPr b="1" sz="700"/>
            </a:p>
          </p:txBody>
        </p:sp>
      </p:grpSp>
      <p:grpSp>
        <p:nvGrpSpPr>
          <p:cNvPr id="2247" name="Google Shape;2247;p95"/>
          <p:cNvGrpSpPr/>
          <p:nvPr/>
        </p:nvGrpSpPr>
        <p:grpSpPr>
          <a:xfrm>
            <a:off x="299700" y="5238750"/>
            <a:ext cx="1395900" cy="390450"/>
            <a:chOff x="299700" y="4781550"/>
            <a:chExt cx="1395900" cy="390450"/>
          </a:xfrm>
        </p:grpSpPr>
        <p:sp>
          <p:nvSpPr>
            <p:cNvPr id="2248" name="Google Shape;2248;p95"/>
            <p:cNvSpPr/>
            <p:nvPr/>
          </p:nvSpPr>
          <p:spPr>
            <a:xfrm>
              <a:off x="1295400" y="4797300"/>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95"/>
            <p:cNvSpPr/>
            <p:nvPr/>
          </p:nvSpPr>
          <p:spPr>
            <a:xfrm>
              <a:off x="299700" y="4781550"/>
              <a:ext cx="943375" cy="374850"/>
            </a:xfrm>
            <a:prstGeom prst="flowChartPredefined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No Firefox</a:t>
              </a:r>
              <a:endParaRPr b="1" sz="700"/>
            </a:p>
          </p:txBody>
        </p:sp>
      </p:grpSp>
      <p:sp>
        <p:nvSpPr>
          <p:cNvPr id="2250" name="Google Shape;2250;p95"/>
          <p:cNvSpPr txBox="1"/>
          <p:nvPr/>
        </p:nvSpPr>
        <p:spPr>
          <a:xfrm>
            <a:off x="1990725" y="4181475"/>
            <a:ext cx="685800" cy="4926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lt1"/>
                </a:solidFill>
                <a:latin typeface="Red Hat Text"/>
                <a:ea typeface="Red Hat Text"/>
                <a:cs typeface="Red Hat Text"/>
                <a:sym typeface="Red Hat Text"/>
              </a:rPr>
              <a:t>Include</a:t>
            </a:r>
            <a:endParaRPr b="1" sz="1000">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sz="1000">
                <a:solidFill>
                  <a:schemeClr val="lt1"/>
                </a:solidFill>
                <a:latin typeface="Red Hat Text"/>
                <a:ea typeface="Red Hat Text"/>
                <a:cs typeface="Red Hat Text"/>
                <a:sym typeface="Red Hat Text"/>
              </a:rPr>
              <a:t>Filters</a:t>
            </a:r>
            <a:endParaRPr b="1" sz="1000">
              <a:solidFill>
                <a:schemeClr val="lt1"/>
              </a:solidFill>
              <a:latin typeface="Red Hat Text"/>
              <a:ea typeface="Red Hat Text"/>
              <a:cs typeface="Red Hat Text"/>
              <a:sym typeface="Red Hat Text"/>
            </a:endParaRPr>
          </a:p>
        </p:txBody>
      </p:sp>
      <p:sp>
        <p:nvSpPr>
          <p:cNvPr id="2251" name="Google Shape;2251;p95"/>
          <p:cNvSpPr txBox="1"/>
          <p:nvPr/>
        </p:nvSpPr>
        <p:spPr>
          <a:xfrm>
            <a:off x="1990725" y="5172075"/>
            <a:ext cx="685800" cy="492600"/>
          </a:xfrm>
          <a:prstGeom prst="rect">
            <a:avLst/>
          </a:prstGeom>
          <a:solidFill>
            <a:srgbClr val="CC412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lt1"/>
                </a:solidFill>
                <a:latin typeface="Red Hat Text"/>
                <a:ea typeface="Red Hat Text"/>
                <a:cs typeface="Red Hat Text"/>
                <a:sym typeface="Red Hat Text"/>
              </a:rPr>
              <a:t>Exclude</a:t>
            </a:r>
            <a:endParaRPr b="1" sz="1000">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sz="1000">
                <a:solidFill>
                  <a:schemeClr val="lt1"/>
                </a:solidFill>
                <a:latin typeface="Red Hat Text"/>
                <a:ea typeface="Red Hat Text"/>
                <a:cs typeface="Red Hat Text"/>
                <a:sym typeface="Red Hat Text"/>
              </a:rPr>
              <a:t>Filters</a:t>
            </a:r>
            <a:endParaRPr b="1" sz="1000">
              <a:solidFill>
                <a:schemeClr val="lt1"/>
              </a:solidFill>
              <a:latin typeface="Red Hat Text"/>
              <a:ea typeface="Red Hat Text"/>
              <a:cs typeface="Red Hat Text"/>
              <a:sym typeface="Red Hat Text"/>
            </a:endParaRPr>
          </a:p>
        </p:txBody>
      </p:sp>
      <p:cxnSp>
        <p:nvCxnSpPr>
          <p:cNvPr id="2252" name="Google Shape;2252;p95"/>
          <p:cNvCxnSpPr>
            <a:stCxn id="2209" idx="3"/>
            <a:endCxn id="2231" idx="1"/>
          </p:cNvCxnSpPr>
          <p:nvPr/>
        </p:nvCxnSpPr>
        <p:spPr>
          <a:xfrm>
            <a:off x="4204878" y="5381619"/>
            <a:ext cx="1872000" cy="3243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2253" name="Google Shape;2253;p95"/>
          <p:cNvCxnSpPr>
            <a:stCxn id="2231" idx="3"/>
            <a:endCxn id="2225"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2254" name="Google Shape;2254;p95"/>
          <p:cNvCxnSpPr>
            <a:stCxn id="2208" idx="3"/>
            <a:endCxn id="2232" idx="1"/>
          </p:cNvCxnSpPr>
          <p:nvPr/>
        </p:nvCxnSpPr>
        <p:spPr>
          <a:xfrm flipH="1" rot="10800000">
            <a:off x="4204878" y="4172019"/>
            <a:ext cx="1872000" cy="2952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2255" name="Google Shape;2255;p95"/>
          <p:cNvCxnSpPr>
            <a:stCxn id="2232" idx="3"/>
            <a:endCxn id="2222" idx="1"/>
          </p:cNvCxnSpPr>
          <p:nvPr/>
        </p:nvCxnSpPr>
        <p:spPr>
          <a:xfrm flipH="1" rot="10800000">
            <a:off x="6948078" y="3943194"/>
            <a:ext cx="1045200" cy="228900"/>
          </a:xfrm>
          <a:prstGeom prst="curvedConnector3">
            <a:avLst>
              <a:gd fmla="val 49996" name="adj1"/>
            </a:avLst>
          </a:prstGeom>
          <a:noFill/>
          <a:ln cap="flat" cmpd="sng" w="28575">
            <a:solidFill>
              <a:schemeClr val="dk1"/>
            </a:solidFill>
            <a:prstDash val="solid"/>
            <a:round/>
            <a:headEnd len="med" w="med" type="none"/>
            <a:tailEnd len="med" w="med" type="triangle"/>
          </a:ln>
        </p:spPr>
      </p:cxnSp>
      <p:cxnSp>
        <p:nvCxnSpPr>
          <p:cNvPr id="2256" name="Google Shape;2256;p95"/>
          <p:cNvCxnSpPr>
            <a:stCxn id="2207" idx="3"/>
            <a:endCxn id="2233" idx="1"/>
          </p:cNvCxnSpPr>
          <p:nvPr/>
        </p:nvCxnSpPr>
        <p:spPr>
          <a:xfrm flipH="1" rot="10800000">
            <a:off x="4204878" y="2638419"/>
            <a:ext cx="1872000" cy="9144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2257" name="Google Shape;2257;p95"/>
          <p:cNvCxnSpPr>
            <a:stCxn id="2233" idx="3"/>
            <a:endCxn id="2217" idx="1"/>
          </p:cNvCxnSpPr>
          <p:nvPr/>
        </p:nvCxnSpPr>
        <p:spPr>
          <a:xfrm flipH="1" rot="10800000">
            <a:off x="6948078" y="2371719"/>
            <a:ext cx="1035600" cy="266700"/>
          </a:xfrm>
          <a:prstGeom prst="curvedConnector3">
            <a:avLst>
              <a:gd fmla="val 50000" name="adj1"/>
            </a:avLst>
          </a:prstGeom>
          <a:noFill/>
          <a:ln cap="flat" cmpd="sng" w="28575">
            <a:solidFill>
              <a:schemeClr val="dk1"/>
            </a:solidFill>
            <a:prstDash val="solid"/>
            <a:round/>
            <a:headEnd len="med" w="med" type="none"/>
            <a:tailEnd len="med" w="med" type="triangle"/>
          </a:ln>
        </p:spPr>
      </p:cxnSp>
      <p:sp>
        <p:nvSpPr>
          <p:cNvPr id="2258" name="Google Shape;2258;p95"/>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2259" name="Google Shape;2259;p95"/>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sp>
        <p:nvSpPr>
          <p:cNvPr id="2260" name="Google Shape;2260;p95"/>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cxnSp>
        <p:nvCxnSpPr>
          <p:cNvPr id="2261" name="Google Shape;2261;p95"/>
          <p:cNvCxnSpPr>
            <a:stCxn id="2206" idx="3"/>
            <a:endCxn id="2260" idx="1"/>
          </p:cNvCxnSpPr>
          <p:nvPr/>
        </p:nvCxnSpPr>
        <p:spPr>
          <a:xfrm flipH="1" rot="10800000">
            <a:off x="4204878" y="1392219"/>
            <a:ext cx="871800" cy="1246200"/>
          </a:xfrm>
          <a:prstGeom prst="curvedConnector3">
            <a:avLst>
              <a:gd fmla="val 50008" name="adj1"/>
            </a:avLst>
          </a:prstGeom>
          <a:noFill/>
          <a:ln cap="flat" cmpd="sng" w="28575">
            <a:solidFill>
              <a:schemeClr val="dk1"/>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5" name="Shape 2265"/>
        <p:cNvGrpSpPr/>
        <p:nvPr/>
      </p:nvGrpSpPr>
      <p:grpSpPr>
        <a:xfrm>
          <a:off x="0" y="0"/>
          <a:ext cx="0" cy="0"/>
          <a:chOff x="0" y="0"/>
          <a:chExt cx="0" cy="0"/>
        </a:xfrm>
      </p:grpSpPr>
      <p:sp>
        <p:nvSpPr>
          <p:cNvPr id="2266" name="Google Shape;2266;p96"/>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96"/>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96"/>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9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2270" name="Google Shape;2270;p9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pSp>
        <p:nvGrpSpPr>
          <p:cNvPr id="2271" name="Google Shape;2271;p96"/>
          <p:cNvGrpSpPr/>
          <p:nvPr/>
        </p:nvGrpSpPr>
        <p:grpSpPr>
          <a:xfrm>
            <a:off x="547665" y="1419165"/>
            <a:ext cx="614446" cy="552534"/>
            <a:chOff x="1890725" y="3600450"/>
            <a:chExt cx="1011600" cy="962100"/>
          </a:xfrm>
        </p:grpSpPr>
        <p:pic>
          <p:nvPicPr>
            <p:cNvPr id="2272" name="Google Shape;2272;p96"/>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273" name="Google Shape;2273;p96"/>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74" name="Google Shape;2274;p96"/>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275" name="Google Shape;2275;p96"/>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76" name="Google Shape;2276;p96"/>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277" name="Google Shape;2277;p96"/>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96"/>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96"/>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0" name="Google Shape;2280;p96"/>
          <p:cNvGrpSpPr/>
          <p:nvPr/>
        </p:nvGrpSpPr>
        <p:grpSpPr>
          <a:xfrm>
            <a:off x="1385865" y="1419165"/>
            <a:ext cx="614446" cy="552534"/>
            <a:chOff x="1890725" y="3600450"/>
            <a:chExt cx="1011600" cy="962100"/>
          </a:xfrm>
        </p:grpSpPr>
        <p:pic>
          <p:nvPicPr>
            <p:cNvPr id="2281" name="Google Shape;2281;p96"/>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282" name="Google Shape;2282;p96"/>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83" name="Google Shape;2283;p96"/>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284" name="Google Shape;2284;p96"/>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85" name="Google Shape;2285;p96"/>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2286" name="Google Shape;2286;p96"/>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96"/>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96"/>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9" name="Google Shape;2289;p96"/>
          <p:cNvGrpSpPr/>
          <p:nvPr/>
        </p:nvGrpSpPr>
        <p:grpSpPr>
          <a:xfrm>
            <a:off x="2224065" y="1419165"/>
            <a:ext cx="614446" cy="552534"/>
            <a:chOff x="1890725" y="3600450"/>
            <a:chExt cx="1011600" cy="962100"/>
          </a:xfrm>
        </p:grpSpPr>
        <p:pic>
          <p:nvPicPr>
            <p:cNvPr id="2290" name="Google Shape;2290;p96"/>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p:spPr>
        </p:pic>
        <p:sp>
          <p:nvSpPr>
            <p:cNvPr id="2291" name="Google Shape;2291;p96"/>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2" name="Google Shape;2292;p96"/>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p:spPr>
        </p:pic>
        <p:sp>
          <p:nvSpPr>
            <p:cNvPr id="2293" name="Google Shape;2293;p96"/>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4" name="Google Shape;2294;p96"/>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p:spPr>
        </p:pic>
        <p:sp>
          <p:nvSpPr>
            <p:cNvPr id="2295" name="Google Shape;2295;p96"/>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96"/>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96"/>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98" name="Google Shape;2298;p96"/>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2299" name="Google Shape;2299;p96"/>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2300" name="Google Shape;2300;p96"/>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2301" name="Google Shape;2301;p96"/>
          <p:cNvSpPr txBox="1"/>
          <p:nvPr/>
        </p:nvSpPr>
        <p:spPr>
          <a:xfrm>
            <a:off x="4943475" y="857250"/>
            <a:ext cx="2360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2302" name="Google Shape;2302;p96"/>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2303" name="Google Shape;2303;p96"/>
          <p:cNvSpPr txBox="1"/>
          <p:nvPr/>
        </p:nvSpPr>
        <p:spPr>
          <a:xfrm>
            <a:off x="371475" y="1924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Perf Tools RPMs</a:t>
            </a:r>
            <a:endParaRPr sz="700">
              <a:latin typeface="Red Hat Text"/>
              <a:ea typeface="Red Hat Text"/>
              <a:cs typeface="Red Hat Text"/>
              <a:sym typeface="Red Hat Text"/>
            </a:endParaRPr>
          </a:p>
        </p:txBody>
      </p:sp>
      <p:sp>
        <p:nvSpPr>
          <p:cNvPr id="2304" name="Google Shape;2304;p96"/>
          <p:cNvSpPr txBox="1"/>
          <p:nvPr/>
        </p:nvSpPr>
        <p:spPr>
          <a:xfrm>
            <a:off x="1200150" y="1924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JBoss Files</a:t>
            </a:r>
            <a:endParaRPr sz="700">
              <a:latin typeface="Red Hat Text"/>
              <a:ea typeface="Red Hat Text"/>
              <a:cs typeface="Red Hat Text"/>
              <a:sym typeface="Red Hat Text"/>
            </a:endParaRPr>
          </a:p>
        </p:txBody>
      </p:sp>
      <p:sp>
        <p:nvSpPr>
          <p:cNvPr id="2305" name="Google Shape;2305;p96"/>
          <p:cNvSpPr txBox="1"/>
          <p:nvPr/>
        </p:nvSpPr>
        <p:spPr>
          <a:xfrm>
            <a:off x="2038350" y="1924050"/>
            <a:ext cx="990600" cy="2925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Maven Files</a:t>
            </a:r>
            <a:endParaRPr sz="700">
              <a:latin typeface="Red Hat Text"/>
              <a:ea typeface="Red Hat Text"/>
              <a:cs typeface="Red Hat Text"/>
              <a:sym typeface="Red Hat Text"/>
            </a:endParaRPr>
          </a:p>
        </p:txBody>
      </p:sp>
      <p:cxnSp>
        <p:nvCxnSpPr>
          <p:cNvPr id="2306" name="Google Shape;2306;p96"/>
          <p:cNvCxnSpPr>
            <a:stCxn id="2307" idx="2"/>
            <a:endCxn id="2308" idx="1"/>
          </p:cNvCxnSpPr>
          <p:nvPr/>
        </p:nvCxnSpPr>
        <p:spPr>
          <a:xfrm rot="-5400000">
            <a:off x="1777854" y="3808817"/>
            <a:ext cx="1026600" cy="1259100"/>
          </a:xfrm>
          <a:prstGeom prst="bentConnector4">
            <a:avLst>
              <a:gd fmla="val -101618" name="adj1"/>
              <a:gd fmla="val 76647" name="adj2"/>
            </a:avLst>
          </a:prstGeom>
          <a:noFill/>
          <a:ln cap="flat" cmpd="sng" w="28575">
            <a:solidFill>
              <a:schemeClr val="dk1"/>
            </a:solidFill>
            <a:prstDash val="solid"/>
            <a:round/>
            <a:headEnd len="med" w="med" type="none"/>
            <a:tailEnd len="med" w="med" type="triangle"/>
          </a:ln>
        </p:spPr>
      </p:cxnSp>
      <p:cxnSp>
        <p:nvCxnSpPr>
          <p:cNvPr id="2309" name="Google Shape;2309;p96"/>
          <p:cNvCxnSpPr>
            <a:stCxn id="2307" idx="2"/>
            <a:endCxn id="2310" idx="1"/>
          </p:cNvCxnSpPr>
          <p:nvPr/>
        </p:nvCxnSpPr>
        <p:spPr>
          <a:xfrm rot="-5400000">
            <a:off x="1092054" y="3123017"/>
            <a:ext cx="2398200" cy="1259100"/>
          </a:xfrm>
          <a:prstGeom prst="bentConnector4">
            <a:avLst>
              <a:gd fmla="val -42718" name="adj1"/>
              <a:gd fmla="val 76647" name="adj2"/>
            </a:avLst>
          </a:prstGeom>
          <a:noFill/>
          <a:ln cap="flat" cmpd="sng" w="28575">
            <a:solidFill>
              <a:schemeClr val="dk1"/>
            </a:solidFill>
            <a:prstDash val="solid"/>
            <a:round/>
            <a:headEnd len="med" w="med" type="none"/>
            <a:tailEnd len="med" w="med" type="triangle"/>
          </a:ln>
        </p:spPr>
      </p:cxnSp>
      <p:cxnSp>
        <p:nvCxnSpPr>
          <p:cNvPr id="2311" name="Google Shape;2311;p96"/>
          <p:cNvCxnSpPr>
            <a:stCxn id="2307" idx="2"/>
            <a:endCxn id="2312" idx="1"/>
          </p:cNvCxnSpPr>
          <p:nvPr/>
        </p:nvCxnSpPr>
        <p:spPr>
          <a:xfrm flipH="1" rot="-5400000">
            <a:off x="1775754" y="4837517"/>
            <a:ext cx="1030800" cy="1259100"/>
          </a:xfrm>
          <a:prstGeom prst="bentConnector2">
            <a:avLst/>
          </a:prstGeom>
          <a:noFill/>
          <a:ln cap="flat" cmpd="sng" w="28575">
            <a:solidFill>
              <a:schemeClr val="dk1"/>
            </a:solidFill>
            <a:prstDash val="solid"/>
            <a:round/>
            <a:headEnd len="med" w="med" type="none"/>
            <a:tailEnd len="med" w="med" type="triangle"/>
          </a:ln>
        </p:spPr>
      </p:cxnSp>
      <p:grpSp>
        <p:nvGrpSpPr>
          <p:cNvPr id="2313" name="Google Shape;2313;p96"/>
          <p:cNvGrpSpPr/>
          <p:nvPr/>
        </p:nvGrpSpPr>
        <p:grpSpPr>
          <a:xfrm>
            <a:off x="7926525" y="1781175"/>
            <a:ext cx="3303600" cy="1181100"/>
            <a:chOff x="6286500" y="1209675"/>
            <a:chExt cx="3303600" cy="1181100"/>
          </a:xfrm>
        </p:grpSpPr>
        <p:sp>
          <p:nvSpPr>
            <p:cNvPr id="2314" name="Google Shape;2314;p96"/>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15" name="Google Shape;2315;p96"/>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2316" name="Google Shape;2316;p96"/>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2317" name="Google Shape;2317;p96"/>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2318" name="Google Shape;2318;p96"/>
          <p:cNvGrpSpPr/>
          <p:nvPr/>
        </p:nvGrpSpPr>
        <p:grpSpPr>
          <a:xfrm>
            <a:off x="7926525" y="3343275"/>
            <a:ext cx="3303600" cy="1181100"/>
            <a:chOff x="6229350" y="2828925"/>
            <a:chExt cx="3303600" cy="1181100"/>
          </a:xfrm>
        </p:grpSpPr>
        <p:sp>
          <p:nvSpPr>
            <p:cNvPr id="2319" name="Google Shape;2319;p96"/>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20" name="Google Shape;2320;p96"/>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2321" name="Google Shape;2321;p96"/>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2322" name="Google Shape;2322;p96"/>
          <p:cNvGrpSpPr/>
          <p:nvPr/>
        </p:nvGrpSpPr>
        <p:grpSpPr>
          <a:xfrm>
            <a:off x="7926525" y="4867275"/>
            <a:ext cx="3303600" cy="1181100"/>
            <a:chOff x="6229350" y="4314825"/>
            <a:chExt cx="3303600" cy="1181100"/>
          </a:xfrm>
        </p:grpSpPr>
        <p:sp>
          <p:nvSpPr>
            <p:cNvPr id="2323" name="Google Shape;2323;p96"/>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24" name="Google Shape;2324;p96"/>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2325" name="Google Shape;2325;p96"/>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2326" name="Google Shape;2326;p96"/>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2327" name="Google Shape;2327;p96"/>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2328" name="Google Shape;2328;p96"/>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2329" name="Google Shape;2329;p96"/>
          <p:cNvSpPr/>
          <p:nvPr/>
        </p:nvSpPr>
        <p:spPr>
          <a:xfrm>
            <a:off x="6076950" y="5458125"/>
            <a:ext cx="871128" cy="49528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v3.0</a:t>
            </a:r>
            <a:endParaRPr b="1" sz="800">
              <a:solidFill>
                <a:schemeClr val="dk1"/>
              </a:solidFill>
            </a:endParaRPr>
          </a:p>
          <a:p>
            <a:pPr indent="0" lvl="0" marL="0" rtl="0" algn="l">
              <a:spcBef>
                <a:spcPts val="0"/>
              </a:spcBef>
              <a:spcAft>
                <a:spcPts val="0"/>
              </a:spcAft>
              <a:buNone/>
            </a:pPr>
            <a:r>
              <a:rPr b="1" lang="en" sz="800">
                <a:solidFill>
                  <a:schemeClr val="dk1"/>
                </a:solidFill>
              </a:rPr>
              <a:t>2022-08</a:t>
            </a:r>
            <a:endParaRPr b="1" sz="800">
              <a:solidFill>
                <a:schemeClr val="dk1"/>
              </a:solidFill>
            </a:endParaRPr>
          </a:p>
        </p:txBody>
      </p:sp>
      <p:sp>
        <p:nvSpPr>
          <p:cNvPr id="2330" name="Google Shape;2330;p96"/>
          <p:cNvSpPr/>
          <p:nvPr/>
        </p:nvSpPr>
        <p:spPr>
          <a:xfrm>
            <a:off x="6076950" y="3924450"/>
            <a:ext cx="871128" cy="49528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v2.0</a:t>
            </a:r>
            <a:endParaRPr b="1" sz="800">
              <a:solidFill>
                <a:schemeClr val="dk1"/>
              </a:solidFill>
            </a:endParaRPr>
          </a:p>
          <a:p>
            <a:pPr indent="0" lvl="0" marL="0" rtl="0" algn="l">
              <a:spcBef>
                <a:spcPts val="0"/>
              </a:spcBef>
              <a:spcAft>
                <a:spcPts val="0"/>
              </a:spcAft>
              <a:buNone/>
            </a:pPr>
            <a:r>
              <a:rPr b="1" lang="en" sz="800">
                <a:solidFill>
                  <a:schemeClr val="dk1"/>
                </a:solidFill>
              </a:rPr>
              <a:t>2022-07</a:t>
            </a:r>
            <a:endParaRPr b="1" sz="800">
              <a:solidFill>
                <a:schemeClr val="dk1"/>
              </a:solidFill>
            </a:endParaRPr>
          </a:p>
        </p:txBody>
      </p:sp>
      <p:sp>
        <p:nvSpPr>
          <p:cNvPr id="2331" name="Google Shape;2331;p96"/>
          <p:cNvSpPr/>
          <p:nvPr/>
        </p:nvSpPr>
        <p:spPr>
          <a:xfrm>
            <a:off x="6076950" y="2390775"/>
            <a:ext cx="871128" cy="49528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SOE_JAVA_1</a:t>
            </a:r>
            <a:endParaRPr b="1" sz="800"/>
          </a:p>
          <a:p>
            <a:pPr indent="0" lvl="0" marL="0" rtl="0" algn="l">
              <a:spcBef>
                <a:spcPts val="0"/>
              </a:spcBef>
              <a:spcAft>
                <a:spcPts val="0"/>
              </a:spcAft>
              <a:buNone/>
            </a:pPr>
            <a:r>
              <a:rPr b="1" lang="en" sz="800"/>
              <a:t>v1.0</a:t>
            </a:r>
            <a:endParaRPr b="1" sz="800"/>
          </a:p>
          <a:p>
            <a:pPr indent="0" lvl="0" marL="0" rtl="0" algn="l">
              <a:spcBef>
                <a:spcPts val="0"/>
              </a:spcBef>
              <a:spcAft>
                <a:spcPts val="0"/>
              </a:spcAft>
              <a:buNone/>
            </a:pPr>
            <a:r>
              <a:rPr b="1" lang="en" sz="800"/>
              <a:t>2022-06</a:t>
            </a:r>
            <a:endParaRPr b="1" sz="800"/>
          </a:p>
        </p:txBody>
      </p:sp>
      <p:sp>
        <p:nvSpPr>
          <p:cNvPr id="2332" name="Google Shape;2332;p96"/>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2333" name="Google Shape;2333;p96"/>
          <p:cNvSpPr/>
          <p:nvPr/>
        </p:nvSpPr>
        <p:spPr>
          <a:xfrm>
            <a:off x="5162550" y="18573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2334" name="Google Shape;2334;p96"/>
          <p:cNvSpPr/>
          <p:nvPr/>
        </p:nvSpPr>
        <p:spPr>
          <a:xfrm>
            <a:off x="5162550" y="34099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2335" name="Google Shape;2335;p96"/>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2336" name="Google Shape;2336;p96"/>
          <p:cNvSpPr/>
          <p:nvPr/>
        </p:nvSpPr>
        <p:spPr>
          <a:xfrm>
            <a:off x="1189151" y="2149175"/>
            <a:ext cx="4221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96"/>
          <p:cNvSpPr/>
          <p:nvPr/>
        </p:nvSpPr>
        <p:spPr>
          <a:xfrm>
            <a:off x="1793545" y="2146848"/>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38" name="Google Shape;2338;p96"/>
          <p:cNvCxnSpPr>
            <a:stCxn id="2312" idx="3"/>
            <a:endCxn id="2329" idx="1"/>
          </p:cNvCxnSpPr>
          <p:nvPr/>
        </p:nvCxnSpPr>
        <p:spPr>
          <a:xfrm flipH="1" rot="10800000">
            <a:off x="4262733" y="5705859"/>
            <a:ext cx="1814100" cy="276600"/>
          </a:xfrm>
          <a:prstGeom prst="curvedConnector3">
            <a:avLst>
              <a:gd fmla="val 50003" name="adj1"/>
            </a:avLst>
          </a:prstGeom>
          <a:noFill/>
          <a:ln cap="flat" cmpd="sng" w="28575">
            <a:solidFill>
              <a:schemeClr val="dk1"/>
            </a:solidFill>
            <a:prstDash val="solid"/>
            <a:round/>
            <a:headEnd len="med" w="med" type="none"/>
            <a:tailEnd len="med" w="med" type="triangle"/>
          </a:ln>
        </p:spPr>
      </p:cxnSp>
      <p:cxnSp>
        <p:nvCxnSpPr>
          <p:cNvPr id="2339" name="Google Shape;2339;p96"/>
          <p:cNvCxnSpPr>
            <a:stCxn id="2329" idx="3"/>
            <a:endCxn id="2323"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2340" name="Google Shape;2340;p96"/>
          <p:cNvCxnSpPr>
            <a:stCxn id="2308" idx="3"/>
            <a:endCxn id="2330" idx="1"/>
          </p:cNvCxnSpPr>
          <p:nvPr/>
        </p:nvCxnSpPr>
        <p:spPr>
          <a:xfrm>
            <a:off x="4262733" y="3925059"/>
            <a:ext cx="1814100" cy="246900"/>
          </a:xfrm>
          <a:prstGeom prst="curvedConnector3">
            <a:avLst>
              <a:gd fmla="val 50003" name="adj1"/>
            </a:avLst>
          </a:prstGeom>
          <a:noFill/>
          <a:ln cap="flat" cmpd="sng" w="28575">
            <a:solidFill>
              <a:schemeClr val="dk1"/>
            </a:solidFill>
            <a:prstDash val="solid"/>
            <a:round/>
            <a:headEnd len="med" w="med" type="none"/>
            <a:tailEnd len="med" w="med" type="triangle"/>
          </a:ln>
        </p:spPr>
      </p:cxnSp>
      <p:cxnSp>
        <p:nvCxnSpPr>
          <p:cNvPr id="2341" name="Google Shape;2341;p96"/>
          <p:cNvCxnSpPr>
            <a:stCxn id="2330" idx="3"/>
            <a:endCxn id="2320" idx="1"/>
          </p:cNvCxnSpPr>
          <p:nvPr/>
        </p:nvCxnSpPr>
        <p:spPr>
          <a:xfrm flipH="1" rot="10800000">
            <a:off x="6948078" y="3943194"/>
            <a:ext cx="1045200" cy="228900"/>
          </a:xfrm>
          <a:prstGeom prst="curvedConnector3">
            <a:avLst>
              <a:gd fmla="val 49996" name="adj1"/>
            </a:avLst>
          </a:prstGeom>
          <a:noFill/>
          <a:ln cap="flat" cmpd="sng" w="28575">
            <a:solidFill>
              <a:schemeClr val="dk1"/>
            </a:solidFill>
            <a:prstDash val="solid"/>
            <a:round/>
            <a:headEnd len="med" w="med" type="none"/>
            <a:tailEnd len="med" w="med" type="triangle"/>
          </a:ln>
        </p:spPr>
      </p:cxnSp>
      <p:cxnSp>
        <p:nvCxnSpPr>
          <p:cNvPr id="2342" name="Google Shape;2342;p96"/>
          <p:cNvCxnSpPr>
            <a:stCxn id="2308" idx="3"/>
            <a:endCxn id="2331" idx="1"/>
          </p:cNvCxnSpPr>
          <p:nvPr/>
        </p:nvCxnSpPr>
        <p:spPr>
          <a:xfrm flipH="1" rot="10800000">
            <a:off x="4262733" y="2638359"/>
            <a:ext cx="1814100" cy="1286700"/>
          </a:xfrm>
          <a:prstGeom prst="curvedConnector3">
            <a:avLst>
              <a:gd fmla="val 37044" name="adj1"/>
            </a:avLst>
          </a:prstGeom>
          <a:noFill/>
          <a:ln cap="flat" cmpd="sng" w="28575">
            <a:solidFill>
              <a:schemeClr val="dk1"/>
            </a:solidFill>
            <a:prstDash val="solid"/>
            <a:round/>
            <a:headEnd len="med" w="med" type="none"/>
            <a:tailEnd len="med" w="med" type="triangle"/>
          </a:ln>
        </p:spPr>
      </p:cxnSp>
      <p:cxnSp>
        <p:nvCxnSpPr>
          <p:cNvPr id="2343" name="Google Shape;2343;p96"/>
          <p:cNvCxnSpPr>
            <a:stCxn id="2331" idx="3"/>
            <a:endCxn id="2315" idx="1"/>
          </p:cNvCxnSpPr>
          <p:nvPr/>
        </p:nvCxnSpPr>
        <p:spPr>
          <a:xfrm flipH="1" rot="10800000">
            <a:off x="6948078" y="2371719"/>
            <a:ext cx="1035600" cy="266700"/>
          </a:xfrm>
          <a:prstGeom prst="curvedConnector3">
            <a:avLst>
              <a:gd fmla="val 50000" name="adj1"/>
            </a:avLst>
          </a:prstGeom>
          <a:noFill/>
          <a:ln cap="flat" cmpd="sng" w="28575">
            <a:solidFill>
              <a:schemeClr val="dk1"/>
            </a:solidFill>
            <a:prstDash val="solid"/>
            <a:round/>
            <a:headEnd len="med" w="med" type="none"/>
            <a:tailEnd len="med" w="med" type="triangle"/>
          </a:ln>
        </p:spPr>
      </p:cxnSp>
      <p:sp>
        <p:nvSpPr>
          <p:cNvPr id="2344" name="Google Shape;2344;p96"/>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2345" name="Google Shape;2345;p96"/>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sp>
        <p:nvSpPr>
          <p:cNvPr id="2346" name="Google Shape;2346;p96"/>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cxnSp>
        <p:nvCxnSpPr>
          <p:cNvPr id="2347" name="Google Shape;2347;p96"/>
          <p:cNvCxnSpPr>
            <a:stCxn id="2310" idx="3"/>
            <a:endCxn id="2346" idx="1"/>
          </p:cNvCxnSpPr>
          <p:nvPr/>
        </p:nvCxnSpPr>
        <p:spPr>
          <a:xfrm flipH="1" rot="10800000">
            <a:off x="4262733" y="1392159"/>
            <a:ext cx="814200" cy="1161300"/>
          </a:xfrm>
          <a:prstGeom prst="curvedConnector3">
            <a:avLst>
              <a:gd fmla="val 49993" name="adj1"/>
            </a:avLst>
          </a:prstGeom>
          <a:noFill/>
          <a:ln cap="flat" cmpd="sng" w="28575">
            <a:solidFill>
              <a:schemeClr val="dk1"/>
            </a:solidFill>
            <a:prstDash val="solid"/>
            <a:round/>
            <a:headEnd len="med" w="med" type="none"/>
            <a:tailEnd len="med" w="med" type="triangle"/>
          </a:ln>
        </p:spPr>
      </p:cxnSp>
      <p:sp>
        <p:nvSpPr>
          <p:cNvPr id="2348" name="Google Shape;2348;p96"/>
          <p:cNvSpPr/>
          <p:nvPr/>
        </p:nvSpPr>
        <p:spPr>
          <a:xfrm>
            <a:off x="127350" y="25955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CV</a:t>
            </a:r>
            <a:endParaRPr b="1" sz="800"/>
          </a:p>
        </p:txBody>
      </p:sp>
      <p:sp>
        <p:nvSpPr>
          <p:cNvPr id="2349" name="Google Shape;2349;p96"/>
          <p:cNvSpPr/>
          <p:nvPr/>
        </p:nvSpPr>
        <p:spPr>
          <a:xfrm>
            <a:off x="1259888" y="2574238"/>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Java App 1 CV</a:t>
            </a:r>
            <a:endParaRPr b="1" sz="800"/>
          </a:p>
        </p:txBody>
      </p:sp>
      <p:sp>
        <p:nvSpPr>
          <p:cNvPr id="2350" name="Google Shape;2350;p96"/>
          <p:cNvSpPr/>
          <p:nvPr/>
        </p:nvSpPr>
        <p:spPr>
          <a:xfrm>
            <a:off x="1031988" y="2701915"/>
            <a:ext cx="186900" cy="173700"/>
          </a:xfrm>
          <a:prstGeom prst="mathPlus">
            <a:avLst>
              <a:gd fmla="val 23520" name="adj1"/>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1" name="Google Shape;2351;p96"/>
          <p:cNvGrpSpPr/>
          <p:nvPr/>
        </p:nvGrpSpPr>
        <p:grpSpPr>
          <a:xfrm>
            <a:off x="990600" y="3990975"/>
            <a:ext cx="1342008" cy="1028700"/>
            <a:chOff x="1066800" y="3381375"/>
            <a:chExt cx="1342008" cy="1028700"/>
          </a:xfrm>
        </p:grpSpPr>
        <p:sp>
          <p:nvSpPr>
            <p:cNvPr id="2307" name="Google Shape;2307;p96"/>
            <p:cNvSpPr/>
            <p:nvPr/>
          </p:nvSpPr>
          <p:spPr>
            <a:xfrm>
              <a:off x="1066800" y="3381375"/>
              <a:ext cx="1342008" cy="1028700"/>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Composite</a:t>
              </a:r>
              <a:endParaRPr b="1" sz="800">
                <a:solidFill>
                  <a:schemeClr val="dk1"/>
                </a:solidFill>
              </a:endParaRPr>
            </a:p>
          </p:txBody>
        </p:sp>
        <p:sp>
          <p:nvSpPr>
            <p:cNvPr id="2352" name="Google Shape;2352;p96"/>
            <p:cNvSpPr/>
            <p:nvPr/>
          </p:nvSpPr>
          <p:spPr>
            <a:xfrm>
              <a:off x="1174240" y="4032847"/>
              <a:ext cx="614412" cy="228906"/>
            </a:xfrm>
            <a:prstGeom prst="flowChartDocumen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RHEL8</a:t>
              </a:r>
              <a:endParaRPr b="1" sz="800"/>
            </a:p>
          </p:txBody>
        </p:sp>
        <p:sp>
          <p:nvSpPr>
            <p:cNvPr id="2353" name="Google Shape;2353;p96"/>
            <p:cNvSpPr/>
            <p:nvPr/>
          </p:nvSpPr>
          <p:spPr>
            <a:xfrm>
              <a:off x="1726403" y="3737428"/>
              <a:ext cx="614412" cy="228906"/>
            </a:xfrm>
            <a:prstGeom prst="flowChartDocumen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JAVA_1</a:t>
              </a:r>
              <a:endParaRPr b="1" sz="800"/>
            </a:p>
          </p:txBody>
        </p:sp>
      </p:grpSp>
      <p:sp>
        <p:nvSpPr>
          <p:cNvPr id="2312" name="Google Shape;2312;p96"/>
          <p:cNvSpPr/>
          <p:nvPr/>
        </p:nvSpPr>
        <p:spPr>
          <a:xfrm>
            <a:off x="2920725" y="5610075"/>
            <a:ext cx="1342008" cy="74476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Composite</a:t>
            </a:r>
            <a:endParaRPr b="1" sz="800">
              <a:solidFill>
                <a:schemeClr val="dk1"/>
              </a:solidFill>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b="1" lang="en" sz="800">
                <a:solidFill>
                  <a:schemeClr val="dk1"/>
                </a:solidFill>
              </a:rPr>
              <a:t>Version 3</a:t>
            </a:r>
            <a:endParaRPr b="1" sz="800">
              <a:solidFill>
                <a:schemeClr val="dk1"/>
              </a:solidFill>
            </a:endParaRPr>
          </a:p>
        </p:txBody>
      </p:sp>
      <p:sp>
        <p:nvSpPr>
          <p:cNvPr id="2308" name="Google Shape;2308;p96"/>
          <p:cNvSpPr/>
          <p:nvPr/>
        </p:nvSpPr>
        <p:spPr>
          <a:xfrm>
            <a:off x="2920725" y="3552675"/>
            <a:ext cx="1342008" cy="74476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Composite</a:t>
            </a:r>
            <a:endParaRPr b="1" sz="800">
              <a:solidFill>
                <a:schemeClr val="dk1"/>
              </a:solidFill>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b="1" lang="en" sz="800">
                <a:solidFill>
                  <a:schemeClr val="dk1"/>
                </a:solidFill>
              </a:rPr>
              <a:t>Version 2</a:t>
            </a:r>
            <a:endParaRPr b="1" sz="800">
              <a:solidFill>
                <a:schemeClr val="dk1"/>
              </a:solidFill>
            </a:endParaRPr>
          </a:p>
        </p:txBody>
      </p:sp>
      <p:sp>
        <p:nvSpPr>
          <p:cNvPr id="2310" name="Google Shape;2310;p96"/>
          <p:cNvSpPr/>
          <p:nvPr/>
        </p:nvSpPr>
        <p:spPr>
          <a:xfrm>
            <a:off x="2920725" y="2181075"/>
            <a:ext cx="1342008" cy="74476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Composite</a:t>
            </a:r>
            <a:endParaRPr b="1" sz="800">
              <a:solidFill>
                <a:schemeClr val="dk1"/>
              </a:solidFill>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b="1" lang="en" sz="800">
                <a:solidFill>
                  <a:schemeClr val="dk1"/>
                </a:solidFill>
              </a:rPr>
              <a:t>Version 1</a:t>
            </a:r>
            <a:endParaRPr b="1" sz="8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7" name="Shape 2357"/>
        <p:cNvGrpSpPr/>
        <p:nvPr/>
      </p:nvGrpSpPr>
      <p:grpSpPr>
        <a:xfrm>
          <a:off x="0" y="0"/>
          <a:ext cx="0" cy="0"/>
          <a:chOff x="0" y="0"/>
          <a:chExt cx="0" cy="0"/>
        </a:xfrm>
      </p:grpSpPr>
      <p:sp>
        <p:nvSpPr>
          <p:cNvPr id="2358" name="Google Shape;2358;p9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359" name="Google Shape;2359;p97"/>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rPr>
              <a:t>An examination of a demonstration environment defined, delivered, deployed and tested using the RH-ISAM…</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moving from definition of the environment to implementation of the environment…</a:t>
            </a:r>
            <a:endParaRPr b="1">
              <a:solidFill>
                <a:schemeClr val="dk1"/>
              </a:solidFill>
            </a:endParaRPr>
          </a:p>
        </p:txBody>
      </p:sp>
      <p:sp>
        <p:nvSpPr>
          <p:cNvPr id="2360" name="Google Shape;2360;p97"/>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A Standard Operating Environment Example</a:t>
            </a:r>
            <a:endParaRPr>
              <a:latin typeface="Red Hat Display"/>
              <a:ea typeface="Red Hat Display"/>
              <a:cs typeface="Red Hat Display"/>
              <a:sym typeface="Red Hat Display"/>
            </a:endParaRPr>
          </a:p>
        </p:txBody>
      </p:sp>
      <p:sp>
        <p:nvSpPr>
          <p:cNvPr id="2361" name="Google Shape;2361;p9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5" name="Shape 2365"/>
        <p:cNvGrpSpPr/>
        <p:nvPr/>
      </p:nvGrpSpPr>
      <p:grpSpPr>
        <a:xfrm>
          <a:off x="0" y="0"/>
          <a:ext cx="0" cy="0"/>
          <a:chOff x="0" y="0"/>
          <a:chExt cx="0" cy="0"/>
        </a:xfrm>
      </p:grpSpPr>
      <p:sp>
        <p:nvSpPr>
          <p:cNvPr id="2366" name="Google Shape;2366;p9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67" name="Google Shape;2367;p98"/>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Remember</a:t>
            </a:r>
            <a:r>
              <a:rPr lang="en">
                <a:latin typeface="Red Hat Display Medium"/>
                <a:ea typeface="Red Hat Display Medium"/>
                <a:cs typeface="Red Hat Display Medium"/>
                <a:sym typeface="Red Hat Display Medium"/>
              </a:rPr>
              <a:t>…</a:t>
            </a:r>
            <a:endParaRPr>
              <a:latin typeface="Red Hat Display Medium"/>
              <a:ea typeface="Red Hat Display Medium"/>
              <a:cs typeface="Red Hat Display Medium"/>
              <a:sym typeface="Red Hat Display Medium"/>
            </a:endParaRPr>
          </a:p>
        </p:txBody>
      </p:sp>
      <p:sp>
        <p:nvSpPr>
          <p:cNvPr id="2368" name="Google Shape;2368;p9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2369" name="Google Shape;2369;p98"/>
          <p:cNvPicPr preferRelativeResize="0"/>
          <p:nvPr/>
        </p:nvPicPr>
        <p:blipFill rotWithShape="1">
          <a:blip r:embed="rId3">
            <a:alphaModFix/>
          </a:blip>
          <a:srcRect b="0" l="845" r="845" t="0"/>
          <a:stretch/>
        </p:blipFill>
        <p:spPr>
          <a:xfrm>
            <a:off x="4014950" y="2480750"/>
            <a:ext cx="3939225" cy="1896500"/>
          </a:xfrm>
          <a:prstGeom prst="rect">
            <a:avLst/>
          </a:prstGeom>
          <a:noFill/>
          <a:ln>
            <a:noFill/>
          </a:ln>
        </p:spPr>
      </p:pic>
      <p:sp>
        <p:nvSpPr>
          <p:cNvPr id="2370" name="Google Shape;2370;p98"/>
          <p:cNvSpPr txBox="1"/>
          <p:nvPr/>
        </p:nvSpPr>
        <p:spPr>
          <a:xfrm>
            <a:off x="6481742"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2371" name="Google Shape;2371;p98"/>
          <p:cNvSpPr txBox="1"/>
          <p:nvPr/>
        </p:nvSpPr>
        <p:spPr>
          <a:xfrm>
            <a:off x="6376892" y="434629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2372" name="Google Shape;2372;p98"/>
          <p:cNvSpPr txBox="1"/>
          <p:nvPr/>
        </p:nvSpPr>
        <p:spPr>
          <a:xfrm>
            <a:off x="4595608"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2373" name="Google Shape;2373;p98"/>
          <p:cNvSpPr txBox="1"/>
          <p:nvPr/>
        </p:nvSpPr>
        <p:spPr>
          <a:xfrm>
            <a:off x="4595608" y="43462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2374" name="Google Shape;2374;p98"/>
          <p:cNvSpPr txBox="1"/>
          <p:nvPr/>
        </p:nvSpPr>
        <p:spPr>
          <a:xfrm>
            <a:off x="7758275" y="2789750"/>
            <a:ext cx="20724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Maintain/Destroy</a:t>
            </a:r>
            <a:endParaRPr b="1">
              <a:latin typeface="Red Hat Display"/>
              <a:ea typeface="Red Hat Display"/>
              <a:cs typeface="Red Hat Display"/>
              <a:sym typeface="Red Hat Display"/>
            </a:endParaRPr>
          </a:p>
        </p:txBody>
      </p:sp>
      <p:sp>
        <p:nvSpPr>
          <p:cNvPr id="2375" name="Google Shape;2375;p98"/>
          <p:cNvSpPr txBox="1"/>
          <p:nvPr/>
        </p:nvSpPr>
        <p:spPr>
          <a:xfrm>
            <a:off x="7863125" y="3668050"/>
            <a:ext cx="1638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Manage/Test</a:t>
            </a:r>
            <a:endParaRPr b="1">
              <a:latin typeface="Red Hat Display"/>
              <a:ea typeface="Red Hat Display"/>
              <a:cs typeface="Red Hat Display"/>
              <a:sym typeface="Red Hat Display"/>
            </a:endParaRPr>
          </a:p>
        </p:txBody>
      </p:sp>
      <p:sp>
        <p:nvSpPr>
          <p:cNvPr id="2376" name="Google Shape;2376;p98"/>
          <p:cNvSpPr txBox="1"/>
          <p:nvPr/>
        </p:nvSpPr>
        <p:spPr>
          <a:xfrm>
            <a:off x="3209575" y="27897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2377" name="Google Shape;2377;p98"/>
          <p:cNvSpPr txBox="1"/>
          <p:nvPr/>
        </p:nvSpPr>
        <p:spPr>
          <a:xfrm>
            <a:off x="3218329" y="36680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2378" name="Google Shape;2378;p98"/>
          <p:cNvSpPr txBox="1"/>
          <p:nvPr>
            <p:ph idx="4294967295" type="title"/>
          </p:nvPr>
        </p:nvSpPr>
        <p:spPr>
          <a:xfrm>
            <a:off x="1752600" y="1390048"/>
            <a:ext cx="8686800" cy="585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Model, Conditions, Control</a:t>
            </a:r>
            <a:endParaRPr>
              <a:latin typeface="Red Hat Display Medium"/>
              <a:ea typeface="Red Hat Display Medium"/>
              <a:cs typeface="Red Hat Display Medium"/>
              <a:sym typeface="Red Hat Display Medium"/>
            </a:endParaRPr>
          </a:p>
        </p:txBody>
      </p:sp>
      <p:sp>
        <p:nvSpPr>
          <p:cNvPr id="2379" name="Google Shape;2379;p98"/>
          <p:cNvSpPr txBox="1"/>
          <p:nvPr/>
        </p:nvSpPr>
        <p:spPr>
          <a:xfrm>
            <a:off x="2653200" y="5038725"/>
            <a:ext cx="7220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latin typeface="Red Hat Display SemiBold"/>
                <a:ea typeface="Red Hat Display SemiBold"/>
                <a:cs typeface="Red Hat Display SemiBold"/>
                <a:sym typeface="Red Hat Display SemiBold"/>
              </a:rPr>
              <a:t>Goal: Deliver a pipeline for one or more models</a:t>
            </a:r>
            <a:endParaRPr sz="2600">
              <a:latin typeface="Red Hat Display SemiBold"/>
              <a:ea typeface="Red Hat Display SemiBold"/>
              <a:cs typeface="Red Hat Display SemiBold"/>
              <a:sym typeface="Red Hat Display SemiBo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3" name="Shape 2383"/>
        <p:cNvGrpSpPr/>
        <p:nvPr/>
      </p:nvGrpSpPr>
      <p:grpSpPr>
        <a:xfrm>
          <a:off x="0" y="0"/>
          <a:ext cx="0" cy="0"/>
          <a:chOff x="0" y="0"/>
          <a:chExt cx="0" cy="0"/>
        </a:xfrm>
      </p:grpSpPr>
      <p:pic>
        <p:nvPicPr>
          <p:cNvPr id="2384" name="Google Shape;2384;p99"/>
          <p:cNvPicPr preferRelativeResize="0"/>
          <p:nvPr/>
        </p:nvPicPr>
        <p:blipFill>
          <a:blip r:embed="rId3">
            <a:alphaModFix/>
          </a:blip>
          <a:stretch>
            <a:fillRect/>
          </a:stretch>
        </p:blipFill>
        <p:spPr>
          <a:xfrm>
            <a:off x="1076400" y="969306"/>
            <a:ext cx="3541313" cy="1451762"/>
          </a:xfrm>
          <a:prstGeom prst="rect">
            <a:avLst/>
          </a:prstGeom>
          <a:noFill/>
          <a:ln>
            <a:noFill/>
          </a:ln>
        </p:spPr>
      </p:pic>
      <p:sp>
        <p:nvSpPr>
          <p:cNvPr id="2385" name="Google Shape;2385;p99"/>
          <p:cNvSpPr/>
          <p:nvPr/>
        </p:nvSpPr>
        <p:spPr>
          <a:xfrm>
            <a:off x="1076400" y="2561200"/>
            <a:ext cx="10160400" cy="35559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99"/>
          <p:cNvSpPr txBox="1"/>
          <p:nvPr>
            <p:ph idx="12" type="sldNum"/>
          </p:nvPr>
        </p:nvSpPr>
        <p:spPr>
          <a:xfrm>
            <a:off x="81975" y="6169556"/>
            <a:ext cx="731700" cy="14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800"/>
              <a:t>‹#›</a:t>
            </a:fld>
            <a:endParaRPr sz="800"/>
          </a:p>
        </p:txBody>
      </p:sp>
      <p:sp>
        <p:nvSpPr>
          <p:cNvPr id="2387" name="Google Shape;2387;p99"/>
          <p:cNvSpPr txBox="1"/>
          <p:nvPr>
            <p:ph type="title"/>
          </p:nvPr>
        </p:nvSpPr>
        <p:spPr>
          <a:xfrm>
            <a:off x="254773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Seeing it as a pipeline</a:t>
            </a:r>
            <a:endParaRPr>
              <a:latin typeface="Red Hat Display Medium"/>
              <a:ea typeface="Red Hat Display Medium"/>
              <a:cs typeface="Red Hat Display Medium"/>
              <a:sym typeface="Red Hat Display Medium"/>
            </a:endParaRPr>
          </a:p>
        </p:txBody>
      </p:sp>
      <p:sp>
        <p:nvSpPr>
          <p:cNvPr id="2388" name="Google Shape;2388;p99"/>
          <p:cNvSpPr txBox="1"/>
          <p:nvPr/>
        </p:nvSpPr>
        <p:spPr>
          <a:xfrm>
            <a:off x="7597748" y="28557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2389" name="Google Shape;2389;p99"/>
          <p:cNvSpPr txBox="1"/>
          <p:nvPr/>
        </p:nvSpPr>
        <p:spPr>
          <a:xfrm>
            <a:off x="6334010" y="395194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2390" name="Google Shape;2390;p99"/>
          <p:cNvSpPr txBox="1"/>
          <p:nvPr/>
        </p:nvSpPr>
        <p:spPr>
          <a:xfrm>
            <a:off x="4746890" y="395195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2391" name="Google Shape;2391;p99"/>
          <p:cNvSpPr txBox="1"/>
          <p:nvPr/>
        </p:nvSpPr>
        <p:spPr>
          <a:xfrm>
            <a:off x="3645433" y="28556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2392" name="Google Shape;2392;p99"/>
          <p:cNvSpPr txBox="1"/>
          <p:nvPr/>
        </p:nvSpPr>
        <p:spPr>
          <a:xfrm>
            <a:off x="9717950" y="3951960"/>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a:t>
            </a:r>
            <a:endParaRPr b="1">
              <a:latin typeface="Red Hat Display"/>
              <a:ea typeface="Red Hat Display"/>
              <a:cs typeface="Red Hat Display"/>
              <a:sym typeface="Red Hat Display"/>
            </a:endParaRPr>
          </a:p>
        </p:txBody>
      </p:sp>
      <p:sp>
        <p:nvSpPr>
          <p:cNvPr id="2393" name="Google Shape;2393;p99"/>
          <p:cNvSpPr txBox="1"/>
          <p:nvPr/>
        </p:nvSpPr>
        <p:spPr>
          <a:xfrm>
            <a:off x="813083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a:t>
            </a:r>
            <a:endParaRPr b="1">
              <a:latin typeface="Red Hat Display"/>
              <a:ea typeface="Red Hat Display"/>
              <a:cs typeface="Red Hat Display"/>
              <a:sym typeface="Red Hat Display"/>
            </a:endParaRPr>
          </a:p>
        </p:txBody>
      </p:sp>
      <p:sp>
        <p:nvSpPr>
          <p:cNvPr id="2394" name="Google Shape;2394;p99"/>
          <p:cNvSpPr txBox="1"/>
          <p:nvPr/>
        </p:nvSpPr>
        <p:spPr>
          <a:xfrm>
            <a:off x="3374738" y="3951950"/>
            <a:ext cx="7935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2395" name="Google Shape;2395;p99"/>
          <p:cNvSpPr txBox="1"/>
          <p:nvPr/>
        </p:nvSpPr>
        <p:spPr>
          <a:xfrm>
            <a:off x="184895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2396" name="Google Shape;2396;p99"/>
          <p:cNvSpPr/>
          <p:nvPr/>
        </p:nvSpPr>
        <p:spPr>
          <a:xfrm rot="5400000">
            <a:off x="6949375" y="220250"/>
            <a:ext cx="253200" cy="7064400"/>
          </a:xfrm>
          <a:prstGeom prst="leftBrace">
            <a:avLst>
              <a:gd fmla="val 50000" name="adj1"/>
              <a:gd fmla="val 36255"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97" name="Google Shape;2397;p99"/>
          <p:cNvCxnSpPr>
            <a:endCxn id="2391" idx="3"/>
          </p:cNvCxnSpPr>
          <p:nvPr/>
        </p:nvCxnSpPr>
        <p:spPr>
          <a:xfrm rot="10800000">
            <a:off x="4521733" y="3055794"/>
            <a:ext cx="3066600" cy="0"/>
          </a:xfrm>
          <a:prstGeom prst="straightConnector1">
            <a:avLst/>
          </a:prstGeom>
          <a:noFill/>
          <a:ln cap="flat" cmpd="sng" w="28575">
            <a:solidFill>
              <a:schemeClr val="accent1"/>
            </a:solidFill>
            <a:prstDash val="solid"/>
            <a:round/>
            <a:headEnd len="med" w="med" type="none"/>
            <a:tailEnd len="med" w="med" type="triangle"/>
          </a:ln>
        </p:spPr>
      </p:cxnSp>
      <p:cxnSp>
        <p:nvCxnSpPr>
          <p:cNvPr id="2398" name="Google Shape;2398;p99"/>
          <p:cNvCxnSpPr>
            <a:stCxn id="2391" idx="1"/>
            <a:endCxn id="2395" idx="0"/>
          </p:cNvCxnSpPr>
          <p:nvPr/>
        </p:nvCxnSpPr>
        <p:spPr>
          <a:xfrm flipH="1">
            <a:off x="2287033" y="3055794"/>
            <a:ext cx="1358400" cy="896100"/>
          </a:xfrm>
          <a:prstGeom prst="curvedConnector2">
            <a:avLst/>
          </a:prstGeom>
          <a:noFill/>
          <a:ln cap="flat" cmpd="sng" w="28575">
            <a:solidFill>
              <a:schemeClr val="accent1"/>
            </a:solidFill>
            <a:prstDash val="solid"/>
            <a:round/>
            <a:headEnd len="med" w="med" type="none"/>
            <a:tailEnd len="med" w="med" type="triangle"/>
          </a:ln>
        </p:spPr>
      </p:cxnSp>
      <p:cxnSp>
        <p:nvCxnSpPr>
          <p:cNvPr id="2399" name="Google Shape;2399;p99"/>
          <p:cNvCxnSpPr>
            <a:stCxn id="2395" idx="3"/>
            <a:endCxn id="2394" idx="1"/>
          </p:cNvCxnSpPr>
          <p:nvPr/>
        </p:nvCxnSpPr>
        <p:spPr>
          <a:xfrm>
            <a:off x="2725250" y="4152040"/>
            <a:ext cx="649500" cy="0"/>
          </a:xfrm>
          <a:prstGeom prst="straightConnector1">
            <a:avLst/>
          </a:prstGeom>
          <a:noFill/>
          <a:ln cap="flat" cmpd="sng" w="28575">
            <a:solidFill>
              <a:schemeClr val="accent1"/>
            </a:solidFill>
            <a:prstDash val="solid"/>
            <a:round/>
            <a:headEnd len="med" w="med" type="none"/>
            <a:tailEnd len="med" w="med" type="triangle"/>
          </a:ln>
        </p:spPr>
      </p:cxnSp>
      <p:cxnSp>
        <p:nvCxnSpPr>
          <p:cNvPr id="2400" name="Google Shape;2400;p99"/>
          <p:cNvCxnSpPr>
            <a:stCxn id="2394" idx="3"/>
            <a:endCxn id="2390" idx="1"/>
          </p:cNvCxnSpPr>
          <p:nvPr/>
        </p:nvCxnSpPr>
        <p:spPr>
          <a:xfrm>
            <a:off x="4168238" y="4152050"/>
            <a:ext cx="578700" cy="0"/>
          </a:xfrm>
          <a:prstGeom prst="straightConnector1">
            <a:avLst/>
          </a:prstGeom>
          <a:noFill/>
          <a:ln cap="flat" cmpd="sng" w="28575">
            <a:solidFill>
              <a:schemeClr val="accent1"/>
            </a:solidFill>
            <a:prstDash val="solid"/>
            <a:round/>
            <a:headEnd len="med" w="med" type="none"/>
            <a:tailEnd len="med" w="med" type="triangle"/>
          </a:ln>
        </p:spPr>
      </p:cxnSp>
      <p:cxnSp>
        <p:nvCxnSpPr>
          <p:cNvPr id="2401" name="Google Shape;2401;p99"/>
          <p:cNvCxnSpPr>
            <a:stCxn id="2390" idx="3"/>
            <a:endCxn id="2389" idx="1"/>
          </p:cNvCxnSpPr>
          <p:nvPr/>
        </p:nvCxnSpPr>
        <p:spPr>
          <a:xfrm>
            <a:off x="5623190" y="4152056"/>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2402" name="Google Shape;2402;p99"/>
          <p:cNvCxnSpPr>
            <a:stCxn id="2389" idx="3"/>
            <a:endCxn id="2393" idx="1"/>
          </p:cNvCxnSpPr>
          <p:nvPr/>
        </p:nvCxnSpPr>
        <p:spPr>
          <a:xfrm>
            <a:off x="7420010" y="4152044"/>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2403" name="Google Shape;2403;p99"/>
          <p:cNvCxnSpPr>
            <a:stCxn id="2393" idx="3"/>
            <a:endCxn id="2392" idx="1"/>
          </p:cNvCxnSpPr>
          <p:nvPr/>
        </p:nvCxnSpPr>
        <p:spPr>
          <a:xfrm>
            <a:off x="9007130" y="4152040"/>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2404" name="Google Shape;2404;p99"/>
          <p:cNvCxnSpPr>
            <a:stCxn id="2396" idx="1"/>
            <a:endCxn id="2388" idx="2"/>
          </p:cNvCxnSpPr>
          <p:nvPr/>
        </p:nvCxnSpPr>
        <p:spPr>
          <a:xfrm rot="10800000">
            <a:off x="8035877" y="3255950"/>
            <a:ext cx="11100" cy="369900"/>
          </a:xfrm>
          <a:prstGeom prst="straightConnector1">
            <a:avLst/>
          </a:prstGeom>
          <a:noFill/>
          <a:ln cap="flat" cmpd="sng" w="28575">
            <a:solidFill>
              <a:schemeClr val="accent1"/>
            </a:solidFill>
            <a:prstDash val="solid"/>
            <a:round/>
            <a:headEnd len="med" w="med" type="none"/>
            <a:tailEnd len="med" w="med" type="triangle"/>
          </a:ln>
        </p:spPr>
      </p:cxnSp>
      <p:sp>
        <p:nvSpPr>
          <p:cNvPr id="2405" name="Google Shape;2405;p99"/>
          <p:cNvSpPr txBox="1"/>
          <p:nvPr/>
        </p:nvSpPr>
        <p:spPr>
          <a:xfrm>
            <a:off x="7159892" y="1761100"/>
            <a:ext cx="1752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New Content</a:t>
            </a:r>
            <a:endParaRPr b="1">
              <a:latin typeface="Red Hat Display"/>
              <a:ea typeface="Red Hat Display"/>
              <a:cs typeface="Red Hat Display"/>
              <a:sym typeface="Red Hat Display"/>
            </a:endParaRPr>
          </a:p>
        </p:txBody>
      </p:sp>
      <p:cxnSp>
        <p:nvCxnSpPr>
          <p:cNvPr id="2406" name="Google Shape;2406;p99"/>
          <p:cNvCxnSpPr>
            <a:stCxn id="2405" idx="2"/>
            <a:endCxn id="2388" idx="0"/>
          </p:cNvCxnSpPr>
          <p:nvPr/>
        </p:nvCxnSpPr>
        <p:spPr>
          <a:xfrm>
            <a:off x="8035892" y="2161300"/>
            <a:ext cx="0" cy="694500"/>
          </a:xfrm>
          <a:prstGeom prst="straightConnector1">
            <a:avLst/>
          </a:prstGeom>
          <a:noFill/>
          <a:ln cap="flat" cmpd="sng" w="28575">
            <a:solidFill>
              <a:schemeClr val="accent1"/>
            </a:solidFill>
            <a:prstDash val="solid"/>
            <a:round/>
            <a:headEnd len="med" w="med" type="none"/>
            <a:tailEnd len="med" w="med" type="triangle"/>
          </a:ln>
        </p:spPr>
      </p:cxnSp>
      <p:sp>
        <p:nvSpPr>
          <p:cNvPr id="2407" name="Google Shape;2407;p99"/>
          <p:cNvSpPr txBox="1"/>
          <p:nvPr/>
        </p:nvSpPr>
        <p:spPr>
          <a:xfrm>
            <a:off x="1780010" y="4324957"/>
            <a:ext cx="1022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(Publish)</a:t>
            </a:r>
            <a:endParaRPr>
              <a:latin typeface="Red Hat Display"/>
              <a:ea typeface="Red Hat Display"/>
              <a:cs typeface="Red Hat Display"/>
              <a:sym typeface="Red Hat Display"/>
            </a:endParaRPr>
          </a:p>
        </p:txBody>
      </p:sp>
      <p:sp>
        <p:nvSpPr>
          <p:cNvPr id="2408" name="Google Shape;2408;p99"/>
          <p:cNvSpPr txBox="1"/>
          <p:nvPr/>
        </p:nvSpPr>
        <p:spPr>
          <a:xfrm>
            <a:off x="30466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(Promote)</a:t>
            </a:r>
            <a:endParaRPr>
              <a:latin typeface="Red Hat Display"/>
              <a:ea typeface="Red Hat Display"/>
              <a:cs typeface="Red Hat Display"/>
              <a:sym typeface="Red Hat Display"/>
            </a:endParaRPr>
          </a:p>
        </p:txBody>
      </p:sp>
      <p:sp>
        <p:nvSpPr>
          <p:cNvPr id="2409" name="Google Shape;2409;p99"/>
          <p:cNvSpPr txBox="1"/>
          <p:nvPr/>
        </p:nvSpPr>
        <p:spPr>
          <a:xfrm>
            <a:off x="44944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a:t>
            </a:r>
            <a:endParaRPr>
              <a:latin typeface="Red Hat Display"/>
              <a:ea typeface="Red Hat Display"/>
              <a:cs typeface="Red Hat Display"/>
              <a:sym typeface="Red Hat Display"/>
            </a:endParaRPr>
          </a:p>
        </p:txBody>
      </p:sp>
      <p:sp>
        <p:nvSpPr>
          <p:cNvPr id="2410" name="Google Shape;2410;p99"/>
          <p:cNvSpPr/>
          <p:nvPr/>
        </p:nvSpPr>
        <p:spPr>
          <a:xfrm>
            <a:off x="1610442" y="4810412"/>
            <a:ext cx="1550124" cy="109144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Binary Content (rpms, etc..)</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Code</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Templates</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Application Code / Containers</a:t>
            </a:r>
            <a:endParaRPr b="1" sz="800">
              <a:solidFill>
                <a:schemeClr val="dk1"/>
              </a:solidFill>
            </a:endParaRPr>
          </a:p>
        </p:txBody>
      </p:sp>
      <p:cxnSp>
        <p:nvCxnSpPr>
          <p:cNvPr id="2411" name="Google Shape;2411;p99"/>
          <p:cNvCxnSpPr>
            <a:stCxn id="2410" idx="3"/>
          </p:cNvCxnSpPr>
          <p:nvPr/>
        </p:nvCxnSpPr>
        <p:spPr>
          <a:xfrm>
            <a:off x="3160566" y="5356136"/>
            <a:ext cx="507600" cy="10200"/>
          </a:xfrm>
          <a:prstGeom prst="straightConnector1">
            <a:avLst/>
          </a:prstGeom>
          <a:noFill/>
          <a:ln cap="flat" cmpd="sng" w="28575">
            <a:solidFill>
              <a:schemeClr val="accent1"/>
            </a:solidFill>
            <a:prstDash val="solid"/>
            <a:round/>
            <a:headEnd len="med" w="med" type="none"/>
            <a:tailEnd len="med" w="med" type="triangle"/>
          </a:ln>
        </p:spPr>
      </p:cxnSp>
      <p:sp>
        <p:nvSpPr>
          <p:cNvPr id="2412" name="Google Shape;2412;p99"/>
          <p:cNvSpPr txBox="1"/>
          <p:nvPr/>
        </p:nvSpPr>
        <p:spPr>
          <a:xfrm>
            <a:off x="4712056" y="6142800"/>
            <a:ext cx="2685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A generalized </a:t>
            </a:r>
            <a:r>
              <a:rPr lang="en">
                <a:solidFill>
                  <a:schemeClr val="dk1"/>
                </a:solidFill>
                <a:latin typeface="Red Hat Display"/>
                <a:ea typeface="Red Hat Display"/>
                <a:cs typeface="Red Hat Display"/>
                <a:sym typeface="Red Hat Display"/>
              </a:rPr>
              <a:t>SOE </a:t>
            </a:r>
            <a:r>
              <a:rPr lang="en">
                <a:latin typeface="Red Hat Display"/>
                <a:ea typeface="Red Hat Display"/>
                <a:cs typeface="Red Hat Display"/>
                <a:sym typeface="Red Hat Display"/>
              </a:rPr>
              <a:t>lifecycle</a:t>
            </a:r>
            <a:endParaRPr>
              <a:latin typeface="Red Hat Display"/>
              <a:ea typeface="Red Hat Display"/>
              <a:cs typeface="Red Hat Display"/>
              <a:sym typeface="Red Hat Display"/>
            </a:endParaRPr>
          </a:p>
        </p:txBody>
      </p:sp>
      <p:sp>
        <p:nvSpPr>
          <p:cNvPr id="2413" name="Google Shape;2413;p99"/>
          <p:cNvSpPr txBox="1"/>
          <p:nvPr/>
        </p:nvSpPr>
        <p:spPr>
          <a:xfrm>
            <a:off x="8159475" y="44250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Test</a:t>
            </a:r>
            <a:endParaRPr b="1">
              <a:latin typeface="Red Hat Display"/>
              <a:ea typeface="Red Hat Display"/>
              <a:cs typeface="Red Hat Display"/>
              <a:sym typeface="Red Hat Display"/>
            </a:endParaRPr>
          </a:p>
        </p:txBody>
      </p:sp>
      <p:cxnSp>
        <p:nvCxnSpPr>
          <p:cNvPr id="2414" name="Google Shape;2414;p99"/>
          <p:cNvCxnSpPr>
            <a:stCxn id="2389" idx="3"/>
            <a:endCxn id="2413" idx="1"/>
          </p:cNvCxnSpPr>
          <p:nvPr/>
        </p:nvCxnSpPr>
        <p:spPr>
          <a:xfrm>
            <a:off x="7420010" y="4152044"/>
            <a:ext cx="739500" cy="473100"/>
          </a:xfrm>
          <a:prstGeom prst="curvedConnector3">
            <a:avLst>
              <a:gd fmla="val 49998" name="adj1"/>
            </a:avLst>
          </a:prstGeom>
          <a:noFill/>
          <a:ln cap="flat" cmpd="sng" w="28575">
            <a:solidFill>
              <a:schemeClr val="accent1"/>
            </a:solidFill>
            <a:prstDash val="solid"/>
            <a:round/>
            <a:headEnd len="med" w="med" type="none"/>
            <a:tailEnd len="med" w="med" type="triangle"/>
          </a:ln>
        </p:spPr>
      </p:cxnSp>
      <p:cxnSp>
        <p:nvCxnSpPr>
          <p:cNvPr id="2415" name="Google Shape;2415;p99"/>
          <p:cNvCxnSpPr>
            <a:stCxn id="2413" idx="3"/>
            <a:endCxn id="2416" idx="1"/>
          </p:cNvCxnSpPr>
          <p:nvPr/>
        </p:nvCxnSpPr>
        <p:spPr>
          <a:xfrm>
            <a:off x="9035775" y="4625150"/>
            <a:ext cx="682200" cy="600"/>
          </a:xfrm>
          <a:prstGeom prst="curvedConnector3">
            <a:avLst>
              <a:gd fmla="val 49998" name="adj1"/>
            </a:avLst>
          </a:prstGeom>
          <a:noFill/>
          <a:ln cap="flat" cmpd="sng" w="28575">
            <a:solidFill>
              <a:schemeClr val="accent1"/>
            </a:solidFill>
            <a:prstDash val="solid"/>
            <a:round/>
            <a:headEnd len="med" w="med" type="none"/>
            <a:tailEnd len="med" w="med" type="triangle"/>
          </a:ln>
        </p:spPr>
      </p:cxnSp>
      <p:sp>
        <p:nvSpPr>
          <p:cNvPr id="2416" name="Google Shape;2416;p99"/>
          <p:cNvSpPr txBox="1"/>
          <p:nvPr/>
        </p:nvSpPr>
        <p:spPr>
          <a:xfrm>
            <a:off x="9717950" y="4425050"/>
            <a:ext cx="981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Destroy</a:t>
            </a:r>
            <a:endParaRPr b="1">
              <a:latin typeface="Red Hat Display"/>
              <a:ea typeface="Red Hat Display"/>
              <a:cs typeface="Red Hat Display"/>
              <a:sym typeface="Red Hat Display"/>
            </a:endParaRPr>
          </a:p>
        </p:txBody>
      </p:sp>
      <p:pic>
        <p:nvPicPr>
          <p:cNvPr id="2417" name="Google Shape;2417;p99"/>
          <p:cNvPicPr preferRelativeResize="0"/>
          <p:nvPr/>
        </p:nvPicPr>
        <p:blipFill>
          <a:blip r:embed="rId4">
            <a:alphaModFix/>
          </a:blip>
          <a:stretch>
            <a:fillRect/>
          </a:stretch>
        </p:blipFill>
        <p:spPr>
          <a:xfrm>
            <a:off x="5933137" y="2743275"/>
            <a:ext cx="253200" cy="253200"/>
          </a:xfrm>
          <a:prstGeom prst="rect">
            <a:avLst/>
          </a:prstGeom>
          <a:noFill/>
          <a:ln>
            <a:noFill/>
          </a:ln>
        </p:spPr>
      </p:pic>
      <p:pic>
        <p:nvPicPr>
          <p:cNvPr id="2418" name="Google Shape;2418;p99"/>
          <p:cNvPicPr preferRelativeResize="0"/>
          <p:nvPr/>
        </p:nvPicPr>
        <p:blipFill>
          <a:blip r:embed="rId4">
            <a:alphaModFix/>
          </a:blip>
          <a:stretch>
            <a:fillRect/>
          </a:stretch>
        </p:blipFill>
        <p:spPr>
          <a:xfrm>
            <a:off x="2362074" y="3043350"/>
            <a:ext cx="253200" cy="253200"/>
          </a:xfrm>
          <a:prstGeom prst="rect">
            <a:avLst/>
          </a:prstGeom>
          <a:noFill/>
          <a:ln>
            <a:noFill/>
          </a:ln>
        </p:spPr>
      </p:pic>
      <p:pic>
        <p:nvPicPr>
          <p:cNvPr id="2419" name="Google Shape;2419;p99"/>
          <p:cNvPicPr preferRelativeResize="0"/>
          <p:nvPr/>
        </p:nvPicPr>
        <p:blipFill>
          <a:blip r:embed="rId5">
            <a:alphaModFix/>
          </a:blip>
          <a:stretch>
            <a:fillRect/>
          </a:stretch>
        </p:blipFill>
        <p:spPr>
          <a:xfrm>
            <a:off x="2845200" y="3835310"/>
            <a:ext cx="253200" cy="253903"/>
          </a:xfrm>
          <a:prstGeom prst="rect">
            <a:avLst/>
          </a:prstGeom>
          <a:noFill/>
          <a:ln>
            <a:noFill/>
          </a:ln>
        </p:spPr>
      </p:pic>
      <p:pic>
        <p:nvPicPr>
          <p:cNvPr id="2420" name="Google Shape;2420;p99"/>
          <p:cNvPicPr preferRelativeResize="0"/>
          <p:nvPr/>
        </p:nvPicPr>
        <p:blipFill>
          <a:blip r:embed="rId5">
            <a:alphaModFix/>
          </a:blip>
          <a:stretch>
            <a:fillRect/>
          </a:stretch>
        </p:blipFill>
        <p:spPr>
          <a:xfrm>
            <a:off x="4293000" y="3835310"/>
            <a:ext cx="253200" cy="253903"/>
          </a:xfrm>
          <a:prstGeom prst="rect">
            <a:avLst/>
          </a:prstGeom>
          <a:noFill/>
          <a:ln>
            <a:noFill/>
          </a:ln>
        </p:spPr>
      </p:pic>
      <p:pic>
        <p:nvPicPr>
          <p:cNvPr id="2421" name="Google Shape;2421;p99"/>
          <p:cNvPicPr preferRelativeResize="0"/>
          <p:nvPr/>
        </p:nvPicPr>
        <p:blipFill>
          <a:blip r:embed="rId5">
            <a:alphaModFix/>
          </a:blip>
          <a:stretch>
            <a:fillRect/>
          </a:stretch>
        </p:blipFill>
        <p:spPr>
          <a:xfrm>
            <a:off x="5817000" y="3835310"/>
            <a:ext cx="253200" cy="253903"/>
          </a:xfrm>
          <a:prstGeom prst="rect">
            <a:avLst/>
          </a:prstGeom>
          <a:noFill/>
          <a:ln>
            <a:noFill/>
          </a:ln>
        </p:spPr>
      </p:pic>
      <p:pic>
        <p:nvPicPr>
          <p:cNvPr id="2422" name="Google Shape;2422;p99"/>
          <p:cNvPicPr preferRelativeResize="0"/>
          <p:nvPr/>
        </p:nvPicPr>
        <p:blipFill>
          <a:blip r:embed="rId5">
            <a:alphaModFix/>
          </a:blip>
          <a:stretch>
            <a:fillRect/>
          </a:stretch>
        </p:blipFill>
        <p:spPr>
          <a:xfrm>
            <a:off x="7569600" y="3835310"/>
            <a:ext cx="253200" cy="253903"/>
          </a:xfrm>
          <a:prstGeom prst="rect">
            <a:avLst/>
          </a:prstGeom>
          <a:noFill/>
          <a:ln>
            <a:noFill/>
          </a:ln>
        </p:spPr>
      </p:pic>
      <p:pic>
        <p:nvPicPr>
          <p:cNvPr id="2423" name="Google Shape;2423;p99"/>
          <p:cNvPicPr preferRelativeResize="0"/>
          <p:nvPr/>
        </p:nvPicPr>
        <p:blipFill>
          <a:blip r:embed="rId5">
            <a:alphaModFix/>
          </a:blip>
          <a:stretch>
            <a:fillRect/>
          </a:stretch>
        </p:blipFill>
        <p:spPr>
          <a:xfrm>
            <a:off x="9093600" y="3835310"/>
            <a:ext cx="253200" cy="253903"/>
          </a:xfrm>
          <a:prstGeom prst="rect">
            <a:avLst/>
          </a:prstGeom>
          <a:noFill/>
          <a:ln>
            <a:noFill/>
          </a:ln>
        </p:spPr>
      </p:pic>
      <p:pic>
        <p:nvPicPr>
          <p:cNvPr id="2424" name="Google Shape;2424;p99"/>
          <p:cNvPicPr preferRelativeResize="0"/>
          <p:nvPr/>
        </p:nvPicPr>
        <p:blipFill>
          <a:blip r:embed="rId5">
            <a:alphaModFix/>
          </a:blip>
          <a:stretch>
            <a:fillRect/>
          </a:stretch>
        </p:blipFill>
        <p:spPr>
          <a:xfrm>
            <a:off x="8173625" y="3345660"/>
            <a:ext cx="253200" cy="253903"/>
          </a:xfrm>
          <a:prstGeom prst="rect">
            <a:avLst/>
          </a:prstGeom>
          <a:noFill/>
          <a:ln>
            <a:noFill/>
          </a:ln>
        </p:spPr>
      </p:pic>
      <p:pic>
        <p:nvPicPr>
          <p:cNvPr id="2425" name="Google Shape;2425;p99"/>
          <p:cNvPicPr preferRelativeResize="0"/>
          <p:nvPr/>
        </p:nvPicPr>
        <p:blipFill>
          <a:blip r:embed="rId5">
            <a:alphaModFix/>
          </a:blip>
          <a:stretch>
            <a:fillRect/>
          </a:stretch>
        </p:blipFill>
        <p:spPr>
          <a:xfrm>
            <a:off x="8173625" y="2202660"/>
            <a:ext cx="253200" cy="253903"/>
          </a:xfrm>
          <a:prstGeom prst="rect">
            <a:avLst/>
          </a:prstGeom>
          <a:noFill/>
          <a:ln>
            <a:noFill/>
          </a:ln>
        </p:spPr>
      </p:pic>
      <p:sp>
        <p:nvSpPr>
          <p:cNvPr id="2426" name="Google Shape;2426;p99"/>
          <p:cNvSpPr txBox="1"/>
          <p:nvPr/>
        </p:nvSpPr>
        <p:spPr>
          <a:xfrm>
            <a:off x="9057700" y="1748750"/>
            <a:ext cx="282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New Code, Revisions, Errata,</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Vulnerability Data, Configuration Recommendations</a:t>
            </a:r>
            <a:endParaRPr>
              <a:latin typeface="Red Hat Display"/>
              <a:ea typeface="Red Hat Display"/>
              <a:cs typeface="Red Hat Display"/>
              <a:sym typeface="Red Hat Display"/>
            </a:endParaRPr>
          </a:p>
        </p:txBody>
      </p:sp>
      <p:sp>
        <p:nvSpPr>
          <p:cNvPr id="2427" name="Google Shape;2427;p99"/>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pic>
        <p:nvPicPr>
          <p:cNvPr id="2428" name="Google Shape;2428;p99"/>
          <p:cNvPicPr preferRelativeResize="0"/>
          <p:nvPr/>
        </p:nvPicPr>
        <p:blipFill>
          <a:blip r:embed="rId6">
            <a:alphaModFix/>
          </a:blip>
          <a:stretch>
            <a:fillRect/>
          </a:stretch>
        </p:blipFill>
        <p:spPr>
          <a:xfrm>
            <a:off x="5935950" y="6422638"/>
            <a:ext cx="238125" cy="238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5"/>
                                        </p:tgtEl>
                                        <p:attrNameLst>
                                          <p:attrName>style.visibility</p:attrName>
                                        </p:attrNameLst>
                                      </p:cBhvr>
                                      <p:to>
                                        <p:strVal val="visible"/>
                                      </p:to>
                                    </p:set>
                                    <p:animEffect filter="fade" transition="in">
                                      <p:cBhvr>
                                        <p:cTn dur="1000"/>
                                        <p:tgtEl>
                                          <p:spTgt spid="2405"/>
                                        </p:tgtEl>
                                      </p:cBhvr>
                                    </p:animEffect>
                                  </p:childTnLst>
                                </p:cTn>
                              </p:par>
                              <p:par>
                                <p:cTn fill="hold" nodeType="withEffect" presetClass="entr" presetID="10" presetSubtype="0">
                                  <p:stCondLst>
                                    <p:cond delay="0"/>
                                  </p:stCondLst>
                                  <p:childTnLst>
                                    <p:set>
                                      <p:cBhvr>
                                        <p:cTn dur="1" fill="hold">
                                          <p:stCondLst>
                                            <p:cond delay="0"/>
                                          </p:stCondLst>
                                        </p:cTn>
                                        <p:tgtEl>
                                          <p:spTgt spid="2426"/>
                                        </p:tgtEl>
                                        <p:attrNameLst>
                                          <p:attrName>style.visibility</p:attrName>
                                        </p:attrNameLst>
                                      </p:cBhvr>
                                      <p:to>
                                        <p:strVal val="visible"/>
                                      </p:to>
                                    </p:set>
                                    <p:animEffect filter="fade" transition="in">
                                      <p:cBhvr>
                                        <p:cTn dur="1000"/>
                                        <p:tgtEl>
                                          <p:spTgt spid="2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8"/>
                                        </p:tgtEl>
                                        <p:attrNameLst>
                                          <p:attrName>style.visibility</p:attrName>
                                        </p:attrNameLst>
                                      </p:cBhvr>
                                      <p:to>
                                        <p:strVal val="visible"/>
                                      </p:to>
                                    </p:set>
                                    <p:animEffect filter="fade" transition="in">
                                      <p:cBhvr>
                                        <p:cTn dur="1300"/>
                                        <p:tgtEl>
                                          <p:spTgt spid="2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1"/>
                                        </p:tgtEl>
                                        <p:attrNameLst>
                                          <p:attrName>style.visibility</p:attrName>
                                        </p:attrNameLst>
                                      </p:cBhvr>
                                      <p:to>
                                        <p:strVal val="visible"/>
                                      </p:to>
                                    </p:set>
                                    <p:animEffect filter="fade" transition="in">
                                      <p:cBhvr>
                                        <p:cTn dur="1300"/>
                                        <p:tgtEl>
                                          <p:spTgt spid="2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5"/>
                                        </p:tgtEl>
                                        <p:attrNameLst>
                                          <p:attrName>style.visibility</p:attrName>
                                        </p:attrNameLst>
                                      </p:cBhvr>
                                      <p:to>
                                        <p:strVal val="visible"/>
                                      </p:to>
                                    </p:set>
                                    <p:animEffect filter="fade" transition="in">
                                      <p:cBhvr>
                                        <p:cTn dur="1300"/>
                                        <p:tgtEl>
                                          <p:spTgt spid="2395"/>
                                        </p:tgtEl>
                                      </p:cBhvr>
                                    </p:animEffect>
                                  </p:childTnLst>
                                </p:cTn>
                              </p:par>
                              <p:par>
                                <p:cTn fill="hold" nodeType="withEffect" presetClass="entr" presetID="10" presetSubtype="0">
                                  <p:stCondLst>
                                    <p:cond delay="0"/>
                                  </p:stCondLst>
                                  <p:childTnLst>
                                    <p:set>
                                      <p:cBhvr>
                                        <p:cTn dur="1" fill="hold">
                                          <p:stCondLst>
                                            <p:cond delay="0"/>
                                          </p:stCondLst>
                                        </p:cTn>
                                        <p:tgtEl>
                                          <p:spTgt spid="2407"/>
                                        </p:tgtEl>
                                        <p:attrNameLst>
                                          <p:attrName>style.visibility</p:attrName>
                                        </p:attrNameLst>
                                      </p:cBhvr>
                                      <p:to>
                                        <p:strVal val="visible"/>
                                      </p:to>
                                    </p:set>
                                    <p:animEffect filter="fade" transition="in">
                                      <p:cBhvr>
                                        <p:cTn dur="1000"/>
                                        <p:tgtEl>
                                          <p:spTgt spid="2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4"/>
                                        </p:tgtEl>
                                        <p:attrNameLst>
                                          <p:attrName>style.visibility</p:attrName>
                                        </p:attrNameLst>
                                      </p:cBhvr>
                                      <p:to>
                                        <p:strVal val="visible"/>
                                      </p:to>
                                    </p:set>
                                    <p:animEffect filter="fade" transition="in">
                                      <p:cBhvr>
                                        <p:cTn dur="1300"/>
                                        <p:tgtEl>
                                          <p:spTgt spid="2394"/>
                                        </p:tgtEl>
                                      </p:cBhvr>
                                    </p:animEffect>
                                  </p:childTnLst>
                                </p:cTn>
                              </p:par>
                              <p:par>
                                <p:cTn fill="hold" nodeType="withEffect" presetClass="entr" presetID="10" presetSubtype="0">
                                  <p:stCondLst>
                                    <p:cond delay="0"/>
                                  </p:stCondLst>
                                  <p:childTnLst>
                                    <p:set>
                                      <p:cBhvr>
                                        <p:cTn dur="1" fill="hold">
                                          <p:stCondLst>
                                            <p:cond delay="0"/>
                                          </p:stCondLst>
                                        </p:cTn>
                                        <p:tgtEl>
                                          <p:spTgt spid="2408"/>
                                        </p:tgtEl>
                                        <p:attrNameLst>
                                          <p:attrName>style.visibility</p:attrName>
                                        </p:attrNameLst>
                                      </p:cBhvr>
                                      <p:to>
                                        <p:strVal val="visible"/>
                                      </p:to>
                                    </p:set>
                                    <p:animEffect filter="fade" transition="in">
                                      <p:cBhvr>
                                        <p:cTn dur="1000"/>
                                        <p:tgtEl>
                                          <p:spTgt spid="2408"/>
                                        </p:tgtEl>
                                      </p:cBhvr>
                                    </p:animEffect>
                                  </p:childTnLst>
                                </p:cTn>
                              </p:par>
                            </p:childTnLst>
                          </p:cTn>
                        </p:par>
                        <p:par>
                          <p:cTn fill="hold">
                            <p:stCondLst>
                              <p:cond delay="1300"/>
                            </p:stCondLst>
                            <p:childTnLst>
                              <p:par>
                                <p:cTn fill="hold" nodeType="afterEffect" presetClass="entr" presetID="10" presetSubtype="0">
                                  <p:stCondLst>
                                    <p:cond delay="0"/>
                                  </p:stCondLst>
                                  <p:childTnLst>
                                    <p:set>
                                      <p:cBhvr>
                                        <p:cTn dur="1" fill="hold">
                                          <p:stCondLst>
                                            <p:cond delay="0"/>
                                          </p:stCondLst>
                                        </p:cTn>
                                        <p:tgtEl>
                                          <p:spTgt spid="2390"/>
                                        </p:tgtEl>
                                        <p:attrNameLst>
                                          <p:attrName>style.visibility</p:attrName>
                                        </p:attrNameLst>
                                      </p:cBhvr>
                                      <p:to>
                                        <p:strVal val="visible"/>
                                      </p:to>
                                    </p:set>
                                    <p:animEffect filter="fade" transition="in">
                                      <p:cBhvr>
                                        <p:cTn dur="1300"/>
                                        <p:tgtEl>
                                          <p:spTgt spid="2390"/>
                                        </p:tgtEl>
                                      </p:cBhvr>
                                    </p:animEffect>
                                  </p:childTnLst>
                                </p:cTn>
                              </p:par>
                              <p:par>
                                <p:cTn fill="hold" nodeType="withEffect" presetClass="entr" presetID="10" presetSubtype="0">
                                  <p:stCondLst>
                                    <p:cond delay="0"/>
                                  </p:stCondLst>
                                  <p:childTnLst>
                                    <p:set>
                                      <p:cBhvr>
                                        <p:cTn dur="1" fill="hold">
                                          <p:stCondLst>
                                            <p:cond delay="0"/>
                                          </p:stCondLst>
                                        </p:cTn>
                                        <p:tgtEl>
                                          <p:spTgt spid="2409"/>
                                        </p:tgtEl>
                                        <p:attrNameLst>
                                          <p:attrName>style.visibility</p:attrName>
                                        </p:attrNameLst>
                                      </p:cBhvr>
                                      <p:to>
                                        <p:strVal val="visible"/>
                                      </p:to>
                                    </p:set>
                                    <p:animEffect filter="fade" transition="in">
                                      <p:cBhvr>
                                        <p:cTn dur="1000"/>
                                        <p:tgtEl>
                                          <p:spTgt spid="2409"/>
                                        </p:tgtEl>
                                      </p:cBhvr>
                                    </p:animEffect>
                                  </p:childTnLst>
                                </p:cTn>
                              </p:par>
                            </p:childTnLst>
                          </p:cTn>
                        </p:par>
                        <p:par>
                          <p:cTn fill="hold">
                            <p:stCondLst>
                              <p:cond delay="2600"/>
                            </p:stCondLst>
                            <p:childTnLst>
                              <p:par>
                                <p:cTn fill="hold" nodeType="afterEffect" presetClass="entr" presetID="10" presetSubtype="0">
                                  <p:stCondLst>
                                    <p:cond delay="0"/>
                                  </p:stCondLst>
                                  <p:childTnLst>
                                    <p:set>
                                      <p:cBhvr>
                                        <p:cTn dur="1" fill="hold">
                                          <p:stCondLst>
                                            <p:cond delay="0"/>
                                          </p:stCondLst>
                                        </p:cTn>
                                        <p:tgtEl>
                                          <p:spTgt spid="2389"/>
                                        </p:tgtEl>
                                        <p:attrNameLst>
                                          <p:attrName>style.visibility</p:attrName>
                                        </p:attrNameLst>
                                      </p:cBhvr>
                                      <p:to>
                                        <p:strVal val="visible"/>
                                      </p:to>
                                    </p:set>
                                    <p:animEffect filter="fade" transition="in">
                                      <p:cBhvr>
                                        <p:cTn dur="1300"/>
                                        <p:tgtEl>
                                          <p:spTgt spid="2389"/>
                                        </p:tgtEl>
                                      </p:cBhvr>
                                    </p:animEffect>
                                  </p:childTnLst>
                                </p:cTn>
                              </p:par>
                            </p:childTnLst>
                          </p:cTn>
                        </p:par>
                        <p:par>
                          <p:cTn fill="hold">
                            <p:stCondLst>
                              <p:cond delay="3900"/>
                            </p:stCondLst>
                            <p:childTnLst>
                              <p:par>
                                <p:cTn fill="hold" nodeType="afterEffect" presetClass="entr" presetID="10" presetSubtype="0">
                                  <p:stCondLst>
                                    <p:cond delay="0"/>
                                  </p:stCondLst>
                                  <p:childTnLst>
                                    <p:set>
                                      <p:cBhvr>
                                        <p:cTn dur="1" fill="hold">
                                          <p:stCondLst>
                                            <p:cond delay="0"/>
                                          </p:stCondLst>
                                        </p:cTn>
                                        <p:tgtEl>
                                          <p:spTgt spid="2393"/>
                                        </p:tgtEl>
                                        <p:attrNameLst>
                                          <p:attrName>style.visibility</p:attrName>
                                        </p:attrNameLst>
                                      </p:cBhvr>
                                      <p:to>
                                        <p:strVal val="visible"/>
                                      </p:to>
                                    </p:set>
                                    <p:animEffect filter="fade" transition="in">
                                      <p:cBhvr>
                                        <p:cTn dur="1300"/>
                                        <p:tgtEl>
                                          <p:spTgt spid="2393"/>
                                        </p:tgtEl>
                                      </p:cBhvr>
                                    </p:animEffect>
                                  </p:childTnLst>
                                </p:cTn>
                              </p:par>
                            </p:childTnLst>
                          </p:cTn>
                        </p:par>
                        <p:par>
                          <p:cTn fill="hold">
                            <p:stCondLst>
                              <p:cond delay="5200"/>
                            </p:stCondLst>
                            <p:childTnLst>
                              <p:par>
                                <p:cTn fill="hold" nodeType="afterEffect" presetClass="entr" presetID="10" presetSubtype="0">
                                  <p:stCondLst>
                                    <p:cond delay="0"/>
                                  </p:stCondLst>
                                  <p:childTnLst>
                                    <p:set>
                                      <p:cBhvr>
                                        <p:cTn dur="1" fill="hold">
                                          <p:stCondLst>
                                            <p:cond delay="0"/>
                                          </p:stCondLst>
                                        </p:cTn>
                                        <p:tgtEl>
                                          <p:spTgt spid="2392"/>
                                        </p:tgtEl>
                                        <p:attrNameLst>
                                          <p:attrName>style.visibility</p:attrName>
                                        </p:attrNameLst>
                                      </p:cBhvr>
                                      <p:to>
                                        <p:strVal val="visible"/>
                                      </p:to>
                                    </p:set>
                                    <p:animEffect filter="fade" transition="in">
                                      <p:cBhvr>
                                        <p:cTn dur="1000"/>
                                        <p:tgtEl>
                                          <p:spTgt spid="2392"/>
                                        </p:tgtEl>
                                      </p:cBhvr>
                                    </p:animEffect>
                                  </p:childTnLst>
                                </p:cTn>
                              </p:par>
                            </p:childTnLst>
                          </p:cTn>
                        </p:par>
                        <p:par>
                          <p:cTn fill="hold">
                            <p:stCondLst>
                              <p:cond delay="6200"/>
                            </p:stCondLst>
                            <p:childTnLst>
                              <p:par>
                                <p:cTn fill="hold" nodeType="afterEffect" presetClass="entr" presetID="10" presetSubtype="0">
                                  <p:stCondLst>
                                    <p:cond delay="0"/>
                                  </p:stCondLst>
                                  <p:childTnLst>
                                    <p:set>
                                      <p:cBhvr>
                                        <p:cTn dur="1" fill="hold">
                                          <p:stCondLst>
                                            <p:cond delay="0"/>
                                          </p:stCondLst>
                                        </p:cTn>
                                        <p:tgtEl>
                                          <p:spTgt spid="2413"/>
                                        </p:tgtEl>
                                        <p:attrNameLst>
                                          <p:attrName>style.visibility</p:attrName>
                                        </p:attrNameLst>
                                      </p:cBhvr>
                                      <p:to>
                                        <p:strVal val="visible"/>
                                      </p:to>
                                    </p:set>
                                    <p:animEffect filter="fade" transition="in">
                                      <p:cBhvr>
                                        <p:cTn dur="1000"/>
                                        <p:tgtEl>
                                          <p:spTgt spid="2413"/>
                                        </p:tgtEl>
                                      </p:cBhvr>
                                    </p:animEffect>
                                  </p:childTnLst>
                                </p:cTn>
                              </p:par>
                            </p:childTnLst>
                          </p:cTn>
                        </p:par>
                        <p:par>
                          <p:cTn fill="hold">
                            <p:stCondLst>
                              <p:cond delay="7200"/>
                            </p:stCondLst>
                            <p:childTnLst>
                              <p:par>
                                <p:cTn fill="hold" nodeType="afterEffect" presetClass="entr" presetID="10" presetSubtype="0">
                                  <p:stCondLst>
                                    <p:cond delay="0"/>
                                  </p:stCondLst>
                                  <p:childTnLst>
                                    <p:set>
                                      <p:cBhvr>
                                        <p:cTn dur="1" fill="hold">
                                          <p:stCondLst>
                                            <p:cond delay="0"/>
                                          </p:stCondLst>
                                        </p:cTn>
                                        <p:tgtEl>
                                          <p:spTgt spid="2416"/>
                                        </p:tgtEl>
                                        <p:attrNameLst>
                                          <p:attrName>style.visibility</p:attrName>
                                        </p:attrNameLst>
                                      </p:cBhvr>
                                      <p:to>
                                        <p:strVal val="visible"/>
                                      </p:to>
                                    </p:set>
                                    <p:animEffect filter="fade" transition="in">
                                      <p:cBhvr>
                                        <p:cTn dur="1300"/>
                                        <p:tgtEl>
                                          <p:spTgt spid="2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388"/>
                                        </p:tgtEl>
                                      </p:cBhvr>
                                    </p:animEffect>
                                    <p:set>
                                      <p:cBhvr>
                                        <p:cTn dur="1" fill="hold">
                                          <p:stCondLst>
                                            <p:cond delay="1000"/>
                                          </p:stCondLst>
                                        </p:cTn>
                                        <p:tgtEl>
                                          <p:spTgt spid="2388"/>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88"/>
                                        </p:tgtEl>
                                        <p:attrNameLst>
                                          <p:attrName>style.visibility</p:attrName>
                                        </p:attrNameLst>
                                      </p:cBhvr>
                                      <p:to>
                                        <p:strVal val="visible"/>
                                      </p:to>
                                    </p:set>
                                    <p:animEffect filter="fade" transition="in">
                                      <p:cBhvr>
                                        <p:cTn dur="1300"/>
                                        <p:tgtEl>
                                          <p:spTgt spid="2388"/>
                                        </p:tgtEl>
                                      </p:cBhvr>
                                    </p:animEffect>
                                  </p:childTnLst>
                                </p:cTn>
                              </p:par>
                            </p:childTnLst>
                          </p:cTn>
                        </p:par>
                        <p:par>
                          <p:cTn fill="hold">
                            <p:stCondLst>
                              <p:cond delay="2300"/>
                            </p:stCondLst>
                            <p:childTnLst>
                              <p:par>
                                <p:cTn fill="hold" nodeType="afterEffect" presetClass="exit" presetID="10" presetSubtype="0">
                                  <p:stCondLst>
                                    <p:cond delay="0"/>
                                  </p:stCondLst>
                                  <p:childTnLst>
                                    <p:animEffect filter="fade" transition="out">
                                      <p:cBhvr>
                                        <p:cTn dur="1000"/>
                                        <p:tgtEl>
                                          <p:spTgt spid="2391"/>
                                        </p:tgtEl>
                                      </p:cBhvr>
                                    </p:animEffect>
                                    <p:set>
                                      <p:cBhvr>
                                        <p:cTn dur="1" fill="hold">
                                          <p:stCondLst>
                                            <p:cond delay="1000"/>
                                          </p:stCondLst>
                                        </p:cTn>
                                        <p:tgtEl>
                                          <p:spTgt spid="2391"/>
                                        </p:tgtEl>
                                        <p:attrNameLst>
                                          <p:attrName>style.visibility</p:attrName>
                                        </p:attrNameLst>
                                      </p:cBhvr>
                                      <p:to>
                                        <p:strVal val="hidden"/>
                                      </p:to>
                                    </p:set>
                                  </p:childTnLst>
                                </p:cTn>
                              </p:par>
                            </p:childTnLst>
                          </p:cTn>
                        </p:par>
                        <p:par>
                          <p:cTn fill="hold">
                            <p:stCondLst>
                              <p:cond delay="3300"/>
                            </p:stCondLst>
                            <p:childTnLst>
                              <p:par>
                                <p:cTn fill="hold" nodeType="afterEffect" presetClass="entr" presetID="10" presetSubtype="0">
                                  <p:stCondLst>
                                    <p:cond delay="0"/>
                                  </p:stCondLst>
                                  <p:childTnLst>
                                    <p:set>
                                      <p:cBhvr>
                                        <p:cTn dur="1" fill="hold">
                                          <p:stCondLst>
                                            <p:cond delay="0"/>
                                          </p:stCondLst>
                                        </p:cTn>
                                        <p:tgtEl>
                                          <p:spTgt spid="2391"/>
                                        </p:tgtEl>
                                        <p:attrNameLst>
                                          <p:attrName>style.visibility</p:attrName>
                                        </p:attrNameLst>
                                      </p:cBhvr>
                                      <p:to>
                                        <p:strVal val="visible"/>
                                      </p:to>
                                    </p:set>
                                    <p:animEffect filter="fade" transition="in">
                                      <p:cBhvr>
                                        <p:cTn dur="1000"/>
                                        <p:tgtEl>
                                          <p:spTgt spid="2391"/>
                                        </p:tgtEl>
                                      </p:cBhvr>
                                    </p:animEffect>
                                  </p:childTnLst>
                                </p:cTn>
                              </p:par>
                            </p:childTnLst>
                          </p:cTn>
                        </p:par>
                        <p:par>
                          <p:cTn fill="hold">
                            <p:stCondLst>
                              <p:cond delay="4300"/>
                            </p:stCondLst>
                            <p:childTnLst>
                              <p:par>
                                <p:cTn fill="hold" nodeType="afterEffect" presetClass="exit" presetID="10" presetSubtype="0">
                                  <p:stCondLst>
                                    <p:cond delay="0"/>
                                  </p:stCondLst>
                                  <p:childTnLst>
                                    <p:animEffect filter="fade" transition="out">
                                      <p:cBhvr>
                                        <p:cTn dur="1000"/>
                                        <p:tgtEl>
                                          <p:spTgt spid="2395"/>
                                        </p:tgtEl>
                                      </p:cBhvr>
                                    </p:animEffect>
                                    <p:set>
                                      <p:cBhvr>
                                        <p:cTn dur="1" fill="hold">
                                          <p:stCondLst>
                                            <p:cond delay="1000"/>
                                          </p:stCondLst>
                                        </p:cTn>
                                        <p:tgtEl>
                                          <p:spTgt spid="239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407"/>
                                        </p:tgtEl>
                                      </p:cBhvr>
                                    </p:animEffect>
                                    <p:set>
                                      <p:cBhvr>
                                        <p:cTn dur="1" fill="hold">
                                          <p:stCondLst>
                                            <p:cond delay="1000"/>
                                          </p:stCondLst>
                                        </p:cTn>
                                        <p:tgtEl>
                                          <p:spTgt spid="2407"/>
                                        </p:tgtEl>
                                        <p:attrNameLst>
                                          <p:attrName>style.visibility</p:attrName>
                                        </p:attrNameLst>
                                      </p:cBhvr>
                                      <p:to>
                                        <p:strVal val="hidden"/>
                                      </p:to>
                                    </p:set>
                                  </p:childTnLst>
                                </p:cTn>
                              </p:par>
                            </p:childTnLst>
                          </p:cTn>
                        </p:par>
                        <p:par>
                          <p:cTn fill="hold">
                            <p:stCondLst>
                              <p:cond delay="5300"/>
                            </p:stCondLst>
                            <p:childTnLst>
                              <p:par>
                                <p:cTn fill="hold" nodeType="afterEffect" presetClass="entr" presetID="10" presetSubtype="0">
                                  <p:stCondLst>
                                    <p:cond delay="0"/>
                                  </p:stCondLst>
                                  <p:childTnLst>
                                    <p:set>
                                      <p:cBhvr>
                                        <p:cTn dur="1" fill="hold">
                                          <p:stCondLst>
                                            <p:cond delay="0"/>
                                          </p:stCondLst>
                                        </p:cTn>
                                        <p:tgtEl>
                                          <p:spTgt spid="2395"/>
                                        </p:tgtEl>
                                        <p:attrNameLst>
                                          <p:attrName>style.visibility</p:attrName>
                                        </p:attrNameLst>
                                      </p:cBhvr>
                                      <p:to>
                                        <p:strVal val="visible"/>
                                      </p:to>
                                    </p:set>
                                    <p:animEffect filter="fade" transition="in">
                                      <p:cBhvr>
                                        <p:cTn dur="1000"/>
                                        <p:tgtEl>
                                          <p:spTgt spid="2395"/>
                                        </p:tgtEl>
                                      </p:cBhvr>
                                    </p:animEffect>
                                  </p:childTnLst>
                                </p:cTn>
                              </p:par>
                              <p:par>
                                <p:cTn fill="hold" nodeType="withEffect" presetClass="entr" presetID="10" presetSubtype="0">
                                  <p:stCondLst>
                                    <p:cond delay="0"/>
                                  </p:stCondLst>
                                  <p:childTnLst>
                                    <p:set>
                                      <p:cBhvr>
                                        <p:cTn dur="1" fill="hold">
                                          <p:stCondLst>
                                            <p:cond delay="0"/>
                                          </p:stCondLst>
                                        </p:cTn>
                                        <p:tgtEl>
                                          <p:spTgt spid="2407"/>
                                        </p:tgtEl>
                                        <p:attrNameLst>
                                          <p:attrName>style.visibility</p:attrName>
                                        </p:attrNameLst>
                                      </p:cBhvr>
                                      <p:to>
                                        <p:strVal val="visible"/>
                                      </p:to>
                                    </p:set>
                                    <p:animEffect filter="fade" transition="in">
                                      <p:cBhvr>
                                        <p:cTn dur="1000"/>
                                        <p:tgtEl>
                                          <p:spTgt spid="2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4"/>
                                        </p:tgtEl>
                                        <p:attrNameLst>
                                          <p:attrName>style.visibility</p:attrName>
                                        </p:attrNameLst>
                                      </p:cBhvr>
                                      <p:to>
                                        <p:strVal val="visible"/>
                                      </p:to>
                                    </p:set>
                                    <p:animEffect filter="fade" transition="in">
                                      <p:cBhvr>
                                        <p:cTn dur="1000"/>
                                        <p:tgtEl>
                                          <p:spTgt spid="2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2" name="Shape 2432"/>
        <p:cNvGrpSpPr/>
        <p:nvPr/>
      </p:nvGrpSpPr>
      <p:grpSpPr>
        <a:xfrm>
          <a:off x="0" y="0"/>
          <a:ext cx="0" cy="0"/>
          <a:chOff x="0" y="0"/>
          <a:chExt cx="0" cy="0"/>
        </a:xfrm>
      </p:grpSpPr>
      <p:sp>
        <p:nvSpPr>
          <p:cNvPr id="2433" name="Google Shape;2433;p100"/>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Seeing it as a series of pipelines</a:t>
            </a:r>
            <a:endParaRPr>
              <a:latin typeface="Red Hat Display Medium"/>
              <a:ea typeface="Red Hat Display Medium"/>
              <a:cs typeface="Red Hat Display Medium"/>
              <a:sym typeface="Red Hat Display Medium"/>
            </a:endParaRPr>
          </a:p>
        </p:txBody>
      </p:sp>
      <p:sp>
        <p:nvSpPr>
          <p:cNvPr id="2434" name="Google Shape;2434;p100"/>
          <p:cNvSpPr txBox="1"/>
          <p:nvPr/>
        </p:nvSpPr>
        <p:spPr>
          <a:xfrm>
            <a:off x="7477200" y="1911550"/>
            <a:ext cx="4421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We connect Lifecycle Environments into a path and we promote our artifacts along that path</a:t>
            </a:r>
            <a:endParaRPr>
              <a:latin typeface="Red Hat Display"/>
              <a:ea typeface="Red Hat Display"/>
              <a:cs typeface="Red Hat Display"/>
              <a:sym typeface="Red Hat Display"/>
            </a:endParaRPr>
          </a:p>
        </p:txBody>
      </p:sp>
      <p:grpSp>
        <p:nvGrpSpPr>
          <p:cNvPr id="2435" name="Google Shape;2435;p100"/>
          <p:cNvGrpSpPr/>
          <p:nvPr/>
        </p:nvGrpSpPr>
        <p:grpSpPr>
          <a:xfrm>
            <a:off x="466786" y="1604700"/>
            <a:ext cx="4608757" cy="2378480"/>
            <a:chOff x="1076400" y="1937729"/>
            <a:chExt cx="10160400" cy="4179371"/>
          </a:xfrm>
        </p:grpSpPr>
        <p:sp>
          <p:nvSpPr>
            <p:cNvPr id="2436" name="Google Shape;2436;p100"/>
            <p:cNvSpPr/>
            <p:nvPr/>
          </p:nvSpPr>
          <p:spPr>
            <a:xfrm>
              <a:off x="1076400" y="2561200"/>
              <a:ext cx="10160400" cy="35559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100"/>
            <p:cNvSpPr txBox="1"/>
            <p:nvPr/>
          </p:nvSpPr>
          <p:spPr>
            <a:xfrm>
              <a:off x="7597748" y="285570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2438" name="Google Shape;2438;p100"/>
            <p:cNvSpPr txBox="1"/>
            <p:nvPr/>
          </p:nvSpPr>
          <p:spPr>
            <a:xfrm>
              <a:off x="6334010" y="3951944"/>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2439" name="Google Shape;2439;p100"/>
            <p:cNvSpPr txBox="1"/>
            <p:nvPr/>
          </p:nvSpPr>
          <p:spPr>
            <a:xfrm>
              <a:off x="4746890" y="395195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2440" name="Google Shape;2440;p100"/>
            <p:cNvSpPr txBox="1"/>
            <p:nvPr/>
          </p:nvSpPr>
          <p:spPr>
            <a:xfrm>
              <a:off x="3645433" y="2855694"/>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2441" name="Google Shape;2441;p100"/>
            <p:cNvSpPr txBox="1"/>
            <p:nvPr/>
          </p:nvSpPr>
          <p:spPr>
            <a:xfrm>
              <a:off x="9717950" y="3951960"/>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2442" name="Google Shape;2442;p100"/>
            <p:cNvSpPr txBox="1"/>
            <p:nvPr/>
          </p:nvSpPr>
          <p:spPr>
            <a:xfrm>
              <a:off x="813083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2443" name="Google Shape;2443;p100"/>
            <p:cNvSpPr txBox="1"/>
            <p:nvPr/>
          </p:nvSpPr>
          <p:spPr>
            <a:xfrm>
              <a:off x="3374738" y="3951950"/>
              <a:ext cx="7935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Del</a:t>
              </a:r>
              <a:endParaRPr b="1" sz="800">
                <a:latin typeface="Red Hat Display"/>
                <a:ea typeface="Red Hat Display"/>
                <a:cs typeface="Red Hat Display"/>
                <a:sym typeface="Red Hat Display"/>
              </a:endParaRPr>
            </a:p>
          </p:txBody>
        </p:sp>
        <p:sp>
          <p:nvSpPr>
            <p:cNvPr id="2444" name="Google Shape;2444;p100"/>
            <p:cNvSpPr txBox="1"/>
            <p:nvPr/>
          </p:nvSpPr>
          <p:spPr>
            <a:xfrm>
              <a:off x="184895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Def</a:t>
              </a:r>
              <a:endParaRPr b="1" sz="800">
                <a:latin typeface="Red Hat Display"/>
                <a:ea typeface="Red Hat Display"/>
                <a:cs typeface="Red Hat Display"/>
                <a:sym typeface="Red Hat Display"/>
              </a:endParaRPr>
            </a:p>
          </p:txBody>
        </p:sp>
        <p:sp>
          <p:nvSpPr>
            <p:cNvPr id="2445" name="Google Shape;2445;p100"/>
            <p:cNvSpPr/>
            <p:nvPr/>
          </p:nvSpPr>
          <p:spPr>
            <a:xfrm rot="5400000">
              <a:off x="6949375" y="220250"/>
              <a:ext cx="253200" cy="7064400"/>
            </a:xfrm>
            <a:prstGeom prst="leftBrace">
              <a:avLst>
                <a:gd fmla="val 50000" name="adj1"/>
                <a:gd fmla="val 3625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46" name="Google Shape;2446;p100"/>
            <p:cNvCxnSpPr>
              <a:endCxn id="2440" idx="3"/>
            </p:cNvCxnSpPr>
            <p:nvPr/>
          </p:nvCxnSpPr>
          <p:spPr>
            <a:xfrm rot="10800000">
              <a:off x="4521733" y="3055794"/>
              <a:ext cx="3066600" cy="0"/>
            </a:xfrm>
            <a:prstGeom prst="straightConnector1">
              <a:avLst/>
            </a:prstGeom>
            <a:noFill/>
            <a:ln cap="flat" cmpd="sng" w="19050">
              <a:solidFill>
                <a:schemeClr val="accent1"/>
              </a:solidFill>
              <a:prstDash val="solid"/>
              <a:round/>
              <a:headEnd len="med" w="med" type="none"/>
              <a:tailEnd len="med" w="med" type="triangle"/>
            </a:ln>
          </p:spPr>
        </p:cxnSp>
        <p:cxnSp>
          <p:nvCxnSpPr>
            <p:cNvPr id="2447" name="Google Shape;2447;p100"/>
            <p:cNvCxnSpPr>
              <a:stCxn id="2440" idx="1"/>
              <a:endCxn id="2444" idx="0"/>
            </p:cNvCxnSpPr>
            <p:nvPr/>
          </p:nvCxnSpPr>
          <p:spPr>
            <a:xfrm flipH="1">
              <a:off x="2287033" y="3055794"/>
              <a:ext cx="1358400" cy="896100"/>
            </a:xfrm>
            <a:prstGeom prst="curvedConnector2">
              <a:avLst/>
            </a:prstGeom>
            <a:noFill/>
            <a:ln cap="flat" cmpd="sng" w="19050">
              <a:solidFill>
                <a:schemeClr val="accent1"/>
              </a:solidFill>
              <a:prstDash val="solid"/>
              <a:round/>
              <a:headEnd len="med" w="med" type="none"/>
              <a:tailEnd len="med" w="med" type="triangle"/>
            </a:ln>
          </p:spPr>
        </p:cxnSp>
        <p:cxnSp>
          <p:nvCxnSpPr>
            <p:cNvPr id="2448" name="Google Shape;2448;p100"/>
            <p:cNvCxnSpPr>
              <a:stCxn id="2444" idx="3"/>
              <a:endCxn id="2443" idx="1"/>
            </p:cNvCxnSpPr>
            <p:nvPr/>
          </p:nvCxnSpPr>
          <p:spPr>
            <a:xfrm>
              <a:off x="2725250" y="4152040"/>
              <a:ext cx="649500" cy="0"/>
            </a:xfrm>
            <a:prstGeom prst="straightConnector1">
              <a:avLst/>
            </a:prstGeom>
            <a:noFill/>
            <a:ln cap="flat" cmpd="sng" w="19050">
              <a:solidFill>
                <a:schemeClr val="accent1"/>
              </a:solidFill>
              <a:prstDash val="solid"/>
              <a:round/>
              <a:headEnd len="med" w="med" type="none"/>
              <a:tailEnd len="med" w="med" type="triangle"/>
            </a:ln>
          </p:spPr>
        </p:cxnSp>
        <p:cxnSp>
          <p:nvCxnSpPr>
            <p:cNvPr id="2449" name="Google Shape;2449;p100"/>
            <p:cNvCxnSpPr>
              <a:stCxn id="2443" idx="3"/>
              <a:endCxn id="2439" idx="1"/>
            </p:cNvCxnSpPr>
            <p:nvPr/>
          </p:nvCxnSpPr>
          <p:spPr>
            <a:xfrm>
              <a:off x="4168238" y="4152050"/>
              <a:ext cx="578700" cy="0"/>
            </a:xfrm>
            <a:prstGeom prst="straightConnector1">
              <a:avLst/>
            </a:prstGeom>
            <a:noFill/>
            <a:ln cap="flat" cmpd="sng" w="19050">
              <a:solidFill>
                <a:schemeClr val="accent1"/>
              </a:solidFill>
              <a:prstDash val="solid"/>
              <a:round/>
              <a:headEnd len="med" w="med" type="none"/>
              <a:tailEnd len="med" w="med" type="triangle"/>
            </a:ln>
          </p:spPr>
        </p:cxnSp>
        <p:cxnSp>
          <p:nvCxnSpPr>
            <p:cNvPr id="2450" name="Google Shape;2450;p100"/>
            <p:cNvCxnSpPr>
              <a:stCxn id="2439" idx="3"/>
              <a:endCxn id="2438" idx="1"/>
            </p:cNvCxnSpPr>
            <p:nvPr/>
          </p:nvCxnSpPr>
          <p:spPr>
            <a:xfrm>
              <a:off x="5623190" y="4152056"/>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2451" name="Google Shape;2451;p100"/>
            <p:cNvCxnSpPr>
              <a:stCxn id="2438" idx="3"/>
              <a:endCxn id="2442" idx="1"/>
            </p:cNvCxnSpPr>
            <p:nvPr/>
          </p:nvCxnSpPr>
          <p:spPr>
            <a:xfrm>
              <a:off x="7420010" y="4152044"/>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2452" name="Google Shape;2452;p100"/>
            <p:cNvCxnSpPr>
              <a:stCxn id="2442" idx="3"/>
              <a:endCxn id="2441" idx="1"/>
            </p:cNvCxnSpPr>
            <p:nvPr/>
          </p:nvCxnSpPr>
          <p:spPr>
            <a:xfrm>
              <a:off x="9007130" y="4152040"/>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2453" name="Google Shape;2453;p100"/>
            <p:cNvCxnSpPr>
              <a:stCxn id="2445" idx="1"/>
              <a:endCxn id="2437" idx="2"/>
            </p:cNvCxnSpPr>
            <p:nvPr/>
          </p:nvCxnSpPr>
          <p:spPr>
            <a:xfrm rot="10800000">
              <a:off x="8035877" y="3255950"/>
              <a:ext cx="11100" cy="369900"/>
            </a:xfrm>
            <a:prstGeom prst="straightConnector1">
              <a:avLst/>
            </a:prstGeom>
            <a:noFill/>
            <a:ln cap="flat" cmpd="sng" w="19050">
              <a:solidFill>
                <a:schemeClr val="accent1"/>
              </a:solidFill>
              <a:prstDash val="solid"/>
              <a:round/>
              <a:headEnd len="med" w="med" type="none"/>
              <a:tailEnd len="med" w="med" type="triangle"/>
            </a:ln>
          </p:spPr>
        </p:cxnSp>
        <p:sp>
          <p:nvSpPr>
            <p:cNvPr id="2454" name="Google Shape;2454;p100"/>
            <p:cNvSpPr txBox="1"/>
            <p:nvPr/>
          </p:nvSpPr>
          <p:spPr>
            <a:xfrm>
              <a:off x="7097951" y="1937729"/>
              <a:ext cx="18759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2455" name="Google Shape;2455;p100"/>
            <p:cNvCxnSpPr>
              <a:stCxn id="2454" idx="2"/>
              <a:endCxn id="2437" idx="0"/>
            </p:cNvCxnSpPr>
            <p:nvPr/>
          </p:nvCxnSpPr>
          <p:spPr>
            <a:xfrm>
              <a:off x="8035901" y="2337929"/>
              <a:ext cx="0" cy="517800"/>
            </a:xfrm>
            <a:prstGeom prst="straightConnector1">
              <a:avLst/>
            </a:prstGeom>
            <a:noFill/>
            <a:ln cap="flat" cmpd="sng" w="19050">
              <a:solidFill>
                <a:schemeClr val="accent1"/>
              </a:solidFill>
              <a:prstDash val="solid"/>
              <a:round/>
              <a:headEnd len="med" w="med" type="none"/>
              <a:tailEnd len="med" w="med" type="triangle"/>
            </a:ln>
          </p:spPr>
        </p:cxnSp>
        <p:sp>
          <p:nvSpPr>
            <p:cNvPr id="2456" name="Google Shape;2456;p100"/>
            <p:cNvSpPr/>
            <p:nvPr/>
          </p:nvSpPr>
          <p:spPr>
            <a:xfrm>
              <a:off x="1504950" y="4829175"/>
              <a:ext cx="1550124" cy="1091448"/>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2457" name="Google Shape;2457;p100"/>
            <p:cNvCxnSpPr>
              <a:stCxn id="2456" idx="3"/>
            </p:cNvCxnSpPr>
            <p:nvPr/>
          </p:nvCxnSpPr>
          <p:spPr>
            <a:xfrm>
              <a:off x="3055074" y="5374899"/>
              <a:ext cx="507600" cy="10200"/>
            </a:xfrm>
            <a:prstGeom prst="straightConnector1">
              <a:avLst/>
            </a:prstGeom>
            <a:noFill/>
            <a:ln cap="flat" cmpd="sng" w="19050">
              <a:solidFill>
                <a:schemeClr val="accent1"/>
              </a:solidFill>
              <a:prstDash val="solid"/>
              <a:round/>
              <a:headEnd len="med" w="med" type="none"/>
              <a:tailEnd len="med" w="med" type="triangle"/>
            </a:ln>
          </p:spPr>
        </p:cxnSp>
        <p:sp>
          <p:nvSpPr>
            <p:cNvPr id="2458" name="Google Shape;2458;p100"/>
            <p:cNvSpPr txBox="1"/>
            <p:nvPr/>
          </p:nvSpPr>
          <p:spPr>
            <a:xfrm>
              <a:off x="8159475" y="442505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2459" name="Google Shape;2459;p100"/>
            <p:cNvCxnSpPr>
              <a:stCxn id="2438" idx="3"/>
              <a:endCxn id="2458" idx="1"/>
            </p:cNvCxnSpPr>
            <p:nvPr/>
          </p:nvCxnSpPr>
          <p:spPr>
            <a:xfrm>
              <a:off x="7420010" y="4152044"/>
              <a:ext cx="739500" cy="473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2460" name="Google Shape;2460;p100"/>
            <p:cNvCxnSpPr>
              <a:stCxn id="2458" idx="3"/>
              <a:endCxn id="2461" idx="1"/>
            </p:cNvCxnSpPr>
            <p:nvPr/>
          </p:nvCxnSpPr>
          <p:spPr>
            <a:xfrm>
              <a:off x="9035775" y="4625150"/>
              <a:ext cx="682200" cy="9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2461" name="Google Shape;2461;p100"/>
            <p:cNvSpPr txBox="1"/>
            <p:nvPr/>
          </p:nvSpPr>
          <p:spPr>
            <a:xfrm>
              <a:off x="9717950" y="4425050"/>
              <a:ext cx="981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grpSp>
      <p:sp>
        <p:nvSpPr>
          <p:cNvPr id="2462" name="Google Shape;2462;p100"/>
          <p:cNvSpPr/>
          <p:nvPr/>
        </p:nvSpPr>
        <p:spPr>
          <a:xfrm>
            <a:off x="4756199" y="4093125"/>
            <a:ext cx="3595800" cy="20238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100"/>
          <p:cNvSpPr txBox="1"/>
          <p:nvPr/>
        </p:nvSpPr>
        <p:spPr>
          <a:xfrm>
            <a:off x="6701470" y="4260721"/>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2464" name="Google Shape;2464;p100"/>
          <p:cNvSpPr txBox="1"/>
          <p:nvPr/>
        </p:nvSpPr>
        <p:spPr>
          <a:xfrm>
            <a:off x="6128238" y="4884590"/>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2465" name="Google Shape;2465;p100"/>
          <p:cNvSpPr txBox="1"/>
          <p:nvPr/>
        </p:nvSpPr>
        <p:spPr>
          <a:xfrm>
            <a:off x="5179721" y="488459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2466" name="Google Shape;2466;p100"/>
          <p:cNvSpPr txBox="1"/>
          <p:nvPr/>
        </p:nvSpPr>
        <p:spPr>
          <a:xfrm>
            <a:off x="5823100" y="426071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2467" name="Google Shape;2467;p100"/>
          <p:cNvSpPr txBox="1"/>
          <p:nvPr/>
        </p:nvSpPr>
        <p:spPr>
          <a:xfrm>
            <a:off x="7663193" y="4884599"/>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2468" name="Google Shape;2468;p100"/>
          <p:cNvSpPr txBox="1"/>
          <p:nvPr/>
        </p:nvSpPr>
        <p:spPr>
          <a:xfrm>
            <a:off x="6943276" y="488458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2469" name="Google Shape;2469;p100"/>
          <p:cNvSpPr/>
          <p:nvPr/>
        </p:nvSpPr>
        <p:spPr>
          <a:xfrm rot="5400000">
            <a:off x="7034550" y="3743650"/>
            <a:ext cx="144000" cy="2054700"/>
          </a:xfrm>
          <a:prstGeom prst="leftBrace">
            <a:avLst>
              <a:gd fmla="val 50000" name="adj1"/>
              <a:gd fmla="val 59984"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70" name="Google Shape;2470;p100"/>
          <p:cNvCxnSpPr>
            <a:stCxn id="2463" idx="1"/>
            <a:endCxn id="2466" idx="3"/>
          </p:cNvCxnSpPr>
          <p:nvPr/>
        </p:nvCxnSpPr>
        <p:spPr>
          <a:xfrm rot="10800000">
            <a:off x="6220570" y="4374571"/>
            <a:ext cx="480900" cy="0"/>
          </a:xfrm>
          <a:prstGeom prst="straightConnector1">
            <a:avLst/>
          </a:prstGeom>
          <a:noFill/>
          <a:ln cap="flat" cmpd="sng" w="19050">
            <a:solidFill>
              <a:schemeClr val="accent1"/>
            </a:solidFill>
            <a:prstDash val="solid"/>
            <a:round/>
            <a:headEnd len="med" w="med" type="none"/>
            <a:tailEnd len="med" w="med" type="triangle"/>
          </a:ln>
        </p:spPr>
      </p:cxnSp>
      <p:cxnSp>
        <p:nvCxnSpPr>
          <p:cNvPr id="2471" name="Google Shape;2471;p100"/>
          <p:cNvCxnSpPr>
            <a:stCxn id="2466" idx="1"/>
            <a:endCxn id="2465" idx="0"/>
          </p:cNvCxnSpPr>
          <p:nvPr/>
        </p:nvCxnSpPr>
        <p:spPr>
          <a:xfrm flipH="1">
            <a:off x="5378500" y="4374564"/>
            <a:ext cx="444600" cy="510000"/>
          </a:xfrm>
          <a:prstGeom prst="curvedConnector2">
            <a:avLst/>
          </a:prstGeom>
          <a:noFill/>
          <a:ln cap="flat" cmpd="sng" w="19050">
            <a:solidFill>
              <a:schemeClr val="accent1"/>
            </a:solidFill>
            <a:prstDash val="solid"/>
            <a:round/>
            <a:headEnd len="med" w="med" type="none"/>
            <a:tailEnd len="med" w="med" type="triangle"/>
          </a:ln>
        </p:spPr>
      </p:cxnSp>
      <p:cxnSp>
        <p:nvCxnSpPr>
          <p:cNvPr id="2472" name="Google Shape;2472;p100"/>
          <p:cNvCxnSpPr>
            <a:stCxn id="2465" idx="3"/>
            <a:endCxn id="2464" idx="1"/>
          </p:cNvCxnSpPr>
          <p:nvPr/>
        </p:nvCxnSpPr>
        <p:spPr>
          <a:xfrm>
            <a:off x="5577221" y="4998447"/>
            <a:ext cx="551100" cy="0"/>
          </a:xfrm>
          <a:prstGeom prst="straightConnector1">
            <a:avLst/>
          </a:prstGeom>
          <a:noFill/>
          <a:ln cap="flat" cmpd="sng" w="19050">
            <a:solidFill>
              <a:schemeClr val="accent1"/>
            </a:solidFill>
            <a:prstDash val="solid"/>
            <a:round/>
            <a:headEnd len="med" w="med" type="none"/>
            <a:tailEnd len="med" w="med" type="triangle"/>
          </a:ln>
        </p:spPr>
      </p:cxnSp>
      <p:cxnSp>
        <p:nvCxnSpPr>
          <p:cNvPr id="2473" name="Google Shape;2473;p100"/>
          <p:cNvCxnSpPr>
            <a:stCxn id="2464" idx="3"/>
            <a:endCxn id="2468" idx="1"/>
          </p:cNvCxnSpPr>
          <p:nvPr/>
        </p:nvCxnSpPr>
        <p:spPr>
          <a:xfrm>
            <a:off x="6620838" y="4998440"/>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2474" name="Google Shape;2474;p100"/>
          <p:cNvCxnSpPr>
            <a:stCxn id="2468" idx="3"/>
            <a:endCxn id="2467" idx="1"/>
          </p:cNvCxnSpPr>
          <p:nvPr/>
        </p:nvCxnSpPr>
        <p:spPr>
          <a:xfrm>
            <a:off x="7340776" y="4998437"/>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2475" name="Google Shape;2475;p100"/>
          <p:cNvCxnSpPr>
            <a:stCxn id="2469" idx="1"/>
            <a:endCxn id="2463" idx="2"/>
          </p:cNvCxnSpPr>
          <p:nvPr/>
        </p:nvCxnSpPr>
        <p:spPr>
          <a:xfrm rot="10800000">
            <a:off x="6900209" y="4488400"/>
            <a:ext cx="1200" cy="210600"/>
          </a:xfrm>
          <a:prstGeom prst="straightConnector1">
            <a:avLst/>
          </a:prstGeom>
          <a:noFill/>
          <a:ln cap="flat" cmpd="sng" w="19050">
            <a:solidFill>
              <a:schemeClr val="accent1"/>
            </a:solidFill>
            <a:prstDash val="solid"/>
            <a:round/>
            <a:headEnd len="med" w="med" type="none"/>
            <a:tailEnd len="med" w="med" type="triangle"/>
          </a:ln>
        </p:spPr>
      </p:cxnSp>
      <p:sp>
        <p:nvSpPr>
          <p:cNvPr id="2476" name="Google Shape;2476;p100"/>
          <p:cNvSpPr txBox="1"/>
          <p:nvPr/>
        </p:nvSpPr>
        <p:spPr>
          <a:xfrm>
            <a:off x="6413011" y="3698475"/>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2477" name="Google Shape;2477;p100"/>
          <p:cNvCxnSpPr>
            <a:stCxn id="2476" idx="2"/>
            <a:endCxn id="2463" idx="0"/>
          </p:cNvCxnSpPr>
          <p:nvPr/>
        </p:nvCxnSpPr>
        <p:spPr>
          <a:xfrm>
            <a:off x="6900211" y="3926175"/>
            <a:ext cx="0" cy="334500"/>
          </a:xfrm>
          <a:prstGeom prst="straightConnector1">
            <a:avLst/>
          </a:prstGeom>
          <a:noFill/>
          <a:ln cap="flat" cmpd="sng" w="19050">
            <a:solidFill>
              <a:schemeClr val="accent1"/>
            </a:solidFill>
            <a:prstDash val="solid"/>
            <a:round/>
            <a:headEnd len="med" w="med" type="none"/>
            <a:tailEnd len="med" w="med" type="triangle"/>
          </a:ln>
        </p:spPr>
      </p:cxnSp>
      <p:sp>
        <p:nvSpPr>
          <p:cNvPr id="2478" name="Google Shape;2478;p100"/>
          <p:cNvSpPr/>
          <p:nvPr/>
        </p:nvSpPr>
        <p:spPr>
          <a:xfrm>
            <a:off x="5080777" y="5307622"/>
            <a:ext cx="703134" cy="621162"/>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2479" name="Google Shape;2479;p100"/>
          <p:cNvCxnSpPr/>
          <p:nvPr/>
        </p:nvCxnSpPr>
        <p:spPr>
          <a:xfrm>
            <a:off x="5783913" y="5618193"/>
            <a:ext cx="230100" cy="5700"/>
          </a:xfrm>
          <a:prstGeom prst="straightConnector1">
            <a:avLst/>
          </a:prstGeom>
          <a:noFill/>
          <a:ln cap="flat" cmpd="sng" w="19050">
            <a:solidFill>
              <a:schemeClr val="accent1"/>
            </a:solidFill>
            <a:prstDash val="solid"/>
            <a:round/>
            <a:headEnd len="med" w="med" type="none"/>
            <a:tailEnd len="med" w="med" type="triangle"/>
          </a:ln>
        </p:spPr>
      </p:cxnSp>
      <p:sp>
        <p:nvSpPr>
          <p:cNvPr id="2480" name="Google Shape;2480;p100"/>
          <p:cNvSpPr txBox="1"/>
          <p:nvPr/>
        </p:nvSpPr>
        <p:spPr>
          <a:xfrm>
            <a:off x="6956269" y="515383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2481" name="Google Shape;2481;p100"/>
          <p:cNvCxnSpPr>
            <a:stCxn id="2464" idx="3"/>
            <a:endCxn id="2480" idx="1"/>
          </p:cNvCxnSpPr>
          <p:nvPr/>
        </p:nvCxnSpPr>
        <p:spPr>
          <a:xfrm>
            <a:off x="6620838" y="4998440"/>
            <a:ext cx="335400" cy="269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2482" name="Google Shape;2482;p100"/>
          <p:cNvCxnSpPr>
            <a:stCxn id="2480" idx="3"/>
            <a:endCxn id="2483" idx="1"/>
          </p:cNvCxnSpPr>
          <p:nvPr/>
        </p:nvCxnSpPr>
        <p:spPr>
          <a:xfrm>
            <a:off x="7353769" y="5267684"/>
            <a:ext cx="309300" cy="6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2483" name="Google Shape;2483;p100"/>
          <p:cNvSpPr txBox="1"/>
          <p:nvPr/>
        </p:nvSpPr>
        <p:spPr>
          <a:xfrm>
            <a:off x="7663193" y="5153834"/>
            <a:ext cx="4452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cxnSp>
        <p:nvCxnSpPr>
          <p:cNvPr id="2484" name="Google Shape;2484;p100"/>
          <p:cNvCxnSpPr>
            <a:stCxn id="2436" idx="3"/>
            <a:endCxn id="2476" idx="0"/>
          </p:cNvCxnSpPr>
          <p:nvPr/>
        </p:nvCxnSpPr>
        <p:spPr>
          <a:xfrm>
            <a:off x="5075544" y="2971349"/>
            <a:ext cx="1824600" cy="727200"/>
          </a:xfrm>
          <a:prstGeom prst="curvedConnector2">
            <a:avLst/>
          </a:prstGeom>
          <a:noFill/>
          <a:ln cap="flat" cmpd="sng" w="28575">
            <a:solidFill>
              <a:schemeClr val="accent1"/>
            </a:solidFill>
            <a:prstDash val="solid"/>
            <a:round/>
            <a:headEnd len="med" w="med" type="none"/>
            <a:tailEnd len="med" w="med" type="triangle"/>
          </a:ln>
        </p:spPr>
      </p:cxnSp>
      <p:cxnSp>
        <p:nvCxnSpPr>
          <p:cNvPr id="2485" name="Google Shape;2485;p100"/>
          <p:cNvCxnSpPr>
            <a:stCxn id="2462" idx="3"/>
            <a:endCxn id="2486" idx="0"/>
          </p:cNvCxnSpPr>
          <p:nvPr/>
        </p:nvCxnSpPr>
        <p:spPr>
          <a:xfrm>
            <a:off x="8351999" y="5105025"/>
            <a:ext cx="1990800" cy="905400"/>
          </a:xfrm>
          <a:prstGeom prst="curvedConnector2">
            <a:avLst/>
          </a:prstGeom>
          <a:noFill/>
          <a:ln cap="flat" cmpd="sng" w="28575">
            <a:solidFill>
              <a:schemeClr val="accent1"/>
            </a:solidFill>
            <a:prstDash val="solid"/>
            <a:round/>
            <a:headEnd len="med" w="med" type="none"/>
            <a:tailEnd len="med" w="med" type="triangle"/>
          </a:ln>
        </p:spPr>
      </p:cxnSp>
      <p:sp>
        <p:nvSpPr>
          <p:cNvPr id="2486" name="Google Shape;2486;p100"/>
          <p:cNvSpPr txBox="1"/>
          <p:nvPr/>
        </p:nvSpPr>
        <p:spPr>
          <a:xfrm>
            <a:off x="9855648" y="6010500"/>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2487" name="Google Shape;2487;p100"/>
          <p:cNvCxnSpPr>
            <a:stCxn id="2486" idx="2"/>
            <a:endCxn id="2488" idx="0"/>
          </p:cNvCxnSpPr>
          <p:nvPr/>
        </p:nvCxnSpPr>
        <p:spPr>
          <a:xfrm>
            <a:off x="10342848" y="6238200"/>
            <a:ext cx="0" cy="175500"/>
          </a:xfrm>
          <a:prstGeom prst="straightConnector1">
            <a:avLst/>
          </a:prstGeom>
          <a:noFill/>
          <a:ln cap="flat" cmpd="sng" w="19050">
            <a:solidFill>
              <a:schemeClr val="accent1"/>
            </a:solidFill>
            <a:prstDash val="solid"/>
            <a:round/>
            <a:headEnd len="med" w="med" type="none"/>
            <a:tailEnd len="med" w="med" type="triangle"/>
          </a:ln>
        </p:spPr>
      </p:cxnSp>
      <p:sp>
        <p:nvSpPr>
          <p:cNvPr id="2489" name="Google Shape;2489;p100"/>
          <p:cNvSpPr txBox="1"/>
          <p:nvPr/>
        </p:nvSpPr>
        <p:spPr>
          <a:xfrm>
            <a:off x="5096550" y="19568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Development</a:t>
            </a:r>
            <a:endParaRPr>
              <a:latin typeface="Red Hat Display"/>
              <a:ea typeface="Red Hat Display"/>
              <a:cs typeface="Red Hat Display"/>
              <a:sym typeface="Red Hat Display"/>
            </a:endParaRPr>
          </a:p>
        </p:txBody>
      </p:sp>
      <p:sp>
        <p:nvSpPr>
          <p:cNvPr id="2490" name="Google Shape;2490;p100"/>
          <p:cNvSpPr txBox="1"/>
          <p:nvPr/>
        </p:nvSpPr>
        <p:spPr>
          <a:xfrm>
            <a:off x="8353240" y="4090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Qualification</a:t>
            </a:r>
            <a:endParaRPr>
              <a:latin typeface="Red Hat Display"/>
              <a:ea typeface="Red Hat Display"/>
              <a:cs typeface="Red Hat Display"/>
              <a:sym typeface="Red Hat Display"/>
            </a:endParaRPr>
          </a:p>
        </p:txBody>
      </p:sp>
      <p:sp>
        <p:nvSpPr>
          <p:cNvPr id="2491" name="Google Shape;2491;p100"/>
          <p:cNvSpPr txBox="1"/>
          <p:nvPr/>
        </p:nvSpPr>
        <p:spPr>
          <a:xfrm>
            <a:off x="10334440" y="5233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next…</a:t>
            </a:r>
            <a:endParaRPr>
              <a:latin typeface="Red Hat Display"/>
              <a:ea typeface="Red Hat Display"/>
              <a:cs typeface="Red Hat Display"/>
              <a:sym typeface="Red Hat Display"/>
            </a:endParaRPr>
          </a:p>
        </p:txBody>
      </p:sp>
      <p:pic>
        <p:nvPicPr>
          <p:cNvPr id="2492" name="Google Shape;2492;p100"/>
          <p:cNvPicPr preferRelativeResize="0"/>
          <p:nvPr/>
        </p:nvPicPr>
        <p:blipFill>
          <a:blip r:embed="rId3">
            <a:alphaModFix/>
          </a:blip>
          <a:stretch>
            <a:fillRect/>
          </a:stretch>
        </p:blipFill>
        <p:spPr>
          <a:xfrm>
            <a:off x="6192425" y="2736043"/>
            <a:ext cx="399057" cy="400200"/>
          </a:xfrm>
          <a:prstGeom prst="rect">
            <a:avLst/>
          </a:prstGeom>
          <a:noFill/>
          <a:ln>
            <a:noFill/>
          </a:ln>
        </p:spPr>
      </p:pic>
      <p:pic>
        <p:nvPicPr>
          <p:cNvPr id="2493" name="Google Shape;2493;p100"/>
          <p:cNvPicPr preferRelativeResize="0"/>
          <p:nvPr/>
        </p:nvPicPr>
        <p:blipFill>
          <a:blip r:embed="rId3">
            <a:alphaModFix/>
          </a:blip>
          <a:stretch>
            <a:fillRect/>
          </a:stretch>
        </p:blipFill>
        <p:spPr>
          <a:xfrm>
            <a:off x="9392825" y="4869643"/>
            <a:ext cx="399057" cy="400200"/>
          </a:xfrm>
          <a:prstGeom prst="rect">
            <a:avLst/>
          </a:prstGeom>
          <a:noFill/>
          <a:ln>
            <a:noFill/>
          </a:ln>
        </p:spPr>
      </p:pic>
      <p:cxnSp>
        <p:nvCxnSpPr>
          <p:cNvPr id="2494" name="Google Shape;2494;p100"/>
          <p:cNvCxnSpPr>
            <a:stCxn id="2462" idx="1"/>
            <a:endCxn id="2436" idx="2"/>
          </p:cNvCxnSpPr>
          <p:nvPr/>
        </p:nvCxnSpPr>
        <p:spPr>
          <a:xfrm rot="10800000">
            <a:off x="2771099" y="3983325"/>
            <a:ext cx="1985100" cy="1121700"/>
          </a:xfrm>
          <a:prstGeom prst="curvedConnector2">
            <a:avLst/>
          </a:prstGeom>
          <a:noFill/>
          <a:ln cap="flat" cmpd="sng" w="28575">
            <a:solidFill>
              <a:schemeClr val="accent1"/>
            </a:solidFill>
            <a:prstDash val="solid"/>
            <a:round/>
            <a:headEnd len="med" w="med" type="none"/>
            <a:tailEnd len="med" w="med" type="triangle"/>
          </a:ln>
        </p:spPr>
      </p:cxnSp>
      <p:sp>
        <p:nvSpPr>
          <p:cNvPr id="2495" name="Google Shape;2495;p100"/>
          <p:cNvSpPr txBox="1"/>
          <p:nvPr/>
        </p:nvSpPr>
        <p:spPr>
          <a:xfrm>
            <a:off x="2034402" y="4415750"/>
            <a:ext cx="138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Feedback</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Test Results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Error Reports</a:t>
            </a:r>
            <a:endParaRPr>
              <a:latin typeface="Red Hat Display"/>
              <a:ea typeface="Red Hat Display"/>
              <a:cs typeface="Red Hat Display"/>
              <a:sym typeface="Red Hat Display"/>
            </a:endParaRPr>
          </a:p>
        </p:txBody>
      </p:sp>
      <p:sp>
        <p:nvSpPr>
          <p:cNvPr id="2496" name="Google Shape;2496;p100"/>
          <p:cNvSpPr txBox="1"/>
          <p:nvPr/>
        </p:nvSpPr>
        <p:spPr>
          <a:xfrm>
            <a:off x="6625275" y="2732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sp>
        <p:nvSpPr>
          <p:cNvPr id="2497" name="Google Shape;2497;p100"/>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1" name="Shape 2501"/>
        <p:cNvGrpSpPr/>
        <p:nvPr/>
      </p:nvGrpSpPr>
      <p:grpSpPr>
        <a:xfrm>
          <a:off x="0" y="0"/>
          <a:ext cx="0" cy="0"/>
          <a:chOff x="0" y="0"/>
          <a:chExt cx="0" cy="0"/>
        </a:xfrm>
      </p:grpSpPr>
      <p:sp>
        <p:nvSpPr>
          <p:cNvPr id="2502" name="Google Shape;2502;p10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503" name="Google Shape;2503;p101"/>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04" name="Google Shape;2504;p101"/>
          <p:cNvPicPr preferRelativeResize="0"/>
          <p:nvPr/>
        </p:nvPicPr>
        <p:blipFill>
          <a:blip r:embed="rId3">
            <a:alphaModFix/>
          </a:blip>
          <a:stretch>
            <a:fillRect/>
          </a:stretch>
        </p:blipFill>
        <p:spPr>
          <a:xfrm>
            <a:off x="152400" y="3309851"/>
            <a:ext cx="12191999" cy="2371898"/>
          </a:xfrm>
          <a:prstGeom prst="rect">
            <a:avLst/>
          </a:prstGeom>
          <a:solidFill>
            <a:srgbClr val="F7F7F7"/>
          </a:solidFill>
          <a:ln>
            <a:noFill/>
          </a:ln>
        </p:spPr>
      </p:pic>
      <p:sp>
        <p:nvSpPr>
          <p:cNvPr id="2505" name="Google Shape;2505;p101"/>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Delivery and Testing Pipeline</a:t>
            </a:r>
            <a:endParaRPr sz="2700">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2800"/>
              <a:t> </a:t>
            </a:r>
            <a:endParaRPr sz="2800"/>
          </a:p>
        </p:txBody>
      </p:sp>
      <p:sp>
        <p:nvSpPr>
          <p:cNvPr id="2506" name="Google Shape;2506;p101"/>
          <p:cNvSpPr txBox="1"/>
          <p:nvPr/>
        </p:nvSpPr>
        <p:spPr>
          <a:xfrm>
            <a:off x="2305050" y="5038725"/>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Update Errata Filter end date and Publish</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[Define]</a:t>
            </a:r>
            <a:endParaRPr b="1">
              <a:latin typeface="Red Hat Text"/>
              <a:ea typeface="Red Hat Text"/>
              <a:cs typeface="Red Hat Text"/>
              <a:sym typeface="Red Hat Text"/>
            </a:endParaRPr>
          </a:p>
        </p:txBody>
      </p:sp>
      <p:sp>
        <p:nvSpPr>
          <p:cNvPr id="2507" name="Google Shape;2507;p101"/>
          <p:cNvSpPr txBox="1"/>
          <p:nvPr/>
        </p:nvSpPr>
        <p:spPr>
          <a:xfrm>
            <a:off x="4972050" y="5038725"/>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Promote CVs and CCVs to Dev</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[Deliver]</a:t>
            </a:r>
            <a:endParaRPr b="1">
              <a:latin typeface="Red Hat Text"/>
              <a:ea typeface="Red Hat Text"/>
              <a:cs typeface="Red Hat Text"/>
              <a:sym typeface="Red Hat Text"/>
            </a:endParaRPr>
          </a:p>
        </p:txBody>
      </p:sp>
      <p:sp>
        <p:nvSpPr>
          <p:cNvPr id="2508" name="Google Shape;2508;p101"/>
          <p:cNvSpPr txBox="1"/>
          <p:nvPr/>
        </p:nvSpPr>
        <p:spPr>
          <a:xfrm>
            <a:off x="7410450" y="5038725"/>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Build Test Systems from Host Groups</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[Deploy]</a:t>
            </a:r>
            <a:endParaRPr b="1">
              <a:latin typeface="Red Hat Text"/>
              <a:ea typeface="Red Hat Text"/>
              <a:cs typeface="Red Hat Text"/>
              <a:sym typeface="Red Hat Text"/>
            </a:endParaRPr>
          </a:p>
        </p:txBody>
      </p:sp>
      <p:pic>
        <p:nvPicPr>
          <p:cNvPr id="2509" name="Google Shape;2509;p101"/>
          <p:cNvPicPr preferRelativeResize="0"/>
          <p:nvPr/>
        </p:nvPicPr>
        <p:blipFill>
          <a:blip r:embed="rId4">
            <a:alphaModFix/>
          </a:blip>
          <a:stretch>
            <a:fillRect/>
          </a:stretch>
        </p:blipFill>
        <p:spPr>
          <a:xfrm>
            <a:off x="432675" y="1856450"/>
            <a:ext cx="11683123" cy="1407399"/>
          </a:xfrm>
          <a:prstGeom prst="rect">
            <a:avLst/>
          </a:prstGeom>
          <a:noFill/>
          <a:ln>
            <a:noFill/>
          </a:ln>
        </p:spPr>
      </p:pic>
      <p:sp>
        <p:nvSpPr>
          <p:cNvPr id="2510" name="Google Shape;2510;p101"/>
          <p:cNvSpPr txBox="1"/>
          <p:nvPr/>
        </p:nvSpPr>
        <p:spPr>
          <a:xfrm>
            <a:off x="9944100" y="5038725"/>
            <a:ext cx="2038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Snapshots for Future Tests if Necessary</a:t>
            </a:r>
            <a:endParaRPr>
              <a:latin typeface="Red Hat Text"/>
              <a:ea typeface="Red Hat Text"/>
              <a:cs typeface="Red Hat Text"/>
              <a:sym typeface="Red Hat Text"/>
            </a:endParaRPr>
          </a:p>
        </p:txBody>
      </p:sp>
      <p:sp>
        <p:nvSpPr>
          <p:cNvPr id="2511" name="Google Shape;2511;p101"/>
          <p:cNvSpPr/>
          <p:nvPr/>
        </p:nvSpPr>
        <p:spPr>
          <a:xfrm>
            <a:off x="438475" y="2128156"/>
            <a:ext cx="5047500" cy="9447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0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2513" name="Google Shape;2513;p101"/>
          <p:cNvPicPr preferRelativeResize="0"/>
          <p:nvPr/>
        </p:nvPicPr>
        <p:blipFill>
          <a:blip r:embed="rId5">
            <a:alphaModFix/>
          </a:blip>
          <a:stretch>
            <a:fillRect/>
          </a:stretch>
        </p:blipFill>
        <p:spPr>
          <a:xfrm>
            <a:off x="9902820" y="349509"/>
            <a:ext cx="2038500" cy="83568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7" name="Shape 2517"/>
        <p:cNvGrpSpPr/>
        <p:nvPr/>
      </p:nvGrpSpPr>
      <p:grpSpPr>
        <a:xfrm>
          <a:off x="0" y="0"/>
          <a:ext cx="0" cy="0"/>
          <a:chOff x="0" y="0"/>
          <a:chExt cx="0" cy="0"/>
        </a:xfrm>
      </p:grpSpPr>
      <p:sp>
        <p:nvSpPr>
          <p:cNvPr id="2518" name="Google Shape;2518;p10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519" name="Google Shape;2519;p102"/>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Delivery and Testing Pipeline</a:t>
            </a:r>
            <a:endParaRPr sz="2700">
              <a:latin typeface="Red Hat Display Medium"/>
              <a:ea typeface="Red Hat Display Medium"/>
              <a:cs typeface="Red Hat Display Medium"/>
              <a:sym typeface="Red Hat Display Medium"/>
            </a:endParaRPr>
          </a:p>
        </p:txBody>
      </p:sp>
      <p:sp>
        <p:nvSpPr>
          <p:cNvPr id="2520" name="Google Shape;2520;p102"/>
          <p:cNvSpPr/>
          <p:nvPr/>
        </p:nvSpPr>
        <p:spPr>
          <a:xfrm>
            <a:off x="-152400" y="1320063"/>
            <a:ext cx="12649800" cy="47316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1" name="Google Shape;2521;p102"/>
          <p:cNvPicPr preferRelativeResize="0"/>
          <p:nvPr/>
        </p:nvPicPr>
        <p:blipFill>
          <a:blip r:embed="rId3">
            <a:alphaModFix/>
          </a:blip>
          <a:stretch>
            <a:fillRect/>
          </a:stretch>
        </p:blipFill>
        <p:spPr>
          <a:xfrm>
            <a:off x="2098100" y="2710627"/>
            <a:ext cx="9919426" cy="2810500"/>
          </a:xfrm>
          <a:prstGeom prst="rect">
            <a:avLst/>
          </a:prstGeom>
          <a:noFill/>
          <a:ln>
            <a:noFill/>
          </a:ln>
        </p:spPr>
      </p:pic>
      <p:sp>
        <p:nvSpPr>
          <p:cNvPr id="2522" name="Google Shape;2522;p102"/>
          <p:cNvSpPr/>
          <p:nvPr/>
        </p:nvSpPr>
        <p:spPr>
          <a:xfrm>
            <a:off x="8152675" y="3616148"/>
            <a:ext cx="562800" cy="2976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102"/>
          <p:cNvSpPr txBox="1"/>
          <p:nvPr/>
        </p:nvSpPr>
        <p:spPr>
          <a:xfrm>
            <a:off x="2047875" y="5276850"/>
            <a:ext cx="2838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Install/Configure </a:t>
            </a:r>
            <a:r>
              <a:rPr lang="en">
                <a:latin typeface="Red Hat Text"/>
                <a:ea typeface="Red Hat Text"/>
                <a:cs typeface="Red Hat Text"/>
                <a:sym typeface="Red Hat Text"/>
              </a:rPr>
              <a:t>Application</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[Configure]</a:t>
            </a:r>
            <a:endParaRPr b="1">
              <a:latin typeface="Red Hat Text"/>
              <a:ea typeface="Red Hat Text"/>
              <a:cs typeface="Red Hat Text"/>
              <a:sym typeface="Red Hat Text"/>
            </a:endParaRPr>
          </a:p>
        </p:txBody>
      </p:sp>
      <p:sp>
        <p:nvSpPr>
          <p:cNvPr id="2524" name="Google Shape;2524;p102"/>
          <p:cNvSpPr txBox="1"/>
          <p:nvPr/>
        </p:nvSpPr>
        <p:spPr>
          <a:xfrm>
            <a:off x="5038725" y="5276850"/>
            <a:ext cx="183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Test Application</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[Test]</a:t>
            </a:r>
            <a:endParaRPr b="1">
              <a:latin typeface="Red Hat Text"/>
              <a:ea typeface="Red Hat Text"/>
              <a:cs typeface="Red Hat Text"/>
              <a:sym typeface="Red Hat Text"/>
            </a:endParaRPr>
          </a:p>
        </p:txBody>
      </p:sp>
      <p:sp>
        <p:nvSpPr>
          <p:cNvPr id="2525" name="Google Shape;2525;p102"/>
          <p:cNvSpPr txBox="1"/>
          <p:nvPr/>
        </p:nvSpPr>
        <p:spPr>
          <a:xfrm>
            <a:off x="7553325" y="4514850"/>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Promote CVs and CCVs to QA if </a:t>
            </a:r>
            <a:r>
              <a:rPr b="1" lang="en">
                <a:latin typeface="Red Hat Text"/>
                <a:ea typeface="Red Hat Text"/>
                <a:cs typeface="Red Hat Text"/>
                <a:sym typeface="Red Hat Text"/>
              </a:rPr>
              <a:t>ALL</a:t>
            </a:r>
            <a:r>
              <a:rPr lang="en">
                <a:latin typeface="Red Hat Text"/>
                <a:ea typeface="Red Hat Text"/>
                <a:cs typeface="Red Hat Text"/>
                <a:sym typeface="Red Hat Text"/>
              </a:rPr>
              <a:t> tests succeed!</a:t>
            </a:r>
            <a:endParaRPr>
              <a:latin typeface="Red Hat Text"/>
              <a:ea typeface="Red Hat Text"/>
              <a:cs typeface="Red Hat Text"/>
              <a:sym typeface="Red Hat Text"/>
            </a:endParaRPr>
          </a:p>
        </p:txBody>
      </p:sp>
      <p:sp>
        <p:nvSpPr>
          <p:cNvPr id="2526" name="Google Shape;2526;p102"/>
          <p:cNvSpPr txBox="1"/>
          <p:nvPr/>
        </p:nvSpPr>
        <p:spPr>
          <a:xfrm>
            <a:off x="9991725" y="4514850"/>
            <a:ext cx="183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Delete Snapshots</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[Destroy]</a:t>
            </a:r>
            <a:endParaRPr b="1">
              <a:latin typeface="Red Hat Text"/>
              <a:ea typeface="Red Hat Text"/>
              <a:cs typeface="Red Hat Text"/>
              <a:sym typeface="Red Hat Text"/>
            </a:endParaRPr>
          </a:p>
        </p:txBody>
      </p:sp>
      <p:sp>
        <p:nvSpPr>
          <p:cNvPr id="2527" name="Google Shape;2527;p102"/>
          <p:cNvSpPr txBox="1"/>
          <p:nvPr/>
        </p:nvSpPr>
        <p:spPr>
          <a:xfrm>
            <a:off x="5775" y="4876800"/>
            <a:ext cx="21945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Not Shown: </a:t>
            </a:r>
            <a:endParaRPr>
              <a:latin typeface="Red Hat Text"/>
              <a:ea typeface="Red Hat Text"/>
              <a:cs typeface="Red Hat Text"/>
              <a:sym typeface="Red Hat Text"/>
            </a:endParaRPr>
          </a:p>
          <a:p>
            <a:pPr indent="0" lvl="0" marL="0" rtl="0" algn="ctr">
              <a:spcBef>
                <a:spcPts val="0"/>
              </a:spcBef>
              <a:spcAft>
                <a:spcPts val="0"/>
              </a:spcAft>
              <a:buNone/>
            </a:pPr>
            <a:r>
              <a:t/>
            </a:r>
            <a:endParaRPr>
              <a:latin typeface="Red Hat Text"/>
              <a:ea typeface="Red Hat Text"/>
              <a:cs typeface="Red Hat Text"/>
              <a:sym typeface="Red Hat Text"/>
            </a:endParaRPr>
          </a:p>
          <a:p>
            <a:pPr indent="0" lvl="0" marL="0" rtl="0" algn="ctr">
              <a:spcBef>
                <a:spcPts val="0"/>
              </a:spcBef>
              <a:spcAft>
                <a:spcPts val="0"/>
              </a:spcAft>
              <a:buNone/>
            </a:pPr>
            <a:r>
              <a:rPr lang="en">
                <a:latin typeface="Red Hat Text"/>
                <a:ea typeface="Red Hat Text"/>
                <a:cs typeface="Red Hat Text"/>
                <a:sym typeface="Red Hat Text"/>
              </a:rPr>
              <a:t>On Failure Page OnCall Automation Admin</a:t>
            </a:r>
            <a:endParaRPr>
              <a:latin typeface="Red Hat Text"/>
              <a:ea typeface="Red Hat Text"/>
              <a:cs typeface="Red Hat Text"/>
              <a:sym typeface="Red Hat Text"/>
            </a:endParaRPr>
          </a:p>
        </p:txBody>
      </p:sp>
      <p:sp>
        <p:nvSpPr>
          <p:cNvPr id="2528" name="Google Shape;2528;p10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2529" name="Google Shape;2529;p102"/>
          <p:cNvPicPr preferRelativeResize="0"/>
          <p:nvPr/>
        </p:nvPicPr>
        <p:blipFill>
          <a:blip r:embed="rId4">
            <a:alphaModFix/>
          </a:blip>
          <a:stretch>
            <a:fillRect/>
          </a:stretch>
        </p:blipFill>
        <p:spPr>
          <a:xfrm>
            <a:off x="432675" y="1551650"/>
            <a:ext cx="11683123" cy="1407399"/>
          </a:xfrm>
          <a:prstGeom prst="rect">
            <a:avLst/>
          </a:prstGeom>
          <a:noFill/>
          <a:ln>
            <a:noFill/>
          </a:ln>
        </p:spPr>
      </p:pic>
      <p:pic>
        <p:nvPicPr>
          <p:cNvPr id="2530" name="Google Shape;2530;p102"/>
          <p:cNvPicPr preferRelativeResize="0"/>
          <p:nvPr/>
        </p:nvPicPr>
        <p:blipFill>
          <a:blip r:embed="rId5">
            <a:alphaModFix/>
          </a:blip>
          <a:stretch>
            <a:fillRect/>
          </a:stretch>
        </p:blipFill>
        <p:spPr>
          <a:xfrm>
            <a:off x="9902820" y="349509"/>
            <a:ext cx="2038500" cy="835688"/>
          </a:xfrm>
          <a:prstGeom prst="rect">
            <a:avLst/>
          </a:prstGeom>
          <a:noFill/>
          <a:ln>
            <a:noFill/>
          </a:ln>
        </p:spPr>
      </p:pic>
      <p:sp>
        <p:nvSpPr>
          <p:cNvPr id="2531" name="Google Shape;2531;p102"/>
          <p:cNvSpPr/>
          <p:nvPr/>
        </p:nvSpPr>
        <p:spPr>
          <a:xfrm>
            <a:off x="5541125" y="1642500"/>
            <a:ext cx="4400400" cy="1268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5" name="Shape 2535"/>
        <p:cNvGrpSpPr/>
        <p:nvPr/>
      </p:nvGrpSpPr>
      <p:grpSpPr>
        <a:xfrm>
          <a:off x="0" y="0"/>
          <a:ext cx="0" cy="0"/>
          <a:chOff x="0" y="0"/>
          <a:chExt cx="0" cy="0"/>
        </a:xfrm>
      </p:grpSpPr>
      <p:sp>
        <p:nvSpPr>
          <p:cNvPr id="2536" name="Google Shape;2536;p10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537" name="Google Shape;2537;p103"/>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Delivery and Testing Pipeline</a:t>
            </a:r>
            <a:endParaRPr sz="2700">
              <a:latin typeface="Red Hat Display Medium"/>
              <a:ea typeface="Red Hat Display Medium"/>
              <a:cs typeface="Red Hat Display Medium"/>
              <a:sym typeface="Red Hat Display Medium"/>
            </a:endParaRPr>
          </a:p>
        </p:txBody>
      </p:sp>
      <p:sp>
        <p:nvSpPr>
          <p:cNvPr id="2538" name="Google Shape;2538;p103"/>
          <p:cNvSpPr/>
          <p:nvPr/>
        </p:nvSpPr>
        <p:spPr>
          <a:xfrm>
            <a:off x="-152400" y="1320063"/>
            <a:ext cx="12649800" cy="47316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103"/>
          <p:cNvSpPr/>
          <p:nvPr/>
        </p:nvSpPr>
        <p:spPr>
          <a:xfrm>
            <a:off x="8152675" y="3616148"/>
            <a:ext cx="562800" cy="2976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0" name="Google Shape;2540;p103"/>
          <p:cNvPicPr preferRelativeResize="0"/>
          <p:nvPr/>
        </p:nvPicPr>
        <p:blipFill>
          <a:blip r:embed="rId3">
            <a:alphaModFix/>
          </a:blip>
          <a:stretch>
            <a:fillRect/>
          </a:stretch>
        </p:blipFill>
        <p:spPr>
          <a:xfrm>
            <a:off x="2005025" y="2769150"/>
            <a:ext cx="9319226" cy="3069675"/>
          </a:xfrm>
          <a:prstGeom prst="rect">
            <a:avLst/>
          </a:prstGeom>
          <a:solidFill>
            <a:srgbClr val="F7F7F7"/>
          </a:solidFill>
          <a:ln>
            <a:noFill/>
          </a:ln>
        </p:spPr>
      </p:pic>
      <p:sp>
        <p:nvSpPr>
          <p:cNvPr id="2541" name="Google Shape;2541;p103"/>
          <p:cNvSpPr txBox="1"/>
          <p:nvPr/>
        </p:nvSpPr>
        <p:spPr>
          <a:xfrm>
            <a:off x="5566418" y="4895850"/>
            <a:ext cx="183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Approval Action</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[Review]</a:t>
            </a:r>
            <a:endParaRPr b="1">
              <a:latin typeface="Red Hat Text"/>
              <a:ea typeface="Red Hat Text"/>
              <a:cs typeface="Red Hat Text"/>
              <a:sym typeface="Red Hat Text"/>
            </a:endParaRPr>
          </a:p>
        </p:txBody>
      </p:sp>
      <p:sp>
        <p:nvSpPr>
          <p:cNvPr id="2542" name="Google Shape;2542;p103"/>
          <p:cNvSpPr txBox="1"/>
          <p:nvPr/>
        </p:nvSpPr>
        <p:spPr>
          <a:xfrm>
            <a:off x="2676525" y="4895850"/>
            <a:ext cx="183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Delete Snapshots</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[Destroy]</a:t>
            </a:r>
            <a:endParaRPr b="1">
              <a:latin typeface="Red Hat Text"/>
              <a:ea typeface="Red Hat Text"/>
              <a:cs typeface="Red Hat Text"/>
              <a:sym typeface="Red Hat Text"/>
            </a:endParaRPr>
          </a:p>
        </p:txBody>
      </p:sp>
      <p:sp>
        <p:nvSpPr>
          <p:cNvPr id="2543" name="Google Shape;2543;p103"/>
          <p:cNvSpPr txBox="1"/>
          <p:nvPr/>
        </p:nvSpPr>
        <p:spPr>
          <a:xfrm>
            <a:off x="5775" y="4648200"/>
            <a:ext cx="21945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Alternately, we can have an Approval Action on deleting or reverting the snaphot</a:t>
            </a:r>
            <a:endParaRPr>
              <a:latin typeface="Red Hat Text"/>
              <a:ea typeface="Red Hat Text"/>
              <a:cs typeface="Red Hat Text"/>
              <a:sym typeface="Red Hat Text"/>
            </a:endParaRPr>
          </a:p>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2544" name="Google Shape;2544;p10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2545" name="Google Shape;2545;p103"/>
          <p:cNvPicPr preferRelativeResize="0"/>
          <p:nvPr/>
        </p:nvPicPr>
        <p:blipFill>
          <a:blip r:embed="rId4">
            <a:alphaModFix/>
          </a:blip>
          <a:stretch>
            <a:fillRect/>
          </a:stretch>
        </p:blipFill>
        <p:spPr>
          <a:xfrm>
            <a:off x="432675" y="1551650"/>
            <a:ext cx="11683123" cy="1407399"/>
          </a:xfrm>
          <a:prstGeom prst="rect">
            <a:avLst/>
          </a:prstGeom>
          <a:noFill/>
          <a:ln>
            <a:noFill/>
          </a:ln>
        </p:spPr>
      </p:pic>
      <p:pic>
        <p:nvPicPr>
          <p:cNvPr id="2546" name="Google Shape;2546;p103"/>
          <p:cNvPicPr preferRelativeResize="0"/>
          <p:nvPr/>
        </p:nvPicPr>
        <p:blipFill>
          <a:blip r:embed="rId5">
            <a:alphaModFix/>
          </a:blip>
          <a:stretch>
            <a:fillRect/>
          </a:stretch>
        </p:blipFill>
        <p:spPr>
          <a:xfrm>
            <a:off x="9902820" y="349509"/>
            <a:ext cx="2038500" cy="835688"/>
          </a:xfrm>
          <a:prstGeom prst="rect">
            <a:avLst/>
          </a:prstGeom>
          <a:noFill/>
          <a:ln>
            <a:noFill/>
          </a:ln>
        </p:spPr>
      </p:pic>
      <p:sp>
        <p:nvSpPr>
          <p:cNvPr id="2547" name="Google Shape;2547;p103"/>
          <p:cNvSpPr/>
          <p:nvPr/>
        </p:nvSpPr>
        <p:spPr>
          <a:xfrm>
            <a:off x="8982875" y="1642500"/>
            <a:ext cx="3168300" cy="1268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103"/>
          <p:cNvSpPr txBox="1"/>
          <p:nvPr/>
        </p:nvSpPr>
        <p:spPr>
          <a:xfrm>
            <a:off x="10443218" y="4514850"/>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Power Off for further analysis</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[Review]</a:t>
            </a:r>
            <a:endParaRPr b="1">
              <a:latin typeface="Red Hat Text"/>
              <a:ea typeface="Red Hat Text"/>
              <a:cs typeface="Red Hat Text"/>
              <a:sym typeface="Red Hat Text"/>
            </a:endParaRPr>
          </a:p>
        </p:txBody>
      </p:sp>
      <p:sp>
        <p:nvSpPr>
          <p:cNvPr id="2549" name="Google Shape;2549;p103"/>
          <p:cNvSpPr txBox="1"/>
          <p:nvPr/>
        </p:nvSpPr>
        <p:spPr>
          <a:xfrm>
            <a:off x="10443218" y="3676650"/>
            <a:ext cx="183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Cleanup</a:t>
            </a:r>
            <a:endParaRPr b="1">
              <a:latin typeface="Red Hat Text"/>
              <a:ea typeface="Red Hat Text"/>
              <a:cs typeface="Red Hat Text"/>
              <a:sym typeface="Red Hat Tex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3" name="Shape 2553"/>
        <p:cNvGrpSpPr/>
        <p:nvPr/>
      </p:nvGrpSpPr>
      <p:grpSpPr>
        <a:xfrm>
          <a:off x="0" y="0"/>
          <a:ext cx="0" cy="0"/>
          <a:chOff x="0" y="0"/>
          <a:chExt cx="0" cy="0"/>
        </a:xfrm>
      </p:grpSpPr>
      <p:sp>
        <p:nvSpPr>
          <p:cNvPr id="2554" name="Google Shape;2554;p10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555" name="Google Shape;2555;p104"/>
          <p:cNvSpPr/>
          <p:nvPr/>
        </p:nvSpPr>
        <p:spPr>
          <a:xfrm>
            <a:off x="-190450" y="1289425"/>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104"/>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800"/>
              <a:t>Automating SOE Delivery and Testing Pipeline Flow</a:t>
            </a:r>
            <a:endParaRPr sz="2800"/>
          </a:p>
          <a:p>
            <a:pPr indent="0" lvl="0" marL="0" rtl="0" algn="l">
              <a:spcBef>
                <a:spcPts val="0"/>
              </a:spcBef>
              <a:spcAft>
                <a:spcPts val="0"/>
              </a:spcAft>
              <a:buNone/>
            </a:pPr>
            <a:r>
              <a:rPr lang="en" sz="2800"/>
              <a:t> </a:t>
            </a:r>
            <a:endParaRPr sz="2800"/>
          </a:p>
        </p:txBody>
      </p:sp>
      <p:sp>
        <p:nvSpPr>
          <p:cNvPr id="2557" name="Google Shape;2557;p10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Red Hat Display SemiBold"/>
                <a:ea typeface="Red Hat Display SemiBold"/>
                <a:cs typeface="Red Hat Display SemiBold"/>
                <a:sym typeface="Red Hat Display SemiBold"/>
              </a:rPr>
              <a:t>Red Hat Infrastructure Standard Adoption Model</a:t>
            </a:r>
            <a:endParaRPr/>
          </a:p>
        </p:txBody>
      </p:sp>
      <p:pic>
        <p:nvPicPr>
          <p:cNvPr id="2558" name="Google Shape;2558;p104"/>
          <p:cNvPicPr preferRelativeResize="0"/>
          <p:nvPr/>
        </p:nvPicPr>
        <p:blipFill>
          <a:blip r:embed="rId3">
            <a:alphaModFix/>
          </a:blip>
          <a:stretch>
            <a:fillRect/>
          </a:stretch>
        </p:blipFill>
        <p:spPr>
          <a:xfrm>
            <a:off x="9850025" y="1593043"/>
            <a:ext cx="399057" cy="400200"/>
          </a:xfrm>
          <a:prstGeom prst="rect">
            <a:avLst/>
          </a:prstGeom>
          <a:noFill/>
          <a:ln>
            <a:noFill/>
          </a:ln>
        </p:spPr>
      </p:pic>
      <p:sp>
        <p:nvSpPr>
          <p:cNvPr id="2559" name="Google Shape;2559;p104"/>
          <p:cNvSpPr txBox="1"/>
          <p:nvPr/>
        </p:nvSpPr>
        <p:spPr>
          <a:xfrm>
            <a:off x="10282875" y="1589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pic>
        <p:nvPicPr>
          <p:cNvPr id="2560" name="Google Shape;2560;p104"/>
          <p:cNvPicPr preferRelativeResize="0"/>
          <p:nvPr/>
        </p:nvPicPr>
        <p:blipFill>
          <a:blip r:embed="rId4">
            <a:alphaModFix/>
          </a:blip>
          <a:stretch>
            <a:fillRect/>
          </a:stretch>
        </p:blipFill>
        <p:spPr>
          <a:xfrm>
            <a:off x="0" y="2708950"/>
            <a:ext cx="12429424" cy="1901825"/>
          </a:xfrm>
          <a:prstGeom prst="rect">
            <a:avLst/>
          </a:prstGeom>
          <a:solidFill>
            <a:srgbClr val="F7F7F7"/>
          </a:solidFill>
          <a:ln>
            <a:noFill/>
          </a:ln>
        </p:spPr>
      </p:pic>
      <p:sp>
        <p:nvSpPr>
          <p:cNvPr id="2561" name="Google Shape;2561;p104"/>
          <p:cNvSpPr txBox="1"/>
          <p:nvPr/>
        </p:nvSpPr>
        <p:spPr>
          <a:xfrm>
            <a:off x="2359125" y="4068900"/>
            <a:ext cx="23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Display"/>
                <a:ea typeface="Red Hat Display"/>
                <a:cs typeface="Red Hat Display"/>
                <a:sym typeface="Red Hat Display"/>
              </a:rPr>
              <a:t>QUALIFICATION</a:t>
            </a:r>
            <a:endParaRPr b="1">
              <a:latin typeface="Red Hat Display"/>
              <a:ea typeface="Red Hat Display"/>
              <a:cs typeface="Red Hat Display"/>
              <a:sym typeface="Red Hat Display"/>
            </a:endParaRPr>
          </a:p>
        </p:txBody>
      </p:sp>
      <p:pic>
        <p:nvPicPr>
          <p:cNvPr id="2562" name="Google Shape;2562;p104"/>
          <p:cNvPicPr preferRelativeResize="0"/>
          <p:nvPr/>
        </p:nvPicPr>
        <p:blipFill>
          <a:blip r:embed="rId3">
            <a:alphaModFix/>
          </a:blip>
          <a:stretch>
            <a:fillRect/>
          </a:stretch>
        </p:blipFill>
        <p:spPr>
          <a:xfrm>
            <a:off x="7294205" y="3148968"/>
            <a:ext cx="184746" cy="1852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6" name="Shape 2566"/>
        <p:cNvGrpSpPr/>
        <p:nvPr/>
      </p:nvGrpSpPr>
      <p:grpSpPr>
        <a:xfrm>
          <a:off x="0" y="0"/>
          <a:ext cx="0" cy="0"/>
          <a:chOff x="0" y="0"/>
          <a:chExt cx="0" cy="0"/>
        </a:xfrm>
      </p:grpSpPr>
      <p:sp>
        <p:nvSpPr>
          <p:cNvPr id="2567" name="Google Shape;2567;p105"/>
          <p:cNvSpPr txBox="1"/>
          <p:nvPr>
            <p:ph idx="12" type="sldNum"/>
          </p:nvPr>
        </p:nvSpPr>
        <p:spPr>
          <a:xfrm>
            <a:off x="81975" y="6169556"/>
            <a:ext cx="731700" cy="14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800"/>
              <a:t>‹#›</a:t>
            </a:fld>
            <a:endParaRPr sz="800"/>
          </a:p>
        </p:txBody>
      </p:sp>
      <p:sp>
        <p:nvSpPr>
          <p:cNvPr id="2568" name="Google Shape;2568;p105"/>
          <p:cNvSpPr txBox="1"/>
          <p:nvPr>
            <p:ph type="title"/>
          </p:nvPr>
        </p:nvSpPr>
        <p:spPr>
          <a:xfrm>
            <a:off x="1752600" y="930825"/>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Remember:</a:t>
            </a:r>
            <a:r>
              <a:rPr lang="en">
                <a:latin typeface="Red Hat Display Medium"/>
                <a:ea typeface="Red Hat Display Medium"/>
                <a:cs typeface="Red Hat Display Medium"/>
                <a:sym typeface="Red Hat Display Medium"/>
              </a:rPr>
              <a:t> Seeing it as a series of pipelines</a:t>
            </a:r>
            <a:endParaRPr>
              <a:latin typeface="Red Hat Display Medium"/>
              <a:ea typeface="Red Hat Display Medium"/>
              <a:cs typeface="Red Hat Display Medium"/>
              <a:sym typeface="Red Hat Display Medium"/>
            </a:endParaRPr>
          </a:p>
        </p:txBody>
      </p:sp>
      <p:grpSp>
        <p:nvGrpSpPr>
          <p:cNvPr id="2569" name="Google Shape;2569;p105"/>
          <p:cNvGrpSpPr/>
          <p:nvPr/>
        </p:nvGrpSpPr>
        <p:grpSpPr>
          <a:xfrm>
            <a:off x="466786" y="1604700"/>
            <a:ext cx="11650254" cy="4809000"/>
            <a:chOff x="466786" y="1604700"/>
            <a:chExt cx="11650254" cy="4809000"/>
          </a:xfrm>
        </p:grpSpPr>
        <p:grpSp>
          <p:nvGrpSpPr>
            <p:cNvPr id="2570" name="Google Shape;2570;p105"/>
            <p:cNvGrpSpPr/>
            <p:nvPr/>
          </p:nvGrpSpPr>
          <p:grpSpPr>
            <a:xfrm>
              <a:off x="466786" y="1604700"/>
              <a:ext cx="4608757" cy="2378480"/>
              <a:chOff x="1076400" y="1937729"/>
              <a:chExt cx="10160400" cy="4179371"/>
            </a:xfrm>
          </p:grpSpPr>
          <p:sp>
            <p:nvSpPr>
              <p:cNvPr id="2571" name="Google Shape;2571;p105"/>
              <p:cNvSpPr/>
              <p:nvPr/>
            </p:nvSpPr>
            <p:spPr>
              <a:xfrm>
                <a:off x="1076400" y="2561200"/>
                <a:ext cx="10160400" cy="35559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105"/>
              <p:cNvSpPr txBox="1"/>
              <p:nvPr/>
            </p:nvSpPr>
            <p:spPr>
              <a:xfrm>
                <a:off x="7597748" y="285570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2573" name="Google Shape;2573;p105"/>
              <p:cNvSpPr txBox="1"/>
              <p:nvPr/>
            </p:nvSpPr>
            <p:spPr>
              <a:xfrm>
                <a:off x="6334010" y="3951944"/>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2574" name="Google Shape;2574;p105"/>
              <p:cNvSpPr txBox="1"/>
              <p:nvPr/>
            </p:nvSpPr>
            <p:spPr>
              <a:xfrm>
                <a:off x="4746890" y="395195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2575" name="Google Shape;2575;p105"/>
              <p:cNvSpPr txBox="1"/>
              <p:nvPr/>
            </p:nvSpPr>
            <p:spPr>
              <a:xfrm>
                <a:off x="3645433" y="2855694"/>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2576" name="Google Shape;2576;p105"/>
              <p:cNvSpPr txBox="1"/>
              <p:nvPr/>
            </p:nvSpPr>
            <p:spPr>
              <a:xfrm>
                <a:off x="9717950" y="3951960"/>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2577" name="Google Shape;2577;p105"/>
              <p:cNvSpPr txBox="1"/>
              <p:nvPr/>
            </p:nvSpPr>
            <p:spPr>
              <a:xfrm>
                <a:off x="813083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2578" name="Google Shape;2578;p105"/>
              <p:cNvSpPr txBox="1"/>
              <p:nvPr/>
            </p:nvSpPr>
            <p:spPr>
              <a:xfrm>
                <a:off x="3374738" y="3951950"/>
                <a:ext cx="7935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Del</a:t>
                </a:r>
                <a:endParaRPr b="1" sz="800">
                  <a:latin typeface="Red Hat Display"/>
                  <a:ea typeface="Red Hat Display"/>
                  <a:cs typeface="Red Hat Display"/>
                  <a:sym typeface="Red Hat Display"/>
                </a:endParaRPr>
              </a:p>
            </p:txBody>
          </p:sp>
          <p:sp>
            <p:nvSpPr>
              <p:cNvPr id="2579" name="Google Shape;2579;p105"/>
              <p:cNvSpPr txBox="1"/>
              <p:nvPr/>
            </p:nvSpPr>
            <p:spPr>
              <a:xfrm>
                <a:off x="184895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Def</a:t>
                </a:r>
                <a:endParaRPr b="1" sz="800">
                  <a:latin typeface="Red Hat Display"/>
                  <a:ea typeface="Red Hat Display"/>
                  <a:cs typeface="Red Hat Display"/>
                  <a:sym typeface="Red Hat Display"/>
                </a:endParaRPr>
              </a:p>
            </p:txBody>
          </p:sp>
          <p:sp>
            <p:nvSpPr>
              <p:cNvPr id="2580" name="Google Shape;2580;p105"/>
              <p:cNvSpPr/>
              <p:nvPr/>
            </p:nvSpPr>
            <p:spPr>
              <a:xfrm rot="5400000">
                <a:off x="6949375" y="220250"/>
                <a:ext cx="253200" cy="7064400"/>
              </a:xfrm>
              <a:prstGeom prst="leftBrace">
                <a:avLst>
                  <a:gd fmla="val 50000" name="adj1"/>
                  <a:gd fmla="val 3625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81" name="Google Shape;2581;p105"/>
              <p:cNvCxnSpPr>
                <a:endCxn id="2575" idx="3"/>
              </p:cNvCxnSpPr>
              <p:nvPr/>
            </p:nvCxnSpPr>
            <p:spPr>
              <a:xfrm rot="10800000">
                <a:off x="4521733" y="3055794"/>
                <a:ext cx="3066600" cy="0"/>
              </a:xfrm>
              <a:prstGeom prst="straightConnector1">
                <a:avLst/>
              </a:prstGeom>
              <a:noFill/>
              <a:ln cap="flat" cmpd="sng" w="19050">
                <a:solidFill>
                  <a:schemeClr val="accent1"/>
                </a:solidFill>
                <a:prstDash val="solid"/>
                <a:round/>
                <a:headEnd len="med" w="med" type="none"/>
                <a:tailEnd len="med" w="med" type="triangle"/>
              </a:ln>
            </p:spPr>
          </p:cxnSp>
          <p:cxnSp>
            <p:nvCxnSpPr>
              <p:cNvPr id="2582" name="Google Shape;2582;p105"/>
              <p:cNvCxnSpPr>
                <a:stCxn id="2575" idx="1"/>
                <a:endCxn id="2579" idx="0"/>
              </p:cNvCxnSpPr>
              <p:nvPr/>
            </p:nvCxnSpPr>
            <p:spPr>
              <a:xfrm flipH="1">
                <a:off x="2287033" y="3055794"/>
                <a:ext cx="1358400" cy="896100"/>
              </a:xfrm>
              <a:prstGeom prst="curvedConnector2">
                <a:avLst/>
              </a:prstGeom>
              <a:noFill/>
              <a:ln cap="flat" cmpd="sng" w="19050">
                <a:solidFill>
                  <a:schemeClr val="accent1"/>
                </a:solidFill>
                <a:prstDash val="solid"/>
                <a:round/>
                <a:headEnd len="med" w="med" type="none"/>
                <a:tailEnd len="med" w="med" type="triangle"/>
              </a:ln>
            </p:spPr>
          </p:cxnSp>
          <p:cxnSp>
            <p:nvCxnSpPr>
              <p:cNvPr id="2583" name="Google Shape;2583;p105"/>
              <p:cNvCxnSpPr>
                <a:stCxn id="2579" idx="3"/>
                <a:endCxn id="2578" idx="1"/>
              </p:cNvCxnSpPr>
              <p:nvPr/>
            </p:nvCxnSpPr>
            <p:spPr>
              <a:xfrm>
                <a:off x="2725250" y="4152040"/>
                <a:ext cx="649500" cy="0"/>
              </a:xfrm>
              <a:prstGeom prst="straightConnector1">
                <a:avLst/>
              </a:prstGeom>
              <a:noFill/>
              <a:ln cap="flat" cmpd="sng" w="19050">
                <a:solidFill>
                  <a:schemeClr val="accent1"/>
                </a:solidFill>
                <a:prstDash val="solid"/>
                <a:round/>
                <a:headEnd len="med" w="med" type="none"/>
                <a:tailEnd len="med" w="med" type="triangle"/>
              </a:ln>
            </p:spPr>
          </p:cxnSp>
          <p:cxnSp>
            <p:nvCxnSpPr>
              <p:cNvPr id="2584" name="Google Shape;2584;p105"/>
              <p:cNvCxnSpPr>
                <a:stCxn id="2578" idx="3"/>
                <a:endCxn id="2574" idx="1"/>
              </p:cNvCxnSpPr>
              <p:nvPr/>
            </p:nvCxnSpPr>
            <p:spPr>
              <a:xfrm>
                <a:off x="4168238" y="4152050"/>
                <a:ext cx="578700" cy="0"/>
              </a:xfrm>
              <a:prstGeom prst="straightConnector1">
                <a:avLst/>
              </a:prstGeom>
              <a:noFill/>
              <a:ln cap="flat" cmpd="sng" w="19050">
                <a:solidFill>
                  <a:schemeClr val="accent1"/>
                </a:solidFill>
                <a:prstDash val="solid"/>
                <a:round/>
                <a:headEnd len="med" w="med" type="none"/>
                <a:tailEnd len="med" w="med" type="triangle"/>
              </a:ln>
            </p:spPr>
          </p:cxnSp>
          <p:cxnSp>
            <p:nvCxnSpPr>
              <p:cNvPr id="2585" name="Google Shape;2585;p105"/>
              <p:cNvCxnSpPr>
                <a:stCxn id="2574" idx="3"/>
                <a:endCxn id="2573" idx="1"/>
              </p:cNvCxnSpPr>
              <p:nvPr/>
            </p:nvCxnSpPr>
            <p:spPr>
              <a:xfrm>
                <a:off x="5623190" y="4152056"/>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2586" name="Google Shape;2586;p105"/>
              <p:cNvCxnSpPr>
                <a:stCxn id="2573" idx="3"/>
                <a:endCxn id="2577" idx="1"/>
              </p:cNvCxnSpPr>
              <p:nvPr/>
            </p:nvCxnSpPr>
            <p:spPr>
              <a:xfrm>
                <a:off x="7420010" y="4152044"/>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2587" name="Google Shape;2587;p105"/>
              <p:cNvCxnSpPr>
                <a:stCxn id="2577" idx="3"/>
                <a:endCxn id="2576" idx="1"/>
              </p:cNvCxnSpPr>
              <p:nvPr/>
            </p:nvCxnSpPr>
            <p:spPr>
              <a:xfrm>
                <a:off x="9007130" y="4152040"/>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2588" name="Google Shape;2588;p105"/>
              <p:cNvCxnSpPr>
                <a:stCxn id="2580" idx="1"/>
                <a:endCxn id="2572" idx="2"/>
              </p:cNvCxnSpPr>
              <p:nvPr/>
            </p:nvCxnSpPr>
            <p:spPr>
              <a:xfrm rot="10800000">
                <a:off x="8035877" y="3255950"/>
                <a:ext cx="11100" cy="369900"/>
              </a:xfrm>
              <a:prstGeom prst="straightConnector1">
                <a:avLst/>
              </a:prstGeom>
              <a:noFill/>
              <a:ln cap="flat" cmpd="sng" w="19050">
                <a:solidFill>
                  <a:schemeClr val="accent1"/>
                </a:solidFill>
                <a:prstDash val="solid"/>
                <a:round/>
                <a:headEnd len="med" w="med" type="none"/>
                <a:tailEnd len="med" w="med" type="triangle"/>
              </a:ln>
            </p:spPr>
          </p:cxnSp>
          <p:sp>
            <p:nvSpPr>
              <p:cNvPr id="2589" name="Google Shape;2589;p105"/>
              <p:cNvSpPr txBox="1"/>
              <p:nvPr/>
            </p:nvSpPr>
            <p:spPr>
              <a:xfrm>
                <a:off x="7097951" y="1937729"/>
                <a:ext cx="18759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2590" name="Google Shape;2590;p105"/>
              <p:cNvCxnSpPr>
                <a:stCxn id="2589" idx="2"/>
                <a:endCxn id="2572" idx="0"/>
              </p:cNvCxnSpPr>
              <p:nvPr/>
            </p:nvCxnSpPr>
            <p:spPr>
              <a:xfrm>
                <a:off x="8035901" y="2337929"/>
                <a:ext cx="0" cy="517800"/>
              </a:xfrm>
              <a:prstGeom prst="straightConnector1">
                <a:avLst/>
              </a:prstGeom>
              <a:noFill/>
              <a:ln cap="flat" cmpd="sng" w="19050">
                <a:solidFill>
                  <a:schemeClr val="accent1"/>
                </a:solidFill>
                <a:prstDash val="solid"/>
                <a:round/>
                <a:headEnd len="med" w="med" type="none"/>
                <a:tailEnd len="med" w="med" type="triangle"/>
              </a:ln>
            </p:spPr>
          </p:cxnSp>
          <p:sp>
            <p:nvSpPr>
              <p:cNvPr id="2591" name="Google Shape;2591;p105"/>
              <p:cNvSpPr/>
              <p:nvPr/>
            </p:nvSpPr>
            <p:spPr>
              <a:xfrm>
                <a:off x="1504950" y="4829175"/>
                <a:ext cx="1550124" cy="1091448"/>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2592" name="Google Shape;2592;p105"/>
              <p:cNvCxnSpPr>
                <a:stCxn id="2591" idx="3"/>
              </p:cNvCxnSpPr>
              <p:nvPr/>
            </p:nvCxnSpPr>
            <p:spPr>
              <a:xfrm>
                <a:off x="3055074" y="5374899"/>
                <a:ext cx="507600" cy="10200"/>
              </a:xfrm>
              <a:prstGeom prst="straightConnector1">
                <a:avLst/>
              </a:prstGeom>
              <a:noFill/>
              <a:ln cap="flat" cmpd="sng" w="19050">
                <a:solidFill>
                  <a:schemeClr val="accent1"/>
                </a:solidFill>
                <a:prstDash val="solid"/>
                <a:round/>
                <a:headEnd len="med" w="med" type="none"/>
                <a:tailEnd len="med" w="med" type="triangle"/>
              </a:ln>
            </p:spPr>
          </p:cxnSp>
          <p:sp>
            <p:nvSpPr>
              <p:cNvPr id="2593" name="Google Shape;2593;p105"/>
              <p:cNvSpPr txBox="1"/>
              <p:nvPr/>
            </p:nvSpPr>
            <p:spPr>
              <a:xfrm>
                <a:off x="8159475" y="442505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2594" name="Google Shape;2594;p105"/>
              <p:cNvCxnSpPr>
                <a:stCxn id="2573" idx="3"/>
                <a:endCxn id="2593" idx="1"/>
              </p:cNvCxnSpPr>
              <p:nvPr/>
            </p:nvCxnSpPr>
            <p:spPr>
              <a:xfrm>
                <a:off x="7420010" y="4152044"/>
                <a:ext cx="739500" cy="473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2595" name="Google Shape;2595;p105"/>
              <p:cNvCxnSpPr>
                <a:stCxn id="2593" idx="3"/>
                <a:endCxn id="2596" idx="1"/>
              </p:cNvCxnSpPr>
              <p:nvPr/>
            </p:nvCxnSpPr>
            <p:spPr>
              <a:xfrm>
                <a:off x="9035775" y="4625150"/>
                <a:ext cx="682200" cy="9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2596" name="Google Shape;2596;p105"/>
              <p:cNvSpPr txBox="1"/>
              <p:nvPr/>
            </p:nvSpPr>
            <p:spPr>
              <a:xfrm>
                <a:off x="9717950" y="4425050"/>
                <a:ext cx="981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grpSp>
        <p:sp>
          <p:nvSpPr>
            <p:cNvPr id="2597" name="Google Shape;2597;p105"/>
            <p:cNvSpPr/>
            <p:nvPr/>
          </p:nvSpPr>
          <p:spPr>
            <a:xfrm>
              <a:off x="4756199" y="4093125"/>
              <a:ext cx="3595800" cy="20238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105"/>
            <p:cNvSpPr txBox="1"/>
            <p:nvPr/>
          </p:nvSpPr>
          <p:spPr>
            <a:xfrm>
              <a:off x="6701470" y="4260721"/>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2599" name="Google Shape;2599;p105"/>
            <p:cNvSpPr txBox="1"/>
            <p:nvPr/>
          </p:nvSpPr>
          <p:spPr>
            <a:xfrm>
              <a:off x="6128238" y="4884590"/>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2600" name="Google Shape;2600;p105"/>
            <p:cNvSpPr txBox="1"/>
            <p:nvPr/>
          </p:nvSpPr>
          <p:spPr>
            <a:xfrm>
              <a:off x="5179721" y="488459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2601" name="Google Shape;2601;p105"/>
            <p:cNvSpPr txBox="1"/>
            <p:nvPr/>
          </p:nvSpPr>
          <p:spPr>
            <a:xfrm>
              <a:off x="5823100" y="426071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2602" name="Google Shape;2602;p105"/>
            <p:cNvSpPr txBox="1"/>
            <p:nvPr/>
          </p:nvSpPr>
          <p:spPr>
            <a:xfrm>
              <a:off x="7663193" y="4884599"/>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2603" name="Google Shape;2603;p105"/>
            <p:cNvSpPr txBox="1"/>
            <p:nvPr/>
          </p:nvSpPr>
          <p:spPr>
            <a:xfrm>
              <a:off x="6943276" y="488458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2604" name="Google Shape;2604;p105"/>
            <p:cNvSpPr/>
            <p:nvPr/>
          </p:nvSpPr>
          <p:spPr>
            <a:xfrm rot="5400000">
              <a:off x="7034550" y="3743650"/>
              <a:ext cx="144000" cy="2054700"/>
            </a:xfrm>
            <a:prstGeom prst="leftBrace">
              <a:avLst>
                <a:gd fmla="val 50000" name="adj1"/>
                <a:gd fmla="val 59984"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5" name="Google Shape;2605;p105"/>
            <p:cNvCxnSpPr>
              <a:stCxn id="2598" idx="1"/>
              <a:endCxn id="2601" idx="3"/>
            </p:cNvCxnSpPr>
            <p:nvPr/>
          </p:nvCxnSpPr>
          <p:spPr>
            <a:xfrm rot="10800000">
              <a:off x="6220570" y="4374571"/>
              <a:ext cx="480900" cy="0"/>
            </a:xfrm>
            <a:prstGeom prst="straightConnector1">
              <a:avLst/>
            </a:prstGeom>
            <a:noFill/>
            <a:ln cap="flat" cmpd="sng" w="19050">
              <a:solidFill>
                <a:schemeClr val="accent1"/>
              </a:solidFill>
              <a:prstDash val="solid"/>
              <a:round/>
              <a:headEnd len="med" w="med" type="none"/>
              <a:tailEnd len="med" w="med" type="triangle"/>
            </a:ln>
          </p:spPr>
        </p:cxnSp>
        <p:cxnSp>
          <p:nvCxnSpPr>
            <p:cNvPr id="2606" name="Google Shape;2606;p105"/>
            <p:cNvCxnSpPr>
              <a:stCxn id="2601" idx="1"/>
              <a:endCxn id="2600" idx="0"/>
            </p:cNvCxnSpPr>
            <p:nvPr/>
          </p:nvCxnSpPr>
          <p:spPr>
            <a:xfrm flipH="1">
              <a:off x="5378500" y="4374564"/>
              <a:ext cx="444600" cy="510000"/>
            </a:xfrm>
            <a:prstGeom prst="curvedConnector2">
              <a:avLst/>
            </a:prstGeom>
            <a:noFill/>
            <a:ln cap="flat" cmpd="sng" w="19050">
              <a:solidFill>
                <a:schemeClr val="accent1"/>
              </a:solidFill>
              <a:prstDash val="solid"/>
              <a:round/>
              <a:headEnd len="med" w="med" type="none"/>
              <a:tailEnd len="med" w="med" type="triangle"/>
            </a:ln>
          </p:spPr>
        </p:cxnSp>
        <p:cxnSp>
          <p:nvCxnSpPr>
            <p:cNvPr id="2607" name="Google Shape;2607;p105"/>
            <p:cNvCxnSpPr>
              <a:stCxn id="2600" idx="3"/>
              <a:endCxn id="2599" idx="1"/>
            </p:cNvCxnSpPr>
            <p:nvPr/>
          </p:nvCxnSpPr>
          <p:spPr>
            <a:xfrm>
              <a:off x="5577221" y="4998447"/>
              <a:ext cx="551100" cy="0"/>
            </a:xfrm>
            <a:prstGeom prst="straightConnector1">
              <a:avLst/>
            </a:prstGeom>
            <a:noFill/>
            <a:ln cap="flat" cmpd="sng" w="19050">
              <a:solidFill>
                <a:schemeClr val="accent1"/>
              </a:solidFill>
              <a:prstDash val="solid"/>
              <a:round/>
              <a:headEnd len="med" w="med" type="none"/>
              <a:tailEnd len="med" w="med" type="triangle"/>
            </a:ln>
          </p:spPr>
        </p:cxnSp>
        <p:cxnSp>
          <p:nvCxnSpPr>
            <p:cNvPr id="2608" name="Google Shape;2608;p105"/>
            <p:cNvCxnSpPr>
              <a:stCxn id="2599" idx="3"/>
              <a:endCxn id="2603" idx="1"/>
            </p:cNvCxnSpPr>
            <p:nvPr/>
          </p:nvCxnSpPr>
          <p:spPr>
            <a:xfrm>
              <a:off x="6620838" y="4998440"/>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2609" name="Google Shape;2609;p105"/>
            <p:cNvCxnSpPr>
              <a:stCxn id="2603" idx="3"/>
              <a:endCxn id="2602" idx="1"/>
            </p:cNvCxnSpPr>
            <p:nvPr/>
          </p:nvCxnSpPr>
          <p:spPr>
            <a:xfrm>
              <a:off x="7340776" y="4998437"/>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2610" name="Google Shape;2610;p105"/>
            <p:cNvCxnSpPr>
              <a:stCxn id="2604" idx="1"/>
              <a:endCxn id="2598" idx="2"/>
            </p:cNvCxnSpPr>
            <p:nvPr/>
          </p:nvCxnSpPr>
          <p:spPr>
            <a:xfrm rot="10800000">
              <a:off x="6900209" y="4488400"/>
              <a:ext cx="1200" cy="210600"/>
            </a:xfrm>
            <a:prstGeom prst="straightConnector1">
              <a:avLst/>
            </a:prstGeom>
            <a:noFill/>
            <a:ln cap="flat" cmpd="sng" w="19050">
              <a:solidFill>
                <a:schemeClr val="accent1"/>
              </a:solidFill>
              <a:prstDash val="solid"/>
              <a:round/>
              <a:headEnd len="med" w="med" type="none"/>
              <a:tailEnd len="med" w="med" type="triangle"/>
            </a:ln>
          </p:spPr>
        </p:cxnSp>
        <p:sp>
          <p:nvSpPr>
            <p:cNvPr id="2611" name="Google Shape;2611;p105"/>
            <p:cNvSpPr txBox="1"/>
            <p:nvPr/>
          </p:nvSpPr>
          <p:spPr>
            <a:xfrm>
              <a:off x="6413011" y="3698475"/>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2612" name="Google Shape;2612;p105"/>
            <p:cNvCxnSpPr>
              <a:stCxn id="2611" idx="2"/>
              <a:endCxn id="2598" idx="0"/>
            </p:cNvCxnSpPr>
            <p:nvPr/>
          </p:nvCxnSpPr>
          <p:spPr>
            <a:xfrm>
              <a:off x="6900211" y="3926175"/>
              <a:ext cx="0" cy="334500"/>
            </a:xfrm>
            <a:prstGeom prst="straightConnector1">
              <a:avLst/>
            </a:prstGeom>
            <a:noFill/>
            <a:ln cap="flat" cmpd="sng" w="19050">
              <a:solidFill>
                <a:schemeClr val="accent1"/>
              </a:solidFill>
              <a:prstDash val="solid"/>
              <a:round/>
              <a:headEnd len="med" w="med" type="none"/>
              <a:tailEnd len="med" w="med" type="triangle"/>
            </a:ln>
          </p:spPr>
        </p:cxnSp>
        <p:sp>
          <p:nvSpPr>
            <p:cNvPr id="2613" name="Google Shape;2613;p105"/>
            <p:cNvSpPr/>
            <p:nvPr/>
          </p:nvSpPr>
          <p:spPr>
            <a:xfrm>
              <a:off x="5080777" y="5307622"/>
              <a:ext cx="703134" cy="621162"/>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2614" name="Google Shape;2614;p105"/>
            <p:cNvCxnSpPr/>
            <p:nvPr/>
          </p:nvCxnSpPr>
          <p:spPr>
            <a:xfrm>
              <a:off x="5783913" y="5618193"/>
              <a:ext cx="230100" cy="5700"/>
            </a:xfrm>
            <a:prstGeom prst="straightConnector1">
              <a:avLst/>
            </a:prstGeom>
            <a:noFill/>
            <a:ln cap="flat" cmpd="sng" w="19050">
              <a:solidFill>
                <a:schemeClr val="accent1"/>
              </a:solidFill>
              <a:prstDash val="solid"/>
              <a:round/>
              <a:headEnd len="med" w="med" type="none"/>
              <a:tailEnd len="med" w="med" type="triangle"/>
            </a:ln>
          </p:spPr>
        </p:cxnSp>
        <p:sp>
          <p:nvSpPr>
            <p:cNvPr id="2615" name="Google Shape;2615;p105"/>
            <p:cNvSpPr txBox="1"/>
            <p:nvPr/>
          </p:nvSpPr>
          <p:spPr>
            <a:xfrm>
              <a:off x="6956269" y="515383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2616" name="Google Shape;2616;p105"/>
            <p:cNvCxnSpPr>
              <a:stCxn id="2599" idx="3"/>
              <a:endCxn id="2615" idx="1"/>
            </p:cNvCxnSpPr>
            <p:nvPr/>
          </p:nvCxnSpPr>
          <p:spPr>
            <a:xfrm>
              <a:off x="6620838" y="4998440"/>
              <a:ext cx="335400" cy="269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2617" name="Google Shape;2617;p105"/>
            <p:cNvCxnSpPr>
              <a:stCxn id="2615" idx="3"/>
              <a:endCxn id="2618" idx="1"/>
            </p:cNvCxnSpPr>
            <p:nvPr/>
          </p:nvCxnSpPr>
          <p:spPr>
            <a:xfrm>
              <a:off x="7353769" y="5267684"/>
              <a:ext cx="309300" cy="6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2618" name="Google Shape;2618;p105"/>
            <p:cNvSpPr txBox="1"/>
            <p:nvPr/>
          </p:nvSpPr>
          <p:spPr>
            <a:xfrm>
              <a:off x="7663193" y="5153834"/>
              <a:ext cx="4452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cxnSp>
          <p:nvCxnSpPr>
            <p:cNvPr id="2619" name="Google Shape;2619;p105"/>
            <p:cNvCxnSpPr>
              <a:stCxn id="2571" idx="3"/>
              <a:endCxn id="2611" idx="0"/>
            </p:cNvCxnSpPr>
            <p:nvPr/>
          </p:nvCxnSpPr>
          <p:spPr>
            <a:xfrm>
              <a:off x="5075544" y="2971349"/>
              <a:ext cx="1824600" cy="727200"/>
            </a:xfrm>
            <a:prstGeom prst="curvedConnector2">
              <a:avLst/>
            </a:prstGeom>
            <a:noFill/>
            <a:ln cap="flat" cmpd="sng" w="28575">
              <a:solidFill>
                <a:schemeClr val="accent1"/>
              </a:solidFill>
              <a:prstDash val="solid"/>
              <a:round/>
              <a:headEnd len="med" w="med" type="none"/>
              <a:tailEnd len="med" w="med" type="triangle"/>
            </a:ln>
          </p:spPr>
        </p:cxnSp>
        <p:cxnSp>
          <p:nvCxnSpPr>
            <p:cNvPr id="2620" name="Google Shape;2620;p105"/>
            <p:cNvCxnSpPr>
              <a:stCxn id="2597" idx="3"/>
              <a:endCxn id="2621" idx="0"/>
            </p:cNvCxnSpPr>
            <p:nvPr/>
          </p:nvCxnSpPr>
          <p:spPr>
            <a:xfrm>
              <a:off x="8351999" y="5105025"/>
              <a:ext cx="1990800" cy="905400"/>
            </a:xfrm>
            <a:prstGeom prst="curvedConnector2">
              <a:avLst/>
            </a:prstGeom>
            <a:noFill/>
            <a:ln cap="flat" cmpd="sng" w="28575">
              <a:solidFill>
                <a:schemeClr val="accent1"/>
              </a:solidFill>
              <a:prstDash val="solid"/>
              <a:round/>
              <a:headEnd len="med" w="med" type="none"/>
              <a:tailEnd len="med" w="med" type="triangle"/>
            </a:ln>
          </p:spPr>
        </p:cxnSp>
        <p:sp>
          <p:nvSpPr>
            <p:cNvPr id="2621" name="Google Shape;2621;p105"/>
            <p:cNvSpPr txBox="1"/>
            <p:nvPr/>
          </p:nvSpPr>
          <p:spPr>
            <a:xfrm>
              <a:off x="9855648" y="6010500"/>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2622" name="Google Shape;2622;p105"/>
            <p:cNvCxnSpPr>
              <a:stCxn id="2621" idx="2"/>
              <a:endCxn id="2623" idx="0"/>
            </p:cNvCxnSpPr>
            <p:nvPr/>
          </p:nvCxnSpPr>
          <p:spPr>
            <a:xfrm>
              <a:off x="10342848" y="6238200"/>
              <a:ext cx="0" cy="175500"/>
            </a:xfrm>
            <a:prstGeom prst="straightConnector1">
              <a:avLst/>
            </a:prstGeom>
            <a:noFill/>
            <a:ln cap="flat" cmpd="sng" w="19050">
              <a:solidFill>
                <a:schemeClr val="accent1"/>
              </a:solidFill>
              <a:prstDash val="solid"/>
              <a:round/>
              <a:headEnd len="med" w="med" type="none"/>
              <a:tailEnd len="med" w="med" type="triangle"/>
            </a:ln>
          </p:spPr>
        </p:cxnSp>
        <p:sp>
          <p:nvSpPr>
            <p:cNvPr id="2624" name="Google Shape;2624;p105"/>
            <p:cNvSpPr txBox="1"/>
            <p:nvPr/>
          </p:nvSpPr>
          <p:spPr>
            <a:xfrm>
              <a:off x="5096550" y="19568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Development</a:t>
              </a:r>
              <a:endParaRPr>
                <a:latin typeface="Red Hat Display"/>
                <a:ea typeface="Red Hat Display"/>
                <a:cs typeface="Red Hat Display"/>
                <a:sym typeface="Red Hat Display"/>
              </a:endParaRPr>
            </a:p>
          </p:txBody>
        </p:sp>
        <p:sp>
          <p:nvSpPr>
            <p:cNvPr id="2625" name="Google Shape;2625;p105"/>
            <p:cNvSpPr txBox="1"/>
            <p:nvPr/>
          </p:nvSpPr>
          <p:spPr>
            <a:xfrm>
              <a:off x="8353240" y="4090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Qualification</a:t>
              </a:r>
              <a:endParaRPr>
                <a:latin typeface="Red Hat Display"/>
                <a:ea typeface="Red Hat Display"/>
                <a:cs typeface="Red Hat Display"/>
                <a:sym typeface="Red Hat Display"/>
              </a:endParaRPr>
            </a:p>
          </p:txBody>
        </p:sp>
        <p:sp>
          <p:nvSpPr>
            <p:cNvPr id="2626" name="Google Shape;2626;p105"/>
            <p:cNvSpPr txBox="1"/>
            <p:nvPr/>
          </p:nvSpPr>
          <p:spPr>
            <a:xfrm>
              <a:off x="10334440" y="5233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next…</a:t>
              </a:r>
              <a:endParaRPr>
                <a:latin typeface="Red Hat Display"/>
                <a:ea typeface="Red Hat Display"/>
                <a:cs typeface="Red Hat Display"/>
                <a:sym typeface="Red Hat Display"/>
              </a:endParaRPr>
            </a:p>
          </p:txBody>
        </p:sp>
        <p:pic>
          <p:nvPicPr>
            <p:cNvPr id="2627" name="Google Shape;2627;p105"/>
            <p:cNvPicPr preferRelativeResize="0"/>
            <p:nvPr/>
          </p:nvPicPr>
          <p:blipFill>
            <a:blip r:embed="rId3">
              <a:alphaModFix/>
            </a:blip>
            <a:stretch>
              <a:fillRect/>
            </a:stretch>
          </p:blipFill>
          <p:spPr>
            <a:xfrm>
              <a:off x="6192425" y="2736043"/>
              <a:ext cx="399057" cy="400200"/>
            </a:xfrm>
            <a:prstGeom prst="rect">
              <a:avLst/>
            </a:prstGeom>
            <a:noFill/>
            <a:ln>
              <a:noFill/>
            </a:ln>
          </p:spPr>
        </p:pic>
        <p:pic>
          <p:nvPicPr>
            <p:cNvPr id="2628" name="Google Shape;2628;p105"/>
            <p:cNvPicPr preferRelativeResize="0"/>
            <p:nvPr/>
          </p:nvPicPr>
          <p:blipFill>
            <a:blip r:embed="rId3">
              <a:alphaModFix/>
            </a:blip>
            <a:stretch>
              <a:fillRect/>
            </a:stretch>
          </p:blipFill>
          <p:spPr>
            <a:xfrm>
              <a:off x="9392825" y="4869643"/>
              <a:ext cx="399057" cy="400200"/>
            </a:xfrm>
            <a:prstGeom prst="rect">
              <a:avLst/>
            </a:prstGeom>
            <a:noFill/>
            <a:ln>
              <a:noFill/>
            </a:ln>
          </p:spPr>
        </p:pic>
        <p:cxnSp>
          <p:nvCxnSpPr>
            <p:cNvPr id="2629" name="Google Shape;2629;p105"/>
            <p:cNvCxnSpPr>
              <a:stCxn id="2597" idx="1"/>
              <a:endCxn id="2571" idx="2"/>
            </p:cNvCxnSpPr>
            <p:nvPr/>
          </p:nvCxnSpPr>
          <p:spPr>
            <a:xfrm rot="10800000">
              <a:off x="2771099" y="3983325"/>
              <a:ext cx="1985100" cy="1121700"/>
            </a:xfrm>
            <a:prstGeom prst="curvedConnector2">
              <a:avLst/>
            </a:prstGeom>
            <a:noFill/>
            <a:ln cap="flat" cmpd="sng" w="28575">
              <a:solidFill>
                <a:schemeClr val="accent1"/>
              </a:solidFill>
              <a:prstDash val="solid"/>
              <a:round/>
              <a:headEnd len="med" w="med" type="none"/>
              <a:tailEnd len="med" w="med" type="triangle"/>
            </a:ln>
          </p:spPr>
        </p:cxnSp>
        <p:sp>
          <p:nvSpPr>
            <p:cNvPr id="2630" name="Google Shape;2630;p105"/>
            <p:cNvSpPr txBox="1"/>
            <p:nvPr/>
          </p:nvSpPr>
          <p:spPr>
            <a:xfrm>
              <a:off x="2034402" y="4415750"/>
              <a:ext cx="138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Feedback</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Test Results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Error Reports</a:t>
              </a:r>
              <a:endParaRPr>
                <a:latin typeface="Red Hat Display"/>
                <a:ea typeface="Red Hat Display"/>
                <a:cs typeface="Red Hat Display"/>
                <a:sym typeface="Red Hat Display"/>
              </a:endParaRPr>
            </a:p>
          </p:txBody>
        </p:sp>
        <p:sp>
          <p:nvSpPr>
            <p:cNvPr id="2631" name="Google Shape;2631;p105"/>
            <p:cNvSpPr txBox="1"/>
            <p:nvPr/>
          </p:nvSpPr>
          <p:spPr>
            <a:xfrm>
              <a:off x="6625275" y="2732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grpSp>
      <p:sp>
        <p:nvSpPr>
          <p:cNvPr id="2632" name="Google Shape;2632;p105"/>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6" name="Shape 2636"/>
        <p:cNvGrpSpPr/>
        <p:nvPr/>
      </p:nvGrpSpPr>
      <p:grpSpPr>
        <a:xfrm>
          <a:off x="0" y="0"/>
          <a:ext cx="0" cy="0"/>
          <a:chOff x="0" y="0"/>
          <a:chExt cx="0" cy="0"/>
        </a:xfrm>
      </p:grpSpPr>
      <p:sp>
        <p:nvSpPr>
          <p:cNvPr id="2637" name="Google Shape;2637;p10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638" name="Google Shape;2638;p106"/>
          <p:cNvSpPr/>
          <p:nvPr/>
        </p:nvSpPr>
        <p:spPr>
          <a:xfrm>
            <a:off x="-190450" y="1289425"/>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06"/>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800"/>
              <a:t>Automating SOE Delivery and Testing Pipeline Flow</a:t>
            </a:r>
            <a:endParaRPr sz="2800"/>
          </a:p>
          <a:p>
            <a:pPr indent="0" lvl="0" marL="0" rtl="0" algn="l">
              <a:spcBef>
                <a:spcPts val="0"/>
              </a:spcBef>
              <a:spcAft>
                <a:spcPts val="0"/>
              </a:spcAft>
              <a:buNone/>
            </a:pPr>
            <a:r>
              <a:rPr lang="en" sz="2800"/>
              <a:t> </a:t>
            </a:r>
            <a:endParaRPr sz="2800"/>
          </a:p>
        </p:txBody>
      </p:sp>
      <p:sp>
        <p:nvSpPr>
          <p:cNvPr id="2640" name="Google Shape;2640;p10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Red Hat Display SemiBold"/>
                <a:ea typeface="Red Hat Display SemiBold"/>
                <a:cs typeface="Red Hat Display SemiBold"/>
                <a:sym typeface="Red Hat Display SemiBold"/>
              </a:rPr>
              <a:t>Red Hat Infrastructure Standard Adoption Model</a:t>
            </a:r>
            <a:endParaRPr/>
          </a:p>
        </p:txBody>
      </p:sp>
      <p:pic>
        <p:nvPicPr>
          <p:cNvPr id="2641" name="Google Shape;2641;p106"/>
          <p:cNvPicPr preferRelativeResize="0"/>
          <p:nvPr/>
        </p:nvPicPr>
        <p:blipFill>
          <a:blip r:embed="rId3">
            <a:alphaModFix/>
          </a:blip>
          <a:stretch>
            <a:fillRect/>
          </a:stretch>
        </p:blipFill>
        <p:spPr>
          <a:xfrm>
            <a:off x="81978" y="1742975"/>
            <a:ext cx="9576796" cy="1153662"/>
          </a:xfrm>
          <a:prstGeom prst="rect">
            <a:avLst/>
          </a:prstGeom>
          <a:noFill/>
          <a:ln>
            <a:noFill/>
          </a:ln>
        </p:spPr>
      </p:pic>
      <p:sp>
        <p:nvSpPr>
          <p:cNvPr id="2642" name="Google Shape;2642;p106"/>
          <p:cNvSpPr txBox="1"/>
          <p:nvPr/>
        </p:nvSpPr>
        <p:spPr>
          <a:xfrm>
            <a:off x="766825" y="2627250"/>
            <a:ext cx="23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Display"/>
                <a:ea typeface="Red Hat Display"/>
                <a:cs typeface="Red Hat Display"/>
                <a:sym typeface="Red Hat Display"/>
              </a:rPr>
              <a:t>DEVELOPMENT</a:t>
            </a:r>
            <a:endParaRPr b="1">
              <a:latin typeface="Red Hat Display"/>
              <a:ea typeface="Red Hat Display"/>
              <a:cs typeface="Red Hat Display"/>
              <a:sym typeface="Red Hat Display"/>
            </a:endParaRPr>
          </a:p>
        </p:txBody>
      </p:sp>
      <p:pic>
        <p:nvPicPr>
          <p:cNvPr id="2643" name="Google Shape;2643;p106"/>
          <p:cNvPicPr preferRelativeResize="0"/>
          <p:nvPr/>
        </p:nvPicPr>
        <p:blipFill rotWithShape="1">
          <a:blip r:embed="rId4">
            <a:alphaModFix/>
          </a:blip>
          <a:srcRect b="41177" l="0" r="89067" t="41409"/>
          <a:stretch/>
        </p:blipFill>
        <p:spPr>
          <a:xfrm>
            <a:off x="7960900" y="5652400"/>
            <a:ext cx="1000701" cy="306350"/>
          </a:xfrm>
          <a:prstGeom prst="rect">
            <a:avLst/>
          </a:prstGeom>
          <a:noFill/>
          <a:ln>
            <a:noFill/>
          </a:ln>
        </p:spPr>
      </p:pic>
      <p:sp>
        <p:nvSpPr>
          <p:cNvPr id="2644" name="Google Shape;2644;p106"/>
          <p:cNvSpPr txBox="1"/>
          <p:nvPr/>
        </p:nvSpPr>
        <p:spPr>
          <a:xfrm>
            <a:off x="9339650" y="5592900"/>
            <a:ext cx="23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Display"/>
                <a:ea typeface="Red Hat Display"/>
                <a:cs typeface="Red Hat Display"/>
                <a:sym typeface="Red Hat Display"/>
              </a:rPr>
              <a:t>NEXT</a:t>
            </a:r>
            <a:endParaRPr b="1">
              <a:latin typeface="Red Hat Display"/>
              <a:ea typeface="Red Hat Display"/>
              <a:cs typeface="Red Hat Display"/>
              <a:sym typeface="Red Hat Display"/>
            </a:endParaRPr>
          </a:p>
        </p:txBody>
      </p:sp>
      <p:pic>
        <p:nvPicPr>
          <p:cNvPr id="2645" name="Google Shape;2645;p106"/>
          <p:cNvPicPr preferRelativeResize="0"/>
          <p:nvPr/>
        </p:nvPicPr>
        <p:blipFill>
          <a:blip r:embed="rId5">
            <a:alphaModFix/>
          </a:blip>
          <a:stretch>
            <a:fillRect/>
          </a:stretch>
        </p:blipFill>
        <p:spPr>
          <a:xfrm>
            <a:off x="9850025" y="1593043"/>
            <a:ext cx="399057" cy="400200"/>
          </a:xfrm>
          <a:prstGeom prst="rect">
            <a:avLst/>
          </a:prstGeom>
          <a:noFill/>
          <a:ln>
            <a:noFill/>
          </a:ln>
        </p:spPr>
      </p:pic>
      <p:sp>
        <p:nvSpPr>
          <p:cNvPr id="2646" name="Google Shape;2646;p106"/>
          <p:cNvSpPr txBox="1"/>
          <p:nvPr/>
        </p:nvSpPr>
        <p:spPr>
          <a:xfrm>
            <a:off x="10282875" y="1589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pic>
        <p:nvPicPr>
          <p:cNvPr id="2647" name="Google Shape;2647;p106"/>
          <p:cNvPicPr preferRelativeResize="0"/>
          <p:nvPr/>
        </p:nvPicPr>
        <p:blipFill>
          <a:blip r:embed="rId5">
            <a:alphaModFix/>
          </a:blip>
          <a:stretch>
            <a:fillRect/>
          </a:stretch>
        </p:blipFill>
        <p:spPr>
          <a:xfrm>
            <a:off x="6482041" y="1894036"/>
            <a:ext cx="184746" cy="185275"/>
          </a:xfrm>
          <a:prstGeom prst="rect">
            <a:avLst/>
          </a:prstGeom>
          <a:noFill/>
          <a:ln>
            <a:noFill/>
          </a:ln>
        </p:spPr>
      </p:pic>
      <p:pic>
        <p:nvPicPr>
          <p:cNvPr id="2648" name="Google Shape;2648;p106"/>
          <p:cNvPicPr preferRelativeResize="0"/>
          <p:nvPr/>
        </p:nvPicPr>
        <p:blipFill>
          <a:blip r:embed="rId5">
            <a:alphaModFix/>
          </a:blip>
          <a:stretch>
            <a:fillRect/>
          </a:stretch>
        </p:blipFill>
        <p:spPr>
          <a:xfrm>
            <a:off x="1963626" y="1899745"/>
            <a:ext cx="184746" cy="185275"/>
          </a:xfrm>
          <a:prstGeom prst="rect">
            <a:avLst/>
          </a:prstGeom>
          <a:noFill/>
          <a:ln>
            <a:noFill/>
          </a:ln>
        </p:spPr>
      </p:pic>
      <p:sp>
        <p:nvSpPr>
          <p:cNvPr id="2649" name="Google Shape;2649;p106"/>
          <p:cNvSpPr txBox="1"/>
          <p:nvPr>
            <p:ph idx="4294967295" type="title"/>
          </p:nvPr>
        </p:nvSpPr>
        <p:spPr>
          <a:xfrm>
            <a:off x="607899" y="6214637"/>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700"/>
              <a:t>via chained Ansible Automation Platform workflow templates incorporating feedback loops</a:t>
            </a:r>
            <a:endParaRPr sz="1700"/>
          </a:p>
          <a:p>
            <a:pPr indent="0" lvl="0" marL="0" rtl="0" algn="l">
              <a:spcBef>
                <a:spcPts val="0"/>
              </a:spcBef>
              <a:spcAft>
                <a:spcPts val="0"/>
              </a:spcAft>
              <a:buNone/>
            </a:pPr>
            <a:r>
              <a:rPr lang="en" sz="2800"/>
              <a:t> </a:t>
            </a:r>
            <a:endParaRPr sz="2800"/>
          </a:p>
        </p:txBody>
      </p:sp>
      <p:pic>
        <p:nvPicPr>
          <p:cNvPr id="2650" name="Google Shape;2650;p106"/>
          <p:cNvPicPr preferRelativeResize="0"/>
          <p:nvPr/>
        </p:nvPicPr>
        <p:blipFill>
          <a:blip r:embed="rId6">
            <a:alphaModFix/>
          </a:blip>
          <a:stretch>
            <a:fillRect/>
          </a:stretch>
        </p:blipFill>
        <p:spPr>
          <a:xfrm>
            <a:off x="1028525" y="2964374"/>
            <a:ext cx="10760070" cy="1646400"/>
          </a:xfrm>
          <a:prstGeom prst="rect">
            <a:avLst/>
          </a:prstGeom>
          <a:solidFill>
            <a:srgbClr val="F7F7F7"/>
          </a:solidFill>
          <a:ln>
            <a:noFill/>
          </a:ln>
        </p:spPr>
      </p:pic>
      <p:cxnSp>
        <p:nvCxnSpPr>
          <p:cNvPr id="2651" name="Google Shape;2651;p106"/>
          <p:cNvCxnSpPr>
            <a:stCxn id="2641" idx="3"/>
            <a:endCxn id="2650" idx="1"/>
          </p:cNvCxnSpPr>
          <p:nvPr/>
        </p:nvCxnSpPr>
        <p:spPr>
          <a:xfrm flipH="1">
            <a:off x="1028674" y="2319806"/>
            <a:ext cx="8630100" cy="1467900"/>
          </a:xfrm>
          <a:prstGeom prst="curvedConnector5">
            <a:avLst>
              <a:gd fmla="val -7338" name="adj1"/>
              <a:gd fmla="val 45035" name="adj2"/>
              <a:gd fmla="val 102761" name="adj3"/>
            </a:avLst>
          </a:prstGeom>
          <a:noFill/>
          <a:ln cap="flat" cmpd="sng" w="9525">
            <a:solidFill>
              <a:schemeClr val="dk2"/>
            </a:solidFill>
            <a:prstDash val="solid"/>
            <a:round/>
            <a:headEnd len="med" w="med" type="none"/>
            <a:tailEnd len="med" w="med" type="triangle"/>
          </a:ln>
        </p:spPr>
      </p:cxnSp>
      <p:sp>
        <p:nvSpPr>
          <p:cNvPr id="2652" name="Google Shape;2652;p106"/>
          <p:cNvSpPr txBox="1"/>
          <p:nvPr/>
        </p:nvSpPr>
        <p:spPr>
          <a:xfrm>
            <a:off x="2359125" y="4068900"/>
            <a:ext cx="23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Display"/>
                <a:ea typeface="Red Hat Display"/>
                <a:cs typeface="Red Hat Display"/>
                <a:sym typeface="Red Hat Display"/>
              </a:rPr>
              <a:t>QUALIFICATION</a:t>
            </a:r>
            <a:endParaRPr b="1">
              <a:latin typeface="Red Hat Display"/>
              <a:ea typeface="Red Hat Display"/>
              <a:cs typeface="Red Hat Display"/>
              <a:sym typeface="Red Hat Display"/>
            </a:endParaRPr>
          </a:p>
        </p:txBody>
      </p:sp>
      <p:pic>
        <p:nvPicPr>
          <p:cNvPr id="2653" name="Google Shape;2653;p106"/>
          <p:cNvPicPr preferRelativeResize="0"/>
          <p:nvPr/>
        </p:nvPicPr>
        <p:blipFill>
          <a:blip r:embed="rId5">
            <a:alphaModFix/>
          </a:blip>
          <a:stretch>
            <a:fillRect/>
          </a:stretch>
        </p:blipFill>
        <p:spPr>
          <a:xfrm>
            <a:off x="7330123" y="3357427"/>
            <a:ext cx="184746" cy="185275"/>
          </a:xfrm>
          <a:prstGeom prst="rect">
            <a:avLst/>
          </a:prstGeom>
          <a:noFill/>
          <a:ln>
            <a:noFill/>
          </a:ln>
        </p:spPr>
      </p:pic>
      <p:cxnSp>
        <p:nvCxnSpPr>
          <p:cNvPr id="2654" name="Google Shape;2654;p106"/>
          <p:cNvCxnSpPr>
            <a:stCxn id="2650" idx="3"/>
            <a:endCxn id="2643" idx="1"/>
          </p:cNvCxnSpPr>
          <p:nvPr/>
        </p:nvCxnSpPr>
        <p:spPr>
          <a:xfrm flipH="1">
            <a:off x="7960895" y="3787574"/>
            <a:ext cx="3827700" cy="2018100"/>
          </a:xfrm>
          <a:prstGeom prst="curvedConnector5">
            <a:avLst>
              <a:gd fmla="val -6221" name="adj1"/>
              <a:gd fmla="val 66598" name="adj2"/>
              <a:gd fmla="val 106221" name="adj3"/>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8" name="Shape 2658"/>
        <p:cNvGrpSpPr/>
        <p:nvPr/>
      </p:nvGrpSpPr>
      <p:grpSpPr>
        <a:xfrm>
          <a:off x="0" y="0"/>
          <a:ext cx="0" cy="0"/>
          <a:chOff x="0" y="0"/>
          <a:chExt cx="0" cy="0"/>
        </a:xfrm>
      </p:grpSpPr>
      <p:sp>
        <p:nvSpPr>
          <p:cNvPr id="2659" name="Google Shape;2659;p107"/>
          <p:cNvSpPr txBox="1"/>
          <p:nvPr>
            <p:ph idx="4294967295" type="title"/>
          </p:nvPr>
        </p:nvSpPr>
        <p:spPr>
          <a:xfrm>
            <a:off x="1108408" y="1850070"/>
            <a:ext cx="6825000" cy="210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200">
                <a:latin typeface="Red Hat Display"/>
                <a:ea typeface="Red Hat Display"/>
                <a:cs typeface="Red Hat Display"/>
                <a:sym typeface="Red Hat Display"/>
              </a:rPr>
              <a:t>Patching</a:t>
            </a:r>
            <a:endParaRPr sz="4200">
              <a:latin typeface="Red Hat Display"/>
              <a:ea typeface="Red Hat Display"/>
              <a:cs typeface="Red Hat Display"/>
              <a:sym typeface="Red Hat Display"/>
            </a:endParaRPr>
          </a:p>
        </p:txBody>
      </p:sp>
      <p:sp>
        <p:nvSpPr>
          <p:cNvPr id="2660" name="Google Shape;2660;p10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661" name="Google Shape;2661;p107"/>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62" name="Google Shape;2662;p10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6" name="Shape 2666"/>
        <p:cNvGrpSpPr/>
        <p:nvPr/>
      </p:nvGrpSpPr>
      <p:grpSpPr>
        <a:xfrm>
          <a:off x="0" y="0"/>
          <a:ext cx="0" cy="0"/>
          <a:chOff x="0" y="0"/>
          <a:chExt cx="0" cy="0"/>
        </a:xfrm>
      </p:grpSpPr>
      <p:sp>
        <p:nvSpPr>
          <p:cNvPr id="2667" name="Google Shape;2667;p10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668" name="Google Shape;2668;p108"/>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2669" name="Google Shape;2669;p108"/>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70" name="Google Shape;2670;p108"/>
          <p:cNvPicPr preferRelativeResize="0"/>
          <p:nvPr/>
        </p:nvPicPr>
        <p:blipFill>
          <a:blip r:embed="rId3">
            <a:alphaModFix/>
          </a:blip>
          <a:stretch>
            <a:fillRect/>
          </a:stretch>
        </p:blipFill>
        <p:spPr>
          <a:xfrm>
            <a:off x="76200" y="4000455"/>
            <a:ext cx="12192002" cy="1295490"/>
          </a:xfrm>
          <a:prstGeom prst="rect">
            <a:avLst/>
          </a:prstGeom>
          <a:noFill/>
          <a:ln>
            <a:noFill/>
          </a:ln>
        </p:spPr>
      </p:pic>
      <p:sp>
        <p:nvSpPr>
          <p:cNvPr id="2671" name="Google Shape;2671;p10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2672" name="Google Shape;2672;p108"/>
          <p:cNvPicPr preferRelativeResize="0"/>
          <p:nvPr/>
        </p:nvPicPr>
        <p:blipFill>
          <a:blip r:embed="rId4">
            <a:alphaModFix/>
          </a:blip>
          <a:stretch>
            <a:fillRect/>
          </a:stretch>
        </p:blipFill>
        <p:spPr>
          <a:xfrm>
            <a:off x="762000" y="2219325"/>
            <a:ext cx="9447251" cy="1438275"/>
          </a:xfrm>
          <a:prstGeom prst="rect">
            <a:avLst/>
          </a:prstGeom>
          <a:noFill/>
          <a:ln>
            <a:noFill/>
          </a:ln>
        </p:spPr>
      </p:pic>
      <p:sp>
        <p:nvSpPr>
          <p:cNvPr id="2673" name="Google Shape;2673;p108"/>
          <p:cNvSpPr/>
          <p:nvPr/>
        </p:nvSpPr>
        <p:spPr>
          <a:xfrm>
            <a:off x="762000" y="2157850"/>
            <a:ext cx="7496700" cy="16410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108"/>
          <p:cNvSpPr txBox="1"/>
          <p:nvPr/>
        </p:nvSpPr>
        <p:spPr>
          <a:xfrm>
            <a:off x="800100" y="1676400"/>
            <a:ext cx="702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 Long workflow to patch a set of systems… let’s zoom in</a:t>
            </a:r>
            <a:endParaRPr>
              <a:latin typeface="Red Hat Display"/>
              <a:ea typeface="Red Hat Display"/>
              <a:cs typeface="Red Hat Display"/>
              <a:sym typeface="Red Hat Display"/>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8" name="Shape 2678"/>
        <p:cNvGrpSpPr/>
        <p:nvPr/>
      </p:nvGrpSpPr>
      <p:grpSpPr>
        <a:xfrm>
          <a:off x="0" y="0"/>
          <a:ext cx="0" cy="0"/>
          <a:chOff x="0" y="0"/>
          <a:chExt cx="0" cy="0"/>
        </a:xfrm>
      </p:grpSpPr>
      <p:sp>
        <p:nvSpPr>
          <p:cNvPr id="2679" name="Google Shape;2679;p10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680" name="Google Shape;2680;p109"/>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2681" name="Google Shape;2681;p109"/>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10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2683" name="Google Shape;2683;p109"/>
          <p:cNvPicPr preferRelativeResize="0"/>
          <p:nvPr/>
        </p:nvPicPr>
        <p:blipFill>
          <a:blip r:embed="rId3">
            <a:alphaModFix/>
          </a:blip>
          <a:stretch>
            <a:fillRect/>
          </a:stretch>
        </p:blipFill>
        <p:spPr>
          <a:xfrm>
            <a:off x="552450" y="2290763"/>
            <a:ext cx="10782300" cy="2276475"/>
          </a:xfrm>
          <a:prstGeom prst="rect">
            <a:avLst/>
          </a:prstGeom>
          <a:noFill/>
          <a:ln>
            <a:noFill/>
          </a:ln>
        </p:spPr>
      </p:pic>
      <p:sp>
        <p:nvSpPr>
          <p:cNvPr id="2684" name="Google Shape;2684;p109"/>
          <p:cNvSpPr/>
          <p:nvPr/>
        </p:nvSpPr>
        <p:spPr>
          <a:xfrm>
            <a:off x="6062375" y="3547775"/>
            <a:ext cx="5524500" cy="15285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109"/>
          <p:cNvSpPr txBox="1"/>
          <p:nvPr/>
        </p:nvSpPr>
        <p:spPr>
          <a:xfrm>
            <a:off x="6084794" y="4410625"/>
            <a:ext cx="549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This section would be attached to each node “On Failure” but the links are removed for clarity.</a:t>
            </a:r>
            <a:endParaRPr>
              <a:latin typeface="Red Hat Display"/>
              <a:ea typeface="Red Hat Display"/>
              <a:cs typeface="Red Hat Display"/>
              <a:sym typeface="Red Hat Display"/>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9" name="Shape 2689"/>
        <p:cNvGrpSpPr/>
        <p:nvPr/>
      </p:nvGrpSpPr>
      <p:grpSpPr>
        <a:xfrm>
          <a:off x="0" y="0"/>
          <a:ext cx="0" cy="0"/>
          <a:chOff x="0" y="0"/>
          <a:chExt cx="0" cy="0"/>
        </a:xfrm>
      </p:grpSpPr>
      <p:sp>
        <p:nvSpPr>
          <p:cNvPr id="2690" name="Google Shape;2690;p11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691" name="Google Shape;2691;p110"/>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2692" name="Google Shape;2692;p110"/>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93" name="Google Shape;2693;p110"/>
          <p:cNvPicPr preferRelativeResize="0"/>
          <p:nvPr/>
        </p:nvPicPr>
        <p:blipFill>
          <a:blip r:embed="rId3">
            <a:alphaModFix/>
          </a:blip>
          <a:stretch>
            <a:fillRect/>
          </a:stretch>
        </p:blipFill>
        <p:spPr>
          <a:xfrm>
            <a:off x="2588550" y="4953199"/>
            <a:ext cx="9679652" cy="1028550"/>
          </a:xfrm>
          <a:prstGeom prst="rect">
            <a:avLst/>
          </a:prstGeom>
          <a:noFill/>
          <a:ln>
            <a:noFill/>
          </a:ln>
        </p:spPr>
      </p:pic>
      <p:sp>
        <p:nvSpPr>
          <p:cNvPr id="2694" name="Google Shape;2694;p11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2695" name="Google Shape;2695;p110"/>
          <p:cNvPicPr preferRelativeResize="0"/>
          <p:nvPr/>
        </p:nvPicPr>
        <p:blipFill>
          <a:blip r:embed="rId4">
            <a:alphaModFix/>
          </a:blip>
          <a:stretch>
            <a:fillRect/>
          </a:stretch>
        </p:blipFill>
        <p:spPr>
          <a:xfrm>
            <a:off x="476250" y="1376374"/>
            <a:ext cx="5391082" cy="1138225"/>
          </a:xfrm>
          <a:prstGeom prst="rect">
            <a:avLst/>
          </a:prstGeom>
          <a:noFill/>
          <a:ln>
            <a:noFill/>
          </a:ln>
        </p:spPr>
      </p:pic>
      <p:pic>
        <p:nvPicPr>
          <p:cNvPr id="2696" name="Google Shape;2696;p110"/>
          <p:cNvPicPr preferRelativeResize="0"/>
          <p:nvPr/>
        </p:nvPicPr>
        <p:blipFill>
          <a:blip r:embed="rId5">
            <a:alphaModFix/>
          </a:blip>
          <a:stretch>
            <a:fillRect/>
          </a:stretch>
        </p:blipFill>
        <p:spPr>
          <a:xfrm>
            <a:off x="1566863" y="2586038"/>
            <a:ext cx="9058275" cy="1990725"/>
          </a:xfrm>
          <a:prstGeom prst="rect">
            <a:avLst/>
          </a:prstGeom>
          <a:noFill/>
          <a:ln>
            <a:noFill/>
          </a:ln>
        </p:spPr>
      </p:pic>
      <p:sp>
        <p:nvSpPr>
          <p:cNvPr id="2697" name="Google Shape;2697;p110"/>
          <p:cNvSpPr/>
          <p:nvPr/>
        </p:nvSpPr>
        <p:spPr>
          <a:xfrm>
            <a:off x="1584513" y="2734225"/>
            <a:ext cx="9058200" cy="21627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10"/>
          <p:cNvSpPr txBox="1"/>
          <p:nvPr/>
        </p:nvSpPr>
        <p:spPr>
          <a:xfrm>
            <a:off x="2496152" y="2968075"/>
            <a:ext cx="76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This section runs our patch process. Patch the server. Upgrade DB software. Update Schema.  </a:t>
            </a:r>
            <a:endParaRPr>
              <a:latin typeface="Red Hat Display"/>
              <a:ea typeface="Red Hat Display"/>
              <a:cs typeface="Red Hat Display"/>
              <a:sym typeface="Red Hat Display"/>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2" name="Shape 2702"/>
        <p:cNvGrpSpPr/>
        <p:nvPr/>
      </p:nvGrpSpPr>
      <p:grpSpPr>
        <a:xfrm>
          <a:off x="0" y="0"/>
          <a:ext cx="0" cy="0"/>
          <a:chOff x="0" y="0"/>
          <a:chExt cx="0" cy="0"/>
        </a:xfrm>
      </p:grpSpPr>
      <p:sp>
        <p:nvSpPr>
          <p:cNvPr id="2703" name="Google Shape;2703;p11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704" name="Google Shape;2704;p111"/>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2705" name="Google Shape;2705;p111"/>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1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2707" name="Google Shape;2707;p111"/>
          <p:cNvPicPr preferRelativeResize="0"/>
          <p:nvPr/>
        </p:nvPicPr>
        <p:blipFill>
          <a:blip r:embed="rId3">
            <a:alphaModFix/>
          </a:blip>
          <a:stretch>
            <a:fillRect/>
          </a:stretch>
        </p:blipFill>
        <p:spPr>
          <a:xfrm>
            <a:off x="476250" y="1376374"/>
            <a:ext cx="5391082" cy="1138225"/>
          </a:xfrm>
          <a:prstGeom prst="rect">
            <a:avLst/>
          </a:prstGeom>
          <a:noFill/>
          <a:ln>
            <a:noFill/>
          </a:ln>
        </p:spPr>
      </p:pic>
      <p:pic>
        <p:nvPicPr>
          <p:cNvPr id="2708" name="Google Shape;2708;p111"/>
          <p:cNvPicPr preferRelativeResize="0"/>
          <p:nvPr/>
        </p:nvPicPr>
        <p:blipFill rotWithShape="1">
          <a:blip r:embed="rId4">
            <a:alphaModFix/>
          </a:blip>
          <a:srcRect b="13422" l="0" r="0" t="34910"/>
          <a:stretch/>
        </p:blipFill>
        <p:spPr>
          <a:xfrm>
            <a:off x="5811296" y="1441226"/>
            <a:ext cx="4873925" cy="553425"/>
          </a:xfrm>
          <a:prstGeom prst="rect">
            <a:avLst/>
          </a:prstGeom>
          <a:noFill/>
          <a:ln>
            <a:noFill/>
          </a:ln>
        </p:spPr>
      </p:pic>
      <p:pic>
        <p:nvPicPr>
          <p:cNvPr id="2709" name="Google Shape;2709;p111"/>
          <p:cNvPicPr preferRelativeResize="0"/>
          <p:nvPr/>
        </p:nvPicPr>
        <p:blipFill>
          <a:blip r:embed="rId5">
            <a:alphaModFix/>
          </a:blip>
          <a:stretch>
            <a:fillRect/>
          </a:stretch>
        </p:blipFill>
        <p:spPr>
          <a:xfrm>
            <a:off x="0" y="3729963"/>
            <a:ext cx="12191999" cy="1684075"/>
          </a:xfrm>
          <a:prstGeom prst="rect">
            <a:avLst/>
          </a:prstGeom>
          <a:noFill/>
          <a:ln>
            <a:noFill/>
          </a:ln>
        </p:spPr>
      </p:pic>
      <p:sp>
        <p:nvSpPr>
          <p:cNvPr id="2710" name="Google Shape;2710;p111"/>
          <p:cNvSpPr/>
          <p:nvPr/>
        </p:nvSpPr>
        <p:spPr>
          <a:xfrm>
            <a:off x="-75" y="2734225"/>
            <a:ext cx="12192000" cy="25887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111"/>
          <p:cNvSpPr txBox="1"/>
          <p:nvPr/>
        </p:nvSpPr>
        <p:spPr>
          <a:xfrm>
            <a:off x="2496152" y="2968075"/>
            <a:ext cx="76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Reboot and Test. Add it back to the group… Rinse, Repeat with the next node.</a:t>
            </a:r>
            <a:endParaRPr>
              <a:latin typeface="Red Hat Display"/>
              <a:ea typeface="Red Hat Display"/>
              <a:cs typeface="Red Hat Display"/>
              <a:sym typeface="Red Hat Display"/>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5" name="Shape 2715"/>
        <p:cNvGrpSpPr/>
        <p:nvPr/>
      </p:nvGrpSpPr>
      <p:grpSpPr>
        <a:xfrm>
          <a:off x="0" y="0"/>
          <a:ext cx="0" cy="0"/>
          <a:chOff x="0" y="0"/>
          <a:chExt cx="0" cy="0"/>
        </a:xfrm>
      </p:grpSpPr>
      <p:sp>
        <p:nvSpPr>
          <p:cNvPr id="2716" name="Google Shape;2716;p1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2717" name="Google Shape;2717;p11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718" name="Google Shape;2718;p112"/>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2719" name="Google Shape;2719;p11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720" name="Google Shape;2720;p112"/>
          <p:cNvGrpSpPr/>
          <p:nvPr/>
        </p:nvGrpSpPr>
        <p:grpSpPr>
          <a:xfrm>
            <a:off x="-152400" y="1328950"/>
            <a:ext cx="12573000" cy="4728900"/>
            <a:chOff x="-152400" y="871750"/>
            <a:chExt cx="12573000" cy="4728900"/>
          </a:xfrm>
        </p:grpSpPr>
        <p:sp>
          <p:nvSpPr>
            <p:cNvPr id="2721" name="Google Shape;2721;p112"/>
            <p:cNvSpPr/>
            <p:nvPr/>
          </p:nvSpPr>
          <p:spPr>
            <a:xfrm>
              <a:off x="-152400" y="8717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22" name="Google Shape;2722;p112"/>
            <p:cNvPicPr preferRelativeResize="0"/>
            <p:nvPr/>
          </p:nvPicPr>
          <p:blipFill>
            <a:blip r:embed="rId3">
              <a:alphaModFix/>
            </a:blip>
            <a:stretch>
              <a:fillRect/>
            </a:stretch>
          </p:blipFill>
          <p:spPr>
            <a:xfrm>
              <a:off x="123825" y="885825"/>
              <a:ext cx="11182350" cy="2952750"/>
            </a:xfrm>
            <a:prstGeom prst="rect">
              <a:avLst/>
            </a:prstGeom>
            <a:noFill/>
            <a:ln>
              <a:noFill/>
            </a:ln>
          </p:spPr>
        </p:pic>
        <p:pic>
          <p:nvPicPr>
            <p:cNvPr id="2723" name="Google Shape;2723;p112"/>
            <p:cNvPicPr preferRelativeResize="0"/>
            <p:nvPr/>
          </p:nvPicPr>
          <p:blipFill>
            <a:blip r:embed="rId4">
              <a:alphaModFix/>
            </a:blip>
            <a:stretch>
              <a:fillRect/>
            </a:stretch>
          </p:blipFill>
          <p:spPr>
            <a:xfrm>
              <a:off x="76200" y="3543255"/>
              <a:ext cx="12192002" cy="1295490"/>
            </a:xfrm>
            <a:prstGeom prst="rect">
              <a:avLst/>
            </a:prstGeom>
            <a:noFill/>
            <a:ln>
              <a:noFill/>
            </a:ln>
          </p:spPr>
        </p:pic>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7" name="Shape 2727"/>
        <p:cNvGrpSpPr/>
        <p:nvPr/>
      </p:nvGrpSpPr>
      <p:grpSpPr>
        <a:xfrm>
          <a:off x="0" y="0"/>
          <a:ext cx="0" cy="0"/>
          <a:chOff x="0" y="0"/>
          <a:chExt cx="0" cy="0"/>
        </a:xfrm>
      </p:grpSpPr>
      <p:sp>
        <p:nvSpPr>
          <p:cNvPr id="2728" name="Google Shape;2728;p1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729" name="Google Shape;2729;p113"/>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Red Hat Infrastructure Review</a:t>
            </a:r>
            <a:endParaRPr>
              <a:latin typeface="Red Hat Display"/>
              <a:ea typeface="Red Hat Display"/>
              <a:cs typeface="Red Hat Display"/>
              <a:sym typeface="Red Hat Display"/>
            </a:endParaRPr>
          </a:p>
        </p:txBody>
      </p:sp>
      <p:sp>
        <p:nvSpPr>
          <p:cNvPr id="2730" name="Google Shape;2730;p11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731" name="Google Shape;2731;p113"/>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5" name="Shape 2735"/>
        <p:cNvGrpSpPr/>
        <p:nvPr/>
      </p:nvGrpSpPr>
      <p:grpSpPr>
        <a:xfrm>
          <a:off x="0" y="0"/>
          <a:ext cx="0" cy="0"/>
          <a:chOff x="0" y="0"/>
          <a:chExt cx="0" cy="0"/>
        </a:xfrm>
      </p:grpSpPr>
      <p:sp>
        <p:nvSpPr>
          <p:cNvPr id="2736" name="Google Shape;2736;p114"/>
          <p:cNvSpPr/>
          <p:nvPr/>
        </p:nvSpPr>
        <p:spPr>
          <a:xfrm>
            <a:off x="796775" y="197462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marR="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sp>
        <p:nvSpPr>
          <p:cNvPr id="2737" name="Google Shape;2737;p114"/>
          <p:cNvSpPr/>
          <p:nvPr/>
        </p:nvSpPr>
        <p:spPr>
          <a:xfrm>
            <a:off x="3488500" y="197372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pic>
        <p:nvPicPr>
          <p:cNvPr id="2738" name="Google Shape;2738;p114"/>
          <p:cNvPicPr preferRelativeResize="0"/>
          <p:nvPr/>
        </p:nvPicPr>
        <p:blipFill>
          <a:blip r:embed="rId3">
            <a:alphaModFix/>
          </a:blip>
          <a:stretch>
            <a:fillRect/>
          </a:stretch>
        </p:blipFill>
        <p:spPr>
          <a:xfrm>
            <a:off x="952475" y="2104850"/>
            <a:ext cx="1987373" cy="604875"/>
          </a:xfrm>
          <a:prstGeom prst="rect">
            <a:avLst/>
          </a:prstGeom>
          <a:noFill/>
          <a:ln>
            <a:noFill/>
          </a:ln>
        </p:spPr>
      </p:pic>
      <p:sp>
        <p:nvSpPr>
          <p:cNvPr id="2739" name="Google Shape;2739;p114"/>
          <p:cNvSpPr/>
          <p:nvPr/>
        </p:nvSpPr>
        <p:spPr>
          <a:xfrm>
            <a:off x="6182900" y="197142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pic>
        <p:nvPicPr>
          <p:cNvPr id="2740" name="Google Shape;2740;p114"/>
          <p:cNvPicPr preferRelativeResize="0"/>
          <p:nvPr/>
        </p:nvPicPr>
        <p:blipFill>
          <a:blip r:embed="rId4">
            <a:alphaModFix/>
          </a:blip>
          <a:stretch>
            <a:fillRect/>
          </a:stretch>
        </p:blipFill>
        <p:spPr>
          <a:xfrm>
            <a:off x="3632950" y="2104851"/>
            <a:ext cx="1054375" cy="417650"/>
          </a:xfrm>
          <a:prstGeom prst="rect">
            <a:avLst/>
          </a:prstGeom>
          <a:noFill/>
          <a:ln>
            <a:noFill/>
          </a:ln>
        </p:spPr>
      </p:pic>
      <p:sp>
        <p:nvSpPr>
          <p:cNvPr id="2741" name="Google Shape;2741;p114"/>
          <p:cNvSpPr/>
          <p:nvPr/>
        </p:nvSpPr>
        <p:spPr>
          <a:xfrm>
            <a:off x="8906475" y="197142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pic>
        <p:nvPicPr>
          <p:cNvPr id="2742" name="Google Shape;2742;p114"/>
          <p:cNvPicPr preferRelativeResize="0"/>
          <p:nvPr/>
        </p:nvPicPr>
        <p:blipFill rotWithShape="1">
          <a:blip r:embed="rId5">
            <a:alphaModFix/>
          </a:blip>
          <a:srcRect b="0" l="0" r="0" t="0"/>
          <a:stretch/>
        </p:blipFill>
        <p:spPr>
          <a:xfrm>
            <a:off x="6332950" y="2117335"/>
            <a:ext cx="1418782" cy="583175"/>
          </a:xfrm>
          <a:prstGeom prst="rect">
            <a:avLst/>
          </a:prstGeom>
          <a:noFill/>
          <a:ln>
            <a:noFill/>
          </a:ln>
        </p:spPr>
      </p:pic>
      <p:sp>
        <p:nvSpPr>
          <p:cNvPr id="2743" name="Google Shape;2743;p114"/>
          <p:cNvSpPr txBox="1"/>
          <p:nvPr/>
        </p:nvSpPr>
        <p:spPr>
          <a:xfrm>
            <a:off x="791700" y="283380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AUTOMATION FOR EVERYONE</a:t>
            </a:r>
            <a:endParaRPr b="1" sz="15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600">
              <a:solidFill>
                <a:srgbClr val="4C4C4C"/>
              </a:solidFill>
              <a:latin typeface="Red Hat Display"/>
              <a:ea typeface="Red Hat Display"/>
              <a:cs typeface="Red Hat Display"/>
              <a:sym typeface="Red Hat Display"/>
            </a:endParaRPr>
          </a:p>
          <a:p>
            <a:pPr indent="0" lvl="0" marL="0" rtl="0" algn="l">
              <a:lnSpc>
                <a:spcPct val="150000"/>
              </a:lnSpc>
              <a:spcBef>
                <a:spcPts val="1000"/>
              </a:spcBef>
              <a:spcAft>
                <a:spcPts val="0"/>
              </a:spcAft>
              <a:buNone/>
            </a:pPr>
            <a:r>
              <a:rPr lang="en" sz="1300">
                <a:solidFill>
                  <a:srgbClr val="4C4C4C"/>
                </a:solidFill>
                <a:latin typeface="Red Hat Display"/>
                <a:ea typeface="Red Hat Display"/>
                <a:cs typeface="Red Hat Display"/>
                <a:sym typeface="Red Hat Display"/>
              </a:rPr>
              <a:t>Simple, </a:t>
            </a:r>
            <a:r>
              <a:rPr lang="en" sz="1300">
                <a:solidFill>
                  <a:srgbClr val="4C4C4C"/>
                </a:solidFill>
                <a:latin typeface="Red Hat Display"/>
                <a:ea typeface="Red Hat Display"/>
                <a:cs typeface="Red Hat Display"/>
                <a:sym typeface="Red Hat Display"/>
              </a:rPr>
              <a:t>Powerful</a:t>
            </a:r>
            <a:r>
              <a:rPr lang="en" sz="1300">
                <a:solidFill>
                  <a:srgbClr val="4C4C4C"/>
                </a:solidFill>
                <a:latin typeface="Red Hat Display"/>
                <a:ea typeface="Red Hat Display"/>
                <a:cs typeface="Red Hat Display"/>
                <a:sym typeface="Red Hat Display"/>
              </a:rPr>
              <a:t>, Agentless</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Cross Platform</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Systems, Network, Storage, Cloud</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Human Readable</a:t>
            </a:r>
            <a:endParaRPr>
              <a:latin typeface="Red Hat Display"/>
              <a:ea typeface="Red Hat Display"/>
              <a:cs typeface="Red Hat Display"/>
              <a:sym typeface="Red Hat Display"/>
            </a:endParaRPr>
          </a:p>
        </p:txBody>
      </p:sp>
      <p:grpSp>
        <p:nvGrpSpPr>
          <p:cNvPr id="2744" name="Google Shape;2744;p114"/>
          <p:cNvGrpSpPr/>
          <p:nvPr/>
        </p:nvGrpSpPr>
        <p:grpSpPr>
          <a:xfrm>
            <a:off x="9038192" y="2120630"/>
            <a:ext cx="1417320" cy="585826"/>
            <a:chOff x="9952773" y="5067484"/>
            <a:chExt cx="3928271" cy="1619197"/>
          </a:xfrm>
        </p:grpSpPr>
        <p:pic>
          <p:nvPicPr>
            <p:cNvPr id="2745" name="Google Shape;2745;p114"/>
            <p:cNvPicPr preferRelativeResize="0"/>
            <p:nvPr/>
          </p:nvPicPr>
          <p:blipFill>
            <a:blip r:embed="rId6">
              <a:alphaModFix/>
            </a:blip>
            <a:stretch>
              <a:fillRect/>
            </a:stretch>
          </p:blipFill>
          <p:spPr>
            <a:xfrm>
              <a:off x="9952773" y="5067484"/>
              <a:ext cx="3928271" cy="1619197"/>
            </a:xfrm>
            <a:prstGeom prst="rect">
              <a:avLst/>
            </a:prstGeom>
            <a:noFill/>
            <a:ln>
              <a:noFill/>
            </a:ln>
          </p:spPr>
        </p:pic>
        <p:sp>
          <p:nvSpPr>
            <p:cNvPr id="2746" name="Google Shape;2746;p114"/>
            <p:cNvSpPr txBox="1"/>
            <p:nvPr/>
          </p:nvSpPr>
          <p:spPr>
            <a:xfrm>
              <a:off x="10728818" y="5518340"/>
              <a:ext cx="2249700" cy="769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lang="en" sz="1304">
                  <a:latin typeface="Red Hat Display SemiBold"/>
                  <a:ea typeface="Red Hat Display SemiBold"/>
                  <a:cs typeface="Red Hat Display SemiBold"/>
                  <a:sym typeface="Red Hat Display SemiBold"/>
                </a:rPr>
                <a:t>Identity</a:t>
              </a:r>
              <a:endParaRPr sz="1304">
                <a:latin typeface="Red Hat Display SemiBold"/>
                <a:ea typeface="Red Hat Display SemiBold"/>
                <a:cs typeface="Red Hat Display SemiBold"/>
                <a:sym typeface="Red Hat Display SemiBold"/>
              </a:endParaRPr>
            </a:p>
          </p:txBody>
        </p:sp>
      </p:grpSp>
      <p:sp>
        <p:nvSpPr>
          <p:cNvPr id="2747" name="Google Shape;2747;p114"/>
          <p:cNvSpPr txBox="1"/>
          <p:nvPr/>
        </p:nvSpPr>
        <p:spPr>
          <a:xfrm>
            <a:off x="3488156" y="283380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PREVENT CRITICAL ISSUES BEFORE THEY OCCUR</a:t>
            </a:r>
            <a:endParaRPr sz="16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rgbClr val="4C4C4C"/>
                </a:solidFill>
                <a:latin typeface="Red Hat Display"/>
                <a:ea typeface="Red Hat Display"/>
                <a:cs typeface="Red Hat Display"/>
                <a:sym typeface="Red Hat Display"/>
              </a:rPr>
              <a:t>Continuous Insights</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1000"/>
              </a:spcBef>
              <a:spcAft>
                <a:spcPts val="0"/>
              </a:spcAft>
              <a:buNone/>
            </a:pPr>
            <a:r>
              <a:rPr lang="en" sz="1300">
                <a:solidFill>
                  <a:srgbClr val="4C4C4C"/>
                </a:solidFill>
                <a:latin typeface="Red Hat Display"/>
                <a:ea typeface="Red Hat Display"/>
                <a:cs typeface="Red Hat Display"/>
                <a:sym typeface="Red Hat Display"/>
              </a:rPr>
              <a:t>Verified Knowledge</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Proactive Resolution</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Clr>
                <a:schemeClr val="dk1"/>
              </a:buClr>
              <a:buSzPts val="1100"/>
              <a:buFont typeface="Arial"/>
              <a:buNone/>
            </a:pPr>
            <a:r>
              <a:rPr b="1" lang="en" sz="1300">
                <a:solidFill>
                  <a:srgbClr val="4C4C4C"/>
                </a:solidFill>
                <a:latin typeface="Red Hat Display"/>
                <a:ea typeface="Red Hat Display"/>
                <a:cs typeface="Red Hat Display"/>
                <a:sym typeface="Red Hat Display"/>
              </a:rPr>
              <a:t>Included</a:t>
            </a:r>
            <a:r>
              <a:rPr lang="en" sz="1300">
                <a:solidFill>
                  <a:srgbClr val="4C4C4C"/>
                </a:solidFill>
                <a:latin typeface="Red Hat Display"/>
                <a:ea typeface="Red Hat Display"/>
                <a:cs typeface="Red Hat Display"/>
                <a:sym typeface="Red Hat Display"/>
              </a:rPr>
              <a:t> with Red Hat Enterprise Linux.</a:t>
            </a:r>
            <a:endParaRPr sz="1300">
              <a:solidFill>
                <a:srgbClr val="4C4C4C"/>
              </a:solidFill>
              <a:latin typeface="Red Hat Display"/>
              <a:ea typeface="Red Hat Display"/>
              <a:cs typeface="Red Hat Display"/>
              <a:sym typeface="Red Hat Display"/>
            </a:endParaRPr>
          </a:p>
        </p:txBody>
      </p:sp>
      <p:sp>
        <p:nvSpPr>
          <p:cNvPr id="2748" name="Google Shape;2748;p114"/>
          <p:cNvSpPr txBox="1"/>
          <p:nvPr/>
        </p:nvSpPr>
        <p:spPr>
          <a:xfrm>
            <a:off x="6196900" y="283380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FLEXIBILITY TO MANAGE RED HAT ENTERPRISE LINUX</a:t>
            </a:r>
            <a:endParaRPr sz="13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Secure software supply chain and content lifecycle on-premise or in the cloud with Satellite and Red Hat Hybrid Cloud Console</a:t>
            </a:r>
            <a:endParaRPr b="1" sz="1500">
              <a:solidFill>
                <a:srgbClr val="4C4C4C"/>
              </a:solidFill>
              <a:latin typeface="Red Hat Display"/>
              <a:ea typeface="Red Hat Display"/>
              <a:cs typeface="Red Hat Display"/>
              <a:sym typeface="Red Hat Display"/>
            </a:endParaRPr>
          </a:p>
        </p:txBody>
      </p:sp>
      <p:sp>
        <p:nvSpPr>
          <p:cNvPr id="2749" name="Google Shape;2749;p114"/>
          <p:cNvSpPr txBox="1"/>
          <p:nvPr/>
        </p:nvSpPr>
        <p:spPr>
          <a:xfrm>
            <a:off x="8911525" y="283380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MANAGE LINUX IDENTITY AND POLICY</a:t>
            </a:r>
            <a:endParaRPr b="1" sz="15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 </a:t>
            </a:r>
            <a:endParaRPr sz="1300">
              <a:solidFill>
                <a:srgbClr val="4C4C4C"/>
              </a:solidFill>
              <a:latin typeface="Red Hat Display"/>
              <a:ea typeface="Red Hat Display"/>
              <a:cs typeface="Red Hat Display"/>
              <a:sym typeface="Red Hat Display"/>
            </a:endParaRPr>
          </a:p>
          <a:p>
            <a:pPr indent="0" lvl="0" marL="0" rtl="0" algn="l">
              <a:lnSpc>
                <a:spcPct val="100000"/>
              </a:lnSpc>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Single Sign On, sudoers, RBAC, HBAC, SELinux Policy, ID mapping, Native AD Integration.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300">
                <a:solidFill>
                  <a:srgbClr val="4C4C4C"/>
                </a:solidFill>
                <a:latin typeface="Red Hat Display"/>
                <a:ea typeface="Red Hat Display"/>
                <a:cs typeface="Red Hat Display"/>
                <a:sym typeface="Red Hat Display"/>
              </a:rPr>
              <a:t>Included</a:t>
            </a:r>
            <a:r>
              <a:rPr lang="en" sz="1300">
                <a:solidFill>
                  <a:srgbClr val="4C4C4C"/>
                </a:solidFill>
                <a:latin typeface="Red Hat Display"/>
                <a:ea typeface="Red Hat Display"/>
                <a:cs typeface="Red Hat Display"/>
                <a:sym typeface="Red Hat Display"/>
              </a:rPr>
              <a:t> with Red Hat Enterprise Linux. </a:t>
            </a:r>
            <a:endParaRPr b="1" sz="1500">
              <a:solidFill>
                <a:srgbClr val="4C4C4C"/>
              </a:solidFill>
              <a:latin typeface="Red Hat Display"/>
              <a:ea typeface="Red Hat Display"/>
              <a:cs typeface="Red Hat Display"/>
              <a:sym typeface="Red Hat Display"/>
            </a:endParaRPr>
          </a:p>
        </p:txBody>
      </p:sp>
      <p:sp>
        <p:nvSpPr>
          <p:cNvPr id="2750" name="Google Shape;2750;p114"/>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2751" name="Google Shape;2751;p114"/>
          <p:cNvSpPr txBox="1"/>
          <p:nvPr>
            <p:ph type="title"/>
          </p:nvPr>
        </p:nvSpPr>
        <p:spPr>
          <a:xfrm>
            <a:off x="1752600" y="9460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Red Hat </a:t>
            </a:r>
            <a:r>
              <a:rPr lang="en">
                <a:latin typeface="Red Hat Display Medium"/>
                <a:ea typeface="Red Hat Display Medium"/>
                <a:cs typeface="Red Hat Display Medium"/>
                <a:sym typeface="Red Hat Display Medium"/>
              </a:rPr>
              <a:t>Management Portfolio</a:t>
            </a:r>
            <a:endParaRPr>
              <a:latin typeface="Red Hat Display Medium"/>
              <a:ea typeface="Red Hat Display Medium"/>
              <a:cs typeface="Red Hat Display Medium"/>
              <a:sym typeface="Red Hat Display Medium"/>
            </a:endParaRPr>
          </a:p>
        </p:txBody>
      </p:sp>
      <p:sp>
        <p:nvSpPr>
          <p:cNvPr id="2752" name="Google Shape;2752;p11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753" name="Google Shape;2753;p114"/>
          <p:cNvPicPr preferRelativeResize="0"/>
          <p:nvPr/>
        </p:nvPicPr>
        <p:blipFill>
          <a:blip r:embed="rId7">
            <a:alphaModFix/>
          </a:blip>
          <a:stretch>
            <a:fillRect/>
          </a:stretch>
        </p:blipFill>
        <p:spPr>
          <a:xfrm>
            <a:off x="4470675" y="5476850"/>
            <a:ext cx="554262" cy="559800"/>
          </a:xfrm>
          <a:prstGeom prst="rect">
            <a:avLst/>
          </a:prstGeom>
          <a:noFill/>
          <a:ln>
            <a:noFill/>
          </a:ln>
        </p:spPr>
      </p:pic>
      <p:grpSp>
        <p:nvGrpSpPr>
          <p:cNvPr id="2754" name="Google Shape;2754;p114"/>
          <p:cNvGrpSpPr/>
          <p:nvPr/>
        </p:nvGrpSpPr>
        <p:grpSpPr>
          <a:xfrm>
            <a:off x="9886613" y="5476850"/>
            <a:ext cx="569125" cy="569175"/>
            <a:chOff x="4308875" y="4855363"/>
            <a:chExt cx="569125" cy="569175"/>
          </a:xfrm>
        </p:grpSpPr>
        <p:sp>
          <p:nvSpPr>
            <p:cNvPr id="2755" name="Google Shape;2755;p114"/>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6" name="Google Shape;2756;p114"/>
            <p:cNvPicPr preferRelativeResize="0"/>
            <p:nvPr/>
          </p:nvPicPr>
          <p:blipFill>
            <a:blip r:embed="rId8">
              <a:alphaModFix/>
            </a:blip>
            <a:stretch>
              <a:fillRect/>
            </a:stretch>
          </p:blipFill>
          <p:spPr>
            <a:xfrm>
              <a:off x="4308875" y="4855363"/>
              <a:ext cx="569125" cy="569175"/>
            </a:xfrm>
            <a:prstGeom prst="rect">
              <a:avLst/>
            </a:prstGeom>
            <a:noFill/>
            <a:ln>
              <a:noFill/>
            </a:ln>
          </p:spPr>
        </p:pic>
      </p:grpSp>
      <p:grpSp>
        <p:nvGrpSpPr>
          <p:cNvPr id="2757" name="Google Shape;2757;p114"/>
          <p:cNvGrpSpPr/>
          <p:nvPr/>
        </p:nvGrpSpPr>
        <p:grpSpPr>
          <a:xfrm>
            <a:off x="7187650" y="5476850"/>
            <a:ext cx="537800" cy="537800"/>
            <a:chOff x="6681800" y="5400650"/>
            <a:chExt cx="537800" cy="537800"/>
          </a:xfrm>
        </p:grpSpPr>
        <p:pic>
          <p:nvPicPr>
            <p:cNvPr id="2758" name="Google Shape;2758;p114"/>
            <p:cNvPicPr preferRelativeResize="0"/>
            <p:nvPr/>
          </p:nvPicPr>
          <p:blipFill>
            <a:blip r:embed="rId9">
              <a:alphaModFix/>
            </a:blip>
            <a:stretch>
              <a:fillRect/>
            </a:stretch>
          </p:blipFill>
          <p:spPr>
            <a:xfrm>
              <a:off x="6681800" y="5400650"/>
              <a:ext cx="537800" cy="537800"/>
            </a:xfrm>
            <a:prstGeom prst="rect">
              <a:avLst/>
            </a:prstGeom>
            <a:noFill/>
            <a:ln>
              <a:noFill/>
            </a:ln>
          </p:spPr>
        </p:pic>
        <p:sp>
          <p:nvSpPr>
            <p:cNvPr id="2759" name="Google Shape;2759;p114"/>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760" name="Google Shape;2760;p114"/>
          <p:cNvPicPr preferRelativeResize="0"/>
          <p:nvPr/>
        </p:nvPicPr>
        <p:blipFill>
          <a:blip r:embed="rId10">
            <a:alphaModFix/>
          </a:blip>
          <a:stretch>
            <a:fillRect/>
          </a:stretch>
        </p:blipFill>
        <p:spPr>
          <a:xfrm>
            <a:off x="1789100" y="5476850"/>
            <a:ext cx="537800" cy="53639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4" name="Shape 2764"/>
        <p:cNvGrpSpPr/>
        <p:nvPr/>
      </p:nvGrpSpPr>
      <p:grpSpPr>
        <a:xfrm>
          <a:off x="0" y="0"/>
          <a:ext cx="0" cy="0"/>
          <a:chOff x="0" y="0"/>
          <a:chExt cx="0" cy="0"/>
        </a:xfrm>
      </p:grpSpPr>
      <p:sp>
        <p:nvSpPr>
          <p:cNvPr id="2765" name="Google Shape;2765;p115"/>
          <p:cNvSpPr/>
          <p:nvPr/>
        </p:nvSpPr>
        <p:spPr>
          <a:xfrm>
            <a:off x="1352550" y="-4464050"/>
            <a:ext cx="16566300" cy="16452000"/>
          </a:xfrm>
          <a:prstGeom prst="ellipse">
            <a:avLst/>
          </a:prstGeom>
          <a:solidFill>
            <a:srgbClr val="E4E4E4"/>
          </a:solidFill>
          <a:ln cap="flat" cmpd="sng" w="28575">
            <a:solidFill>
              <a:srgbClr val="EE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 </a:t>
            </a:r>
            <a:endParaRPr sz="1500"/>
          </a:p>
        </p:txBody>
      </p:sp>
      <p:sp>
        <p:nvSpPr>
          <p:cNvPr id="2766" name="Google Shape;2766;p115"/>
          <p:cNvSpPr/>
          <p:nvPr/>
        </p:nvSpPr>
        <p:spPr>
          <a:xfrm>
            <a:off x="3590850" y="-1758950"/>
            <a:ext cx="11774400" cy="11345700"/>
          </a:xfrm>
          <a:prstGeom prst="ellipse">
            <a:avLst/>
          </a:prstGeom>
          <a:solidFill>
            <a:srgbClr val="F3F3F3"/>
          </a:solidFill>
          <a:ln cap="flat" cmpd="sng" w="2857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CC0000"/>
                </a:solidFill>
                <a:latin typeface="Overpass"/>
                <a:ea typeface="Overpass"/>
                <a:cs typeface="Overpass"/>
                <a:sym typeface="Overpass"/>
              </a:rPr>
              <a:t>1,000+</a:t>
            </a:r>
            <a:endParaRPr b="1" sz="1500">
              <a:solidFill>
                <a:srgbClr val="CC0000"/>
              </a:solidFill>
              <a:latin typeface="Overpass"/>
              <a:ea typeface="Overpass"/>
              <a:cs typeface="Overpass"/>
              <a:sym typeface="Overpass"/>
            </a:endParaRPr>
          </a:p>
          <a:p>
            <a:pPr indent="0" lvl="0" marL="0" rtl="0" algn="ctr">
              <a:spcBef>
                <a:spcPts val="0"/>
              </a:spcBef>
              <a:spcAft>
                <a:spcPts val="0"/>
              </a:spcAft>
              <a:buNone/>
            </a:pPr>
            <a:r>
              <a:rPr b="1" lang="en" sz="1500">
                <a:solidFill>
                  <a:srgbClr val="CC0000"/>
                </a:solidFill>
                <a:latin typeface="Overpass"/>
                <a:ea typeface="Overpass"/>
                <a:cs typeface="Overpass"/>
                <a:sym typeface="Overpass"/>
              </a:rPr>
              <a:t>1,000+</a:t>
            </a:r>
            <a:endParaRPr b="1" sz="1500">
              <a:solidFill>
                <a:srgbClr val="CC0000"/>
              </a:solidFill>
              <a:latin typeface="Overpass"/>
              <a:ea typeface="Overpass"/>
              <a:cs typeface="Overpass"/>
              <a:sym typeface="Overpass"/>
            </a:endParaRPr>
          </a:p>
          <a:p>
            <a:pPr indent="0" lvl="0" marL="0" rtl="0" algn="l">
              <a:spcBef>
                <a:spcPts val="0"/>
              </a:spcBef>
              <a:spcAft>
                <a:spcPts val="0"/>
              </a:spcAft>
              <a:buNone/>
            </a:pPr>
            <a:r>
              <a:rPr lang="en" sz="1500"/>
              <a:t> </a:t>
            </a:r>
            <a:endParaRPr sz="1500"/>
          </a:p>
        </p:txBody>
      </p:sp>
      <p:sp>
        <p:nvSpPr>
          <p:cNvPr id="2767" name="Google Shape;2767;p115"/>
          <p:cNvSpPr/>
          <p:nvPr/>
        </p:nvSpPr>
        <p:spPr>
          <a:xfrm>
            <a:off x="5848350" y="192375"/>
            <a:ext cx="7133100" cy="6858000"/>
          </a:xfrm>
          <a:prstGeom prst="ellipse">
            <a:avLst/>
          </a:prstGeom>
          <a:noFill/>
          <a:ln cap="flat" cmpd="sng" w="19050">
            <a:solidFill>
              <a:srgbClr val="999999"/>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 </a:t>
            </a:r>
            <a:endParaRPr sz="1500"/>
          </a:p>
        </p:txBody>
      </p:sp>
      <p:sp>
        <p:nvSpPr>
          <p:cNvPr id="2768" name="Google Shape;2768;p115"/>
          <p:cNvSpPr/>
          <p:nvPr/>
        </p:nvSpPr>
        <p:spPr>
          <a:xfrm>
            <a:off x="7520651" y="1589686"/>
            <a:ext cx="4396800" cy="4396800"/>
          </a:xfrm>
          <a:prstGeom prst="ellipse">
            <a:avLst/>
          </a:prstGeom>
          <a:solidFill>
            <a:srgbClr val="FFFFFF"/>
          </a:solidFill>
          <a:ln cap="flat" cmpd="sng" w="2857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 </a:t>
            </a:r>
            <a:endParaRPr sz="1500"/>
          </a:p>
        </p:txBody>
      </p:sp>
      <p:sp>
        <p:nvSpPr>
          <p:cNvPr id="2769" name="Google Shape;2769;p115"/>
          <p:cNvSpPr/>
          <p:nvPr/>
        </p:nvSpPr>
        <p:spPr>
          <a:xfrm>
            <a:off x="8654832" y="2723868"/>
            <a:ext cx="2128500" cy="2128500"/>
          </a:xfrm>
          <a:prstGeom prst="ellipse">
            <a:avLst/>
          </a:prstGeom>
          <a:noFill/>
          <a:ln cap="flat" cmpd="sng" w="19050">
            <a:solidFill>
              <a:srgbClr val="999999"/>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 </a:t>
            </a:r>
            <a:endParaRPr sz="1500"/>
          </a:p>
        </p:txBody>
      </p:sp>
      <p:pic>
        <p:nvPicPr>
          <p:cNvPr id="2770" name="Google Shape;2770;p115"/>
          <p:cNvPicPr preferRelativeResize="0"/>
          <p:nvPr/>
        </p:nvPicPr>
        <p:blipFill rotWithShape="1">
          <a:blip r:embed="rId3">
            <a:alphaModFix/>
          </a:blip>
          <a:srcRect b="36791" l="9376" r="9376" t="39488"/>
          <a:stretch/>
        </p:blipFill>
        <p:spPr>
          <a:xfrm>
            <a:off x="3814738" y="2848769"/>
            <a:ext cx="350724" cy="102408"/>
          </a:xfrm>
          <a:prstGeom prst="rect">
            <a:avLst/>
          </a:prstGeom>
          <a:noFill/>
          <a:ln>
            <a:noFill/>
          </a:ln>
        </p:spPr>
      </p:pic>
      <p:pic>
        <p:nvPicPr>
          <p:cNvPr id="2771" name="Google Shape;2771;p115"/>
          <p:cNvPicPr preferRelativeResize="0"/>
          <p:nvPr/>
        </p:nvPicPr>
        <p:blipFill>
          <a:blip r:embed="rId4">
            <a:alphaModFix/>
          </a:blip>
          <a:stretch>
            <a:fillRect/>
          </a:stretch>
        </p:blipFill>
        <p:spPr>
          <a:xfrm>
            <a:off x="6210887" y="5986487"/>
            <a:ext cx="864000" cy="864000"/>
          </a:xfrm>
          <a:prstGeom prst="rect">
            <a:avLst/>
          </a:prstGeom>
          <a:noFill/>
          <a:ln>
            <a:noFill/>
          </a:ln>
        </p:spPr>
      </p:pic>
      <p:grpSp>
        <p:nvGrpSpPr>
          <p:cNvPr id="2772" name="Google Shape;2772;p115"/>
          <p:cNvGrpSpPr/>
          <p:nvPr/>
        </p:nvGrpSpPr>
        <p:grpSpPr>
          <a:xfrm>
            <a:off x="4050520" y="2333098"/>
            <a:ext cx="350711" cy="222299"/>
            <a:chOff x="1764520" y="3018898"/>
            <a:chExt cx="350711" cy="222299"/>
          </a:xfrm>
        </p:grpSpPr>
        <p:pic>
          <p:nvPicPr>
            <p:cNvPr id="2773" name="Google Shape;2773;p115"/>
            <p:cNvPicPr preferRelativeResize="0"/>
            <p:nvPr/>
          </p:nvPicPr>
          <p:blipFill rotWithShape="1">
            <a:blip r:embed="rId3">
              <a:alphaModFix/>
            </a:blip>
            <a:srcRect b="36791" l="9376" r="9376" t="39488"/>
            <a:stretch/>
          </p:blipFill>
          <p:spPr>
            <a:xfrm>
              <a:off x="1764520" y="3138827"/>
              <a:ext cx="350711" cy="102370"/>
            </a:xfrm>
            <a:prstGeom prst="rect">
              <a:avLst/>
            </a:prstGeom>
            <a:noFill/>
            <a:ln>
              <a:noFill/>
            </a:ln>
          </p:spPr>
        </p:pic>
        <p:pic>
          <p:nvPicPr>
            <p:cNvPr id="2774" name="Google Shape;2774;p115"/>
            <p:cNvPicPr preferRelativeResize="0"/>
            <p:nvPr/>
          </p:nvPicPr>
          <p:blipFill rotWithShape="1">
            <a:blip r:embed="rId3">
              <a:alphaModFix/>
            </a:blip>
            <a:srcRect b="36791" l="9376" r="9376" t="39488"/>
            <a:stretch/>
          </p:blipFill>
          <p:spPr>
            <a:xfrm>
              <a:off x="1764520" y="3018898"/>
              <a:ext cx="350711" cy="102371"/>
            </a:xfrm>
            <a:prstGeom prst="rect">
              <a:avLst/>
            </a:prstGeom>
            <a:noFill/>
            <a:ln>
              <a:noFill/>
            </a:ln>
          </p:spPr>
        </p:pic>
      </p:grpSp>
      <p:grpSp>
        <p:nvGrpSpPr>
          <p:cNvPr id="2775" name="Google Shape;2775;p115"/>
          <p:cNvGrpSpPr/>
          <p:nvPr/>
        </p:nvGrpSpPr>
        <p:grpSpPr>
          <a:xfrm>
            <a:off x="4576747" y="5413575"/>
            <a:ext cx="350711" cy="342222"/>
            <a:chOff x="4500547" y="5413575"/>
            <a:chExt cx="350711" cy="342222"/>
          </a:xfrm>
        </p:grpSpPr>
        <p:pic>
          <p:nvPicPr>
            <p:cNvPr id="2776" name="Google Shape;2776;p115"/>
            <p:cNvPicPr preferRelativeResize="0"/>
            <p:nvPr/>
          </p:nvPicPr>
          <p:blipFill rotWithShape="1">
            <a:blip r:embed="rId3">
              <a:alphaModFix/>
            </a:blip>
            <a:srcRect b="36791" l="9376" r="9376" t="39488"/>
            <a:stretch/>
          </p:blipFill>
          <p:spPr>
            <a:xfrm>
              <a:off x="4500547" y="5653427"/>
              <a:ext cx="350711" cy="102371"/>
            </a:xfrm>
            <a:prstGeom prst="rect">
              <a:avLst/>
            </a:prstGeom>
            <a:noFill/>
            <a:ln>
              <a:noFill/>
            </a:ln>
          </p:spPr>
        </p:pic>
        <p:pic>
          <p:nvPicPr>
            <p:cNvPr id="2777" name="Google Shape;2777;p115"/>
            <p:cNvPicPr preferRelativeResize="0"/>
            <p:nvPr/>
          </p:nvPicPr>
          <p:blipFill rotWithShape="1">
            <a:blip r:embed="rId3">
              <a:alphaModFix/>
            </a:blip>
            <a:srcRect b="36791" l="9376" r="9376" t="39488"/>
            <a:stretch/>
          </p:blipFill>
          <p:spPr>
            <a:xfrm>
              <a:off x="4500547" y="5533498"/>
              <a:ext cx="350711" cy="102371"/>
            </a:xfrm>
            <a:prstGeom prst="rect">
              <a:avLst/>
            </a:prstGeom>
            <a:noFill/>
            <a:ln>
              <a:noFill/>
            </a:ln>
          </p:spPr>
        </p:pic>
        <p:pic>
          <p:nvPicPr>
            <p:cNvPr id="2778" name="Google Shape;2778;p115"/>
            <p:cNvPicPr preferRelativeResize="0"/>
            <p:nvPr/>
          </p:nvPicPr>
          <p:blipFill rotWithShape="1">
            <a:blip r:embed="rId3">
              <a:alphaModFix/>
            </a:blip>
            <a:srcRect b="36791" l="9376" r="9376" t="39488"/>
            <a:stretch/>
          </p:blipFill>
          <p:spPr>
            <a:xfrm>
              <a:off x="4500553" y="5413575"/>
              <a:ext cx="350700" cy="102376"/>
            </a:xfrm>
            <a:prstGeom prst="rect">
              <a:avLst/>
            </a:prstGeom>
            <a:noFill/>
            <a:ln>
              <a:noFill/>
            </a:ln>
          </p:spPr>
        </p:pic>
      </p:grpSp>
      <p:sp>
        <p:nvSpPr>
          <p:cNvPr id="2779" name="Google Shape;2779;p11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pSp>
        <p:nvGrpSpPr>
          <p:cNvPr id="2780" name="Google Shape;2780;p115"/>
          <p:cNvGrpSpPr/>
          <p:nvPr/>
        </p:nvGrpSpPr>
        <p:grpSpPr>
          <a:xfrm>
            <a:off x="6084914" y="3575415"/>
            <a:ext cx="1233548" cy="400200"/>
            <a:chOff x="9030285" y="1083983"/>
            <a:chExt cx="1233548" cy="400200"/>
          </a:xfrm>
        </p:grpSpPr>
        <p:pic>
          <p:nvPicPr>
            <p:cNvPr id="2781" name="Google Shape;2781;p115"/>
            <p:cNvPicPr preferRelativeResize="0"/>
            <p:nvPr/>
          </p:nvPicPr>
          <p:blipFill>
            <a:blip r:embed="rId5">
              <a:alphaModFix/>
            </a:blip>
            <a:stretch>
              <a:fillRect/>
            </a:stretch>
          </p:blipFill>
          <p:spPr>
            <a:xfrm>
              <a:off x="9030285" y="1083983"/>
              <a:ext cx="400200" cy="400200"/>
            </a:xfrm>
            <a:prstGeom prst="rect">
              <a:avLst/>
            </a:prstGeom>
            <a:noFill/>
            <a:ln>
              <a:noFill/>
            </a:ln>
          </p:spPr>
        </p:pic>
        <p:sp>
          <p:nvSpPr>
            <p:cNvPr id="2782" name="Google Shape;2782;p115"/>
            <p:cNvSpPr txBox="1"/>
            <p:nvPr/>
          </p:nvSpPr>
          <p:spPr>
            <a:xfrm>
              <a:off x="9411833" y="1114733"/>
              <a:ext cx="85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Automation</a:t>
              </a:r>
              <a:endParaRPr sz="1000">
                <a:latin typeface="Overpass Light"/>
                <a:ea typeface="Overpass Light"/>
                <a:cs typeface="Overpass Light"/>
                <a:sym typeface="Overpass Light"/>
              </a:endParaRPr>
            </a:p>
          </p:txBody>
        </p:sp>
      </p:grpSp>
      <p:grpSp>
        <p:nvGrpSpPr>
          <p:cNvPr id="2783" name="Google Shape;2783;p115"/>
          <p:cNvGrpSpPr/>
          <p:nvPr/>
        </p:nvGrpSpPr>
        <p:grpSpPr>
          <a:xfrm>
            <a:off x="6721081" y="1746615"/>
            <a:ext cx="1113243" cy="400200"/>
            <a:chOff x="9030285" y="1562396"/>
            <a:chExt cx="1113243" cy="400200"/>
          </a:xfrm>
        </p:grpSpPr>
        <p:pic>
          <p:nvPicPr>
            <p:cNvPr id="2784" name="Google Shape;2784;p115"/>
            <p:cNvPicPr preferRelativeResize="0"/>
            <p:nvPr/>
          </p:nvPicPr>
          <p:blipFill>
            <a:blip r:embed="rId6">
              <a:alphaModFix/>
            </a:blip>
            <a:stretch>
              <a:fillRect/>
            </a:stretch>
          </p:blipFill>
          <p:spPr>
            <a:xfrm>
              <a:off x="9030285" y="1562396"/>
              <a:ext cx="400200" cy="400200"/>
            </a:xfrm>
            <a:prstGeom prst="rect">
              <a:avLst/>
            </a:prstGeom>
            <a:noFill/>
            <a:ln>
              <a:noFill/>
            </a:ln>
          </p:spPr>
        </p:pic>
        <p:sp>
          <p:nvSpPr>
            <p:cNvPr id="2785" name="Google Shape;2785;p115"/>
            <p:cNvSpPr txBox="1"/>
            <p:nvPr/>
          </p:nvSpPr>
          <p:spPr>
            <a:xfrm>
              <a:off x="9411828" y="1593156"/>
              <a:ext cx="73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Lifecycle</a:t>
              </a:r>
              <a:endParaRPr sz="1000">
                <a:latin typeface="Overpass Light"/>
                <a:ea typeface="Overpass Light"/>
                <a:cs typeface="Overpass Light"/>
                <a:sym typeface="Overpass Light"/>
              </a:endParaRPr>
            </a:p>
          </p:txBody>
        </p:sp>
      </p:grpSp>
      <p:grpSp>
        <p:nvGrpSpPr>
          <p:cNvPr id="2786" name="Google Shape;2786;p115"/>
          <p:cNvGrpSpPr/>
          <p:nvPr/>
        </p:nvGrpSpPr>
        <p:grpSpPr>
          <a:xfrm>
            <a:off x="6668410" y="5328025"/>
            <a:ext cx="1344880" cy="400200"/>
            <a:chOff x="9030285" y="2040808"/>
            <a:chExt cx="1420448" cy="400200"/>
          </a:xfrm>
        </p:grpSpPr>
        <p:pic>
          <p:nvPicPr>
            <p:cNvPr id="2787" name="Google Shape;2787;p115"/>
            <p:cNvPicPr preferRelativeResize="0"/>
            <p:nvPr/>
          </p:nvPicPr>
          <p:blipFill>
            <a:blip r:embed="rId7">
              <a:alphaModFix/>
            </a:blip>
            <a:stretch>
              <a:fillRect/>
            </a:stretch>
          </p:blipFill>
          <p:spPr>
            <a:xfrm>
              <a:off x="9030285" y="2040808"/>
              <a:ext cx="400200" cy="400200"/>
            </a:xfrm>
            <a:prstGeom prst="rect">
              <a:avLst/>
            </a:prstGeom>
            <a:noFill/>
            <a:ln>
              <a:noFill/>
            </a:ln>
          </p:spPr>
        </p:pic>
        <p:sp>
          <p:nvSpPr>
            <p:cNvPr id="2788" name="Google Shape;2788;p115"/>
            <p:cNvSpPr txBox="1"/>
            <p:nvPr/>
          </p:nvSpPr>
          <p:spPr>
            <a:xfrm>
              <a:off x="9411833" y="2071558"/>
              <a:ext cx="103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Security/SSO</a:t>
              </a:r>
              <a:endParaRPr sz="1000">
                <a:latin typeface="Overpass Light"/>
                <a:ea typeface="Overpass Light"/>
                <a:cs typeface="Overpass Light"/>
                <a:sym typeface="Overpass Light"/>
              </a:endParaRPr>
            </a:p>
          </p:txBody>
        </p:sp>
      </p:grpSp>
      <p:grpSp>
        <p:nvGrpSpPr>
          <p:cNvPr id="2789" name="Google Shape;2789;p115"/>
          <p:cNvGrpSpPr/>
          <p:nvPr/>
        </p:nvGrpSpPr>
        <p:grpSpPr>
          <a:xfrm>
            <a:off x="6254853" y="2584815"/>
            <a:ext cx="1248242" cy="400200"/>
            <a:chOff x="9030285" y="2519221"/>
            <a:chExt cx="1248242" cy="400200"/>
          </a:xfrm>
        </p:grpSpPr>
        <p:pic>
          <p:nvPicPr>
            <p:cNvPr id="2790" name="Google Shape;2790;p115"/>
            <p:cNvPicPr preferRelativeResize="0"/>
            <p:nvPr/>
          </p:nvPicPr>
          <p:blipFill>
            <a:blip r:embed="rId8">
              <a:alphaModFix/>
            </a:blip>
            <a:stretch>
              <a:fillRect/>
            </a:stretch>
          </p:blipFill>
          <p:spPr>
            <a:xfrm>
              <a:off x="9030285" y="2519221"/>
              <a:ext cx="400200" cy="400200"/>
            </a:xfrm>
            <a:prstGeom prst="rect">
              <a:avLst/>
            </a:prstGeom>
            <a:noFill/>
            <a:ln>
              <a:noFill/>
            </a:ln>
          </p:spPr>
        </p:pic>
        <p:sp>
          <p:nvSpPr>
            <p:cNvPr id="2791" name="Google Shape;2791;p115"/>
            <p:cNvSpPr txBox="1"/>
            <p:nvPr/>
          </p:nvSpPr>
          <p:spPr>
            <a:xfrm>
              <a:off x="9411827" y="2549981"/>
              <a:ext cx="86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Compliance</a:t>
              </a:r>
              <a:endParaRPr sz="1000">
                <a:latin typeface="Overpass Light"/>
                <a:ea typeface="Overpass Light"/>
                <a:cs typeface="Overpass Light"/>
                <a:sym typeface="Overpass Light"/>
              </a:endParaRPr>
            </a:p>
          </p:txBody>
        </p:sp>
      </p:grpSp>
      <p:grpSp>
        <p:nvGrpSpPr>
          <p:cNvPr id="2792" name="Google Shape;2792;p115"/>
          <p:cNvGrpSpPr/>
          <p:nvPr/>
        </p:nvGrpSpPr>
        <p:grpSpPr>
          <a:xfrm>
            <a:off x="6210885" y="4489815"/>
            <a:ext cx="1409040" cy="400200"/>
            <a:chOff x="9030285" y="2997633"/>
            <a:chExt cx="1409040" cy="400200"/>
          </a:xfrm>
        </p:grpSpPr>
        <p:pic>
          <p:nvPicPr>
            <p:cNvPr id="2793" name="Google Shape;2793;p115"/>
            <p:cNvPicPr preferRelativeResize="0"/>
            <p:nvPr/>
          </p:nvPicPr>
          <p:blipFill>
            <a:blip r:embed="rId9">
              <a:alphaModFix/>
            </a:blip>
            <a:stretch>
              <a:fillRect/>
            </a:stretch>
          </p:blipFill>
          <p:spPr>
            <a:xfrm>
              <a:off x="9030285" y="2997633"/>
              <a:ext cx="400200" cy="400200"/>
            </a:xfrm>
            <a:prstGeom prst="rect">
              <a:avLst/>
            </a:prstGeom>
            <a:noFill/>
            <a:ln>
              <a:noFill/>
            </a:ln>
          </p:spPr>
        </p:pic>
        <p:sp>
          <p:nvSpPr>
            <p:cNvPr id="2794" name="Google Shape;2794;p115"/>
            <p:cNvSpPr txBox="1"/>
            <p:nvPr/>
          </p:nvSpPr>
          <p:spPr>
            <a:xfrm>
              <a:off x="9411825" y="3028394"/>
              <a:ext cx="10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Configuration</a:t>
              </a:r>
              <a:endParaRPr sz="1000">
                <a:latin typeface="Overpass Light"/>
                <a:ea typeface="Overpass Light"/>
                <a:cs typeface="Overpass Light"/>
                <a:sym typeface="Overpass Light"/>
              </a:endParaRPr>
            </a:p>
          </p:txBody>
        </p:sp>
      </p:grpSp>
      <p:pic>
        <p:nvPicPr>
          <p:cNvPr id="2795" name="Google Shape;2795;p115"/>
          <p:cNvPicPr preferRelativeResize="0"/>
          <p:nvPr/>
        </p:nvPicPr>
        <p:blipFill>
          <a:blip r:embed="rId10">
            <a:alphaModFix/>
          </a:blip>
          <a:stretch>
            <a:fillRect/>
          </a:stretch>
        </p:blipFill>
        <p:spPr>
          <a:xfrm>
            <a:off x="8518800" y="4895825"/>
            <a:ext cx="554262" cy="559800"/>
          </a:xfrm>
          <a:prstGeom prst="rect">
            <a:avLst/>
          </a:prstGeom>
          <a:noFill/>
          <a:ln>
            <a:noFill/>
          </a:ln>
        </p:spPr>
      </p:pic>
      <p:grpSp>
        <p:nvGrpSpPr>
          <p:cNvPr id="2796" name="Google Shape;2796;p115"/>
          <p:cNvGrpSpPr/>
          <p:nvPr/>
        </p:nvGrpSpPr>
        <p:grpSpPr>
          <a:xfrm>
            <a:off x="8548731" y="2177188"/>
            <a:ext cx="494400" cy="496800"/>
            <a:chOff x="4343234" y="4889450"/>
            <a:chExt cx="494400" cy="496800"/>
          </a:xfrm>
        </p:grpSpPr>
        <p:sp>
          <p:nvSpPr>
            <p:cNvPr id="2797" name="Google Shape;2797;p115"/>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98" name="Google Shape;2798;p115"/>
            <p:cNvPicPr preferRelativeResize="0"/>
            <p:nvPr/>
          </p:nvPicPr>
          <p:blipFill rotWithShape="1">
            <a:blip r:embed="rId11">
              <a:alphaModFix/>
            </a:blip>
            <a:srcRect b="9632" l="15541" r="14164" t="9218"/>
            <a:stretch/>
          </p:blipFill>
          <p:spPr>
            <a:xfrm>
              <a:off x="4397312" y="4907788"/>
              <a:ext cx="400050" cy="461900"/>
            </a:xfrm>
            <a:prstGeom prst="rect">
              <a:avLst/>
            </a:prstGeom>
            <a:noFill/>
            <a:ln>
              <a:noFill/>
            </a:ln>
          </p:spPr>
        </p:pic>
      </p:grpSp>
      <p:grpSp>
        <p:nvGrpSpPr>
          <p:cNvPr id="2799" name="Google Shape;2799;p115"/>
          <p:cNvGrpSpPr/>
          <p:nvPr/>
        </p:nvGrpSpPr>
        <p:grpSpPr>
          <a:xfrm>
            <a:off x="8010629" y="3000350"/>
            <a:ext cx="537800" cy="537800"/>
            <a:chOff x="6681800" y="5400650"/>
            <a:chExt cx="537800" cy="537800"/>
          </a:xfrm>
        </p:grpSpPr>
        <p:pic>
          <p:nvPicPr>
            <p:cNvPr id="2800" name="Google Shape;2800;p115"/>
            <p:cNvPicPr preferRelativeResize="0"/>
            <p:nvPr/>
          </p:nvPicPr>
          <p:blipFill>
            <a:blip r:embed="rId12">
              <a:alphaModFix/>
            </a:blip>
            <a:stretch>
              <a:fillRect/>
            </a:stretch>
          </p:blipFill>
          <p:spPr>
            <a:xfrm>
              <a:off x="6681800" y="5400650"/>
              <a:ext cx="537800" cy="537800"/>
            </a:xfrm>
            <a:prstGeom prst="rect">
              <a:avLst/>
            </a:prstGeom>
            <a:noFill/>
            <a:ln>
              <a:noFill/>
            </a:ln>
          </p:spPr>
        </p:pic>
        <p:sp>
          <p:nvSpPr>
            <p:cNvPr id="2801" name="Google Shape;2801;p115"/>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2" name="Google Shape;2802;p115"/>
          <p:cNvGrpSpPr/>
          <p:nvPr/>
        </p:nvGrpSpPr>
        <p:grpSpPr>
          <a:xfrm>
            <a:off x="8032329" y="4082188"/>
            <a:ext cx="494400" cy="496800"/>
            <a:chOff x="5034647" y="3015388"/>
            <a:chExt cx="494400" cy="496800"/>
          </a:xfrm>
        </p:grpSpPr>
        <p:pic>
          <p:nvPicPr>
            <p:cNvPr id="2803" name="Google Shape;2803;p115"/>
            <p:cNvPicPr preferRelativeResize="0"/>
            <p:nvPr/>
          </p:nvPicPr>
          <p:blipFill rotWithShape="1">
            <a:blip r:embed="rId13">
              <a:alphaModFix/>
            </a:blip>
            <a:srcRect b="13122" l="12810" r="11523" t="12272"/>
            <a:stretch/>
          </p:blipFill>
          <p:spPr>
            <a:xfrm>
              <a:off x="5089000" y="3066175"/>
              <a:ext cx="406925" cy="400200"/>
            </a:xfrm>
            <a:prstGeom prst="rect">
              <a:avLst/>
            </a:prstGeom>
            <a:noFill/>
            <a:ln>
              <a:noFill/>
            </a:ln>
          </p:spPr>
        </p:pic>
        <p:sp>
          <p:nvSpPr>
            <p:cNvPr id="2804" name="Google Shape;2804;p115"/>
            <p:cNvSpPr/>
            <p:nvPr/>
          </p:nvSpPr>
          <p:spPr>
            <a:xfrm>
              <a:off x="5034647" y="3015388"/>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5" name="Google Shape;2805;p115"/>
          <p:cNvSpPr txBox="1"/>
          <p:nvPr/>
        </p:nvSpPr>
        <p:spPr>
          <a:xfrm>
            <a:off x="9073316" y="3351550"/>
            <a:ext cx="636900" cy="4002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accent1"/>
                </a:solidFill>
                <a:latin typeface="Red Hat Display"/>
                <a:ea typeface="Red Hat Display"/>
                <a:cs typeface="Red Hat Display"/>
                <a:sym typeface="Red Hat Display"/>
              </a:rPr>
              <a:t>DNS</a:t>
            </a:r>
            <a:endParaRPr b="1">
              <a:solidFill>
                <a:schemeClr val="accent1"/>
              </a:solidFill>
              <a:latin typeface="Red Hat Display"/>
              <a:ea typeface="Red Hat Display"/>
              <a:cs typeface="Red Hat Display"/>
              <a:sym typeface="Red Hat Display"/>
            </a:endParaRPr>
          </a:p>
        </p:txBody>
      </p:sp>
      <p:sp>
        <p:nvSpPr>
          <p:cNvPr id="2806" name="Google Shape;2806;p115"/>
          <p:cNvSpPr txBox="1"/>
          <p:nvPr/>
        </p:nvSpPr>
        <p:spPr>
          <a:xfrm>
            <a:off x="9073316" y="3808748"/>
            <a:ext cx="636900" cy="4002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accent1"/>
                </a:solidFill>
                <a:latin typeface="Red Hat Display"/>
                <a:ea typeface="Red Hat Display"/>
                <a:cs typeface="Red Hat Display"/>
                <a:sym typeface="Red Hat Display"/>
              </a:rPr>
              <a:t>TIME</a:t>
            </a:r>
            <a:endParaRPr b="1">
              <a:solidFill>
                <a:schemeClr val="accent1"/>
              </a:solidFill>
              <a:latin typeface="Red Hat Display"/>
              <a:ea typeface="Red Hat Display"/>
              <a:cs typeface="Red Hat Display"/>
              <a:sym typeface="Red Hat Display"/>
            </a:endParaRPr>
          </a:p>
        </p:txBody>
      </p:sp>
      <p:pic>
        <p:nvPicPr>
          <p:cNvPr id="2807" name="Google Shape;2807;p115"/>
          <p:cNvPicPr preferRelativeResize="0"/>
          <p:nvPr/>
        </p:nvPicPr>
        <p:blipFill>
          <a:blip r:embed="rId14">
            <a:alphaModFix/>
          </a:blip>
          <a:stretch>
            <a:fillRect/>
          </a:stretch>
        </p:blipFill>
        <p:spPr>
          <a:xfrm>
            <a:off x="5472749" y="80016"/>
            <a:ext cx="448200" cy="143709"/>
          </a:xfrm>
          <a:prstGeom prst="rect">
            <a:avLst/>
          </a:prstGeom>
          <a:noFill/>
          <a:ln>
            <a:noFill/>
          </a:ln>
        </p:spPr>
      </p:pic>
      <p:pic>
        <p:nvPicPr>
          <p:cNvPr id="2808" name="Google Shape;2808;p115"/>
          <p:cNvPicPr preferRelativeResize="0"/>
          <p:nvPr/>
        </p:nvPicPr>
        <p:blipFill>
          <a:blip r:embed="rId15">
            <a:alphaModFix/>
          </a:blip>
          <a:stretch>
            <a:fillRect/>
          </a:stretch>
        </p:blipFill>
        <p:spPr>
          <a:xfrm>
            <a:off x="6433474" y="289129"/>
            <a:ext cx="448200" cy="270410"/>
          </a:xfrm>
          <a:prstGeom prst="rect">
            <a:avLst/>
          </a:prstGeom>
          <a:noFill/>
          <a:ln>
            <a:noFill/>
          </a:ln>
        </p:spPr>
      </p:pic>
      <p:pic>
        <p:nvPicPr>
          <p:cNvPr id="2809" name="Google Shape;2809;p115"/>
          <p:cNvPicPr preferRelativeResize="0"/>
          <p:nvPr/>
        </p:nvPicPr>
        <p:blipFill>
          <a:blip r:embed="rId16">
            <a:alphaModFix/>
          </a:blip>
          <a:stretch>
            <a:fillRect/>
          </a:stretch>
        </p:blipFill>
        <p:spPr>
          <a:xfrm>
            <a:off x="5850875" y="261686"/>
            <a:ext cx="350725" cy="325313"/>
          </a:xfrm>
          <a:prstGeom prst="rect">
            <a:avLst/>
          </a:prstGeom>
          <a:noFill/>
          <a:ln>
            <a:noFill/>
          </a:ln>
        </p:spPr>
      </p:pic>
      <p:pic>
        <p:nvPicPr>
          <p:cNvPr id="2810" name="Google Shape;2810;p115"/>
          <p:cNvPicPr preferRelativeResize="0"/>
          <p:nvPr/>
        </p:nvPicPr>
        <p:blipFill>
          <a:blip r:embed="rId17">
            <a:alphaModFix/>
          </a:blip>
          <a:stretch>
            <a:fillRect/>
          </a:stretch>
        </p:blipFill>
        <p:spPr>
          <a:xfrm>
            <a:off x="6365750" y="29183"/>
            <a:ext cx="554250" cy="168067"/>
          </a:xfrm>
          <a:prstGeom prst="rect">
            <a:avLst/>
          </a:prstGeom>
          <a:noFill/>
          <a:ln>
            <a:noFill/>
          </a:ln>
        </p:spPr>
      </p:pic>
      <p:pic>
        <p:nvPicPr>
          <p:cNvPr id="2811" name="Google Shape;2811;p115"/>
          <p:cNvPicPr preferRelativeResize="0"/>
          <p:nvPr/>
        </p:nvPicPr>
        <p:blipFill>
          <a:blip r:embed="rId18">
            <a:alphaModFix/>
          </a:blip>
          <a:stretch>
            <a:fillRect/>
          </a:stretch>
        </p:blipFill>
        <p:spPr>
          <a:xfrm>
            <a:off x="7113534" y="29187"/>
            <a:ext cx="448200" cy="434979"/>
          </a:xfrm>
          <a:prstGeom prst="rect">
            <a:avLst/>
          </a:prstGeom>
          <a:noFill/>
          <a:ln>
            <a:noFill/>
          </a:ln>
        </p:spPr>
      </p:pic>
      <p:pic>
        <p:nvPicPr>
          <p:cNvPr id="2812" name="Google Shape;2812;p115"/>
          <p:cNvPicPr preferRelativeResize="0"/>
          <p:nvPr/>
        </p:nvPicPr>
        <p:blipFill rotWithShape="1">
          <a:blip r:embed="rId19">
            <a:alphaModFix/>
          </a:blip>
          <a:srcRect b="13799" l="9942" r="10962" t="13031"/>
          <a:stretch/>
        </p:blipFill>
        <p:spPr>
          <a:xfrm>
            <a:off x="10975608" y="3698392"/>
            <a:ext cx="762000" cy="566088"/>
          </a:xfrm>
          <a:prstGeom prst="rect">
            <a:avLst/>
          </a:prstGeom>
          <a:noFill/>
          <a:ln>
            <a:noFill/>
          </a:ln>
        </p:spPr>
      </p:pic>
      <p:pic>
        <p:nvPicPr>
          <p:cNvPr id="2813" name="Google Shape;2813;p115"/>
          <p:cNvPicPr preferRelativeResize="0"/>
          <p:nvPr/>
        </p:nvPicPr>
        <p:blipFill>
          <a:blip r:embed="rId20">
            <a:alphaModFix/>
          </a:blip>
          <a:stretch>
            <a:fillRect/>
          </a:stretch>
        </p:blipFill>
        <p:spPr>
          <a:xfrm>
            <a:off x="10682155" y="4432275"/>
            <a:ext cx="878277" cy="435000"/>
          </a:xfrm>
          <a:prstGeom prst="rect">
            <a:avLst/>
          </a:prstGeom>
          <a:noFill/>
          <a:ln>
            <a:noFill/>
          </a:ln>
        </p:spPr>
      </p:pic>
      <p:pic>
        <p:nvPicPr>
          <p:cNvPr id="2814" name="Google Shape;2814;p115"/>
          <p:cNvPicPr preferRelativeResize="0"/>
          <p:nvPr/>
        </p:nvPicPr>
        <p:blipFill>
          <a:blip r:embed="rId21">
            <a:alphaModFix/>
          </a:blip>
          <a:stretch>
            <a:fillRect/>
          </a:stretch>
        </p:blipFill>
        <p:spPr>
          <a:xfrm>
            <a:off x="10153650" y="5095575"/>
            <a:ext cx="637011" cy="457500"/>
          </a:xfrm>
          <a:prstGeom prst="rect">
            <a:avLst/>
          </a:prstGeom>
          <a:noFill/>
          <a:ln>
            <a:noFill/>
          </a:ln>
        </p:spPr>
      </p:pic>
      <p:pic>
        <p:nvPicPr>
          <p:cNvPr id="2815" name="Google Shape;2815;p115"/>
          <p:cNvPicPr preferRelativeResize="0"/>
          <p:nvPr/>
        </p:nvPicPr>
        <p:blipFill rotWithShape="1">
          <a:blip r:embed="rId22">
            <a:alphaModFix/>
          </a:blip>
          <a:srcRect b="0" l="24529" r="28316" t="0"/>
          <a:stretch/>
        </p:blipFill>
        <p:spPr>
          <a:xfrm>
            <a:off x="10834125" y="2696369"/>
            <a:ext cx="731700" cy="834231"/>
          </a:xfrm>
          <a:prstGeom prst="rect">
            <a:avLst/>
          </a:prstGeom>
          <a:noFill/>
          <a:ln>
            <a:noFill/>
          </a:ln>
        </p:spPr>
      </p:pic>
      <p:pic>
        <p:nvPicPr>
          <p:cNvPr id="2816" name="Google Shape;2816;p115"/>
          <p:cNvPicPr preferRelativeResize="0"/>
          <p:nvPr/>
        </p:nvPicPr>
        <p:blipFill rotWithShape="1">
          <a:blip r:embed="rId23">
            <a:alphaModFix/>
          </a:blip>
          <a:srcRect b="0" l="28179" r="28240" t="0"/>
          <a:stretch/>
        </p:blipFill>
        <p:spPr>
          <a:xfrm>
            <a:off x="10279875" y="2149792"/>
            <a:ext cx="554250" cy="612358"/>
          </a:xfrm>
          <a:prstGeom prst="rect">
            <a:avLst/>
          </a:prstGeom>
          <a:noFill/>
          <a:ln>
            <a:noFill/>
          </a:ln>
        </p:spPr>
      </p:pic>
      <p:grpSp>
        <p:nvGrpSpPr>
          <p:cNvPr id="2817" name="Google Shape;2817;p115"/>
          <p:cNvGrpSpPr/>
          <p:nvPr/>
        </p:nvGrpSpPr>
        <p:grpSpPr>
          <a:xfrm>
            <a:off x="4192698" y="3578872"/>
            <a:ext cx="1063003" cy="320100"/>
            <a:chOff x="7850298" y="5712472"/>
            <a:chExt cx="1063003" cy="320100"/>
          </a:xfrm>
        </p:grpSpPr>
        <p:grpSp>
          <p:nvGrpSpPr>
            <p:cNvPr id="2818" name="Google Shape;2818;p115"/>
            <p:cNvGrpSpPr/>
            <p:nvPr/>
          </p:nvGrpSpPr>
          <p:grpSpPr>
            <a:xfrm>
              <a:off x="8221825" y="5712503"/>
              <a:ext cx="320025" cy="320039"/>
              <a:chOff x="3734825" y="5794325"/>
              <a:chExt cx="494400" cy="496800"/>
            </a:xfrm>
          </p:grpSpPr>
          <p:sp>
            <p:nvSpPr>
              <p:cNvPr id="2819" name="Google Shape;2819;p115"/>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20" name="Google Shape;2820;p115"/>
              <p:cNvPicPr preferRelativeResize="0"/>
              <p:nvPr/>
            </p:nvPicPr>
            <p:blipFill>
              <a:blip r:embed="rId24">
                <a:alphaModFix/>
              </a:blip>
              <a:stretch>
                <a:fillRect/>
              </a:stretch>
            </p:blipFill>
            <p:spPr>
              <a:xfrm>
                <a:off x="3768875" y="5833375"/>
                <a:ext cx="431100" cy="431100"/>
              </a:xfrm>
              <a:prstGeom prst="rect">
                <a:avLst/>
              </a:prstGeom>
              <a:noFill/>
              <a:ln>
                <a:noFill/>
              </a:ln>
            </p:spPr>
          </p:pic>
        </p:grpSp>
        <p:grpSp>
          <p:nvGrpSpPr>
            <p:cNvPr id="2821" name="Google Shape;2821;p115"/>
            <p:cNvGrpSpPr/>
            <p:nvPr/>
          </p:nvGrpSpPr>
          <p:grpSpPr>
            <a:xfrm>
              <a:off x="8593276" y="5712502"/>
              <a:ext cx="320025" cy="320041"/>
              <a:chOff x="4343234" y="4889450"/>
              <a:chExt cx="494400" cy="496803"/>
            </a:xfrm>
          </p:grpSpPr>
          <p:sp>
            <p:nvSpPr>
              <p:cNvPr id="2822" name="Google Shape;2822;p115"/>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23" name="Google Shape;2823;p115"/>
              <p:cNvPicPr preferRelativeResize="0"/>
              <p:nvPr/>
            </p:nvPicPr>
            <p:blipFill rotWithShape="1">
              <a:blip r:embed="rId11">
                <a:alphaModFix/>
              </a:blip>
              <a:srcRect b="6729" l="13134" r="11033" t="8625"/>
              <a:stretch/>
            </p:blipFill>
            <p:spPr>
              <a:xfrm>
                <a:off x="4383607" y="4904479"/>
                <a:ext cx="431559" cy="481775"/>
              </a:xfrm>
              <a:prstGeom prst="rect">
                <a:avLst/>
              </a:prstGeom>
              <a:noFill/>
              <a:ln>
                <a:noFill/>
              </a:ln>
            </p:spPr>
          </p:pic>
        </p:grpSp>
        <p:grpSp>
          <p:nvGrpSpPr>
            <p:cNvPr id="2824" name="Google Shape;2824;p115"/>
            <p:cNvGrpSpPr/>
            <p:nvPr/>
          </p:nvGrpSpPr>
          <p:grpSpPr>
            <a:xfrm>
              <a:off x="7850298" y="5712472"/>
              <a:ext cx="320100" cy="320100"/>
              <a:chOff x="7850298" y="5716815"/>
              <a:chExt cx="320100" cy="320100"/>
            </a:xfrm>
          </p:grpSpPr>
          <p:pic>
            <p:nvPicPr>
              <p:cNvPr id="2825" name="Google Shape;2825;p115"/>
              <p:cNvPicPr preferRelativeResize="0"/>
              <p:nvPr/>
            </p:nvPicPr>
            <p:blipFill rotWithShape="1">
              <a:blip r:embed="rId25">
                <a:alphaModFix/>
              </a:blip>
              <a:srcRect b="18682" l="21903" r="23772" t="14924"/>
              <a:stretch/>
            </p:blipFill>
            <p:spPr>
              <a:xfrm>
                <a:off x="7918713" y="5772150"/>
                <a:ext cx="173850" cy="211925"/>
              </a:xfrm>
              <a:prstGeom prst="rect">
                <a:avLst/>
              </a:prstGeom>
              <a:noFill/>
              <a:ln>
                <a:noFill/>
              </a:ln>
            </p:spPr>
          </p:pic>
          <p:sp>
            <p:nvSpPr>
              <p:cNvPr id="2826" name="Google Shape;2826;p115"/>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27" name="Google Shape;2827;p115"/>
          <p:cNvGrpSpPr/>
          <p:nvPr/>
        </p:nvGrpSpPr>
        <p:grpSpPr>
          <a:xfrm>
            <a:off x="3030676" y="3578902"/>
            <a:ext cx="320025" cy="320041"/>
            <a:chOff x="4343234" y="4889450"/>
            <a:chExt cx="494400" cy="496803"/>
          </a:xfrm>
        </p:grpSpPr>
        <p:sp>
          <p:nvSpPr>
            <p:cNvPr id="2828" name="Google Shape;2828;p115"/>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29" name="Google Shape;2829;p115"/>
            <p:cNvPicPr preferRelativeResize="0"/>
            <p:nvPr/>
          </p:nvPicPr>
          <p:blipFill rotWithShape="1">
            <a:blip r:embed="rId11">
              <a:alphaModFix/>
            </a:blip>
            <a:srcRect b="6729" l="13134" r="11033" t="8625"/>
            <a:stretch/>
          </p:blipFill>
          <p:spPr>
            <a:xfrm>
              <a:off x="4383607" y="4904479"/>
              <a:ext cx="431559" cy="481775"/>
            </a:xfrm>
            <a:prstGeom prst="rect">
              <a:avLst/>
            </a:prstGeom>
            <a:noFill/>
            <a:ln>
              <a:noFill/>
            </a:ln>
          </p:spPr>
        </p:pic>
      </p:grpSp>
      <p:grpSp>
        <p:nvGrpSpPr>
          <p:cNvPr id="2830" name="Google Shape;2830;p115"/>
          <p:cNvGrpSpPr/>
          <p:nvPr/>
        </p:nvGrpSpPr>
        <p:grpSpPr>
          <a:xfrm>
            <a:off x="2668698" y="3578872"/>
            <a:ext cx="320100" cy="320100"/>
            <a:chOff x="7850298" y="5716815"/>
            <a:chExt cx="320100" cy="320100"/>
          </a:xfrm>
        </p:grpSpPr>
        <p:pic>
          <p:nvPicPr>
            <p:cNvPr id="2831" name="Google Shape;2831;p115"/>
            <p:cNvPicPr preferRelativeResize="0"/>
            <p:nvPr/>
          </p:nvPicPr>
          <p:blipFill rotWithShape="1">
            <a:blip r:embed="rId25">
              <a:alphaModFix/>
            </a:blip>
            <a:srcRect b="18682" l="21903" r="23772" t="14924"/>
            <a:stretch/>
          </p:blipFill>
          <p:spPr>
            <a:xfrm>
              <a:off x="7918713" y="5772150"/>
              <a:ext cx="173850" cy="211925"/>
            </a:xfrm>
            <a:prstGeom prst="rect">
              <a:avLst/>
            </a:prstGeom>
            <a:noFill/>
            <a:ln>
              <a:noFill/>
            </a:ln>
          </p:spPr>
        </p:pic>
        <p:sp>
          <p:nvSpPr>
            <p:cNvPr id="2832" name="Google Shape;2832;p115"/>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3" name="Google Shape;2833;p115"/>
          <p:cNvGrpSpPr/>
          <p:nvPr/>
        </p:nvGrpSpPr>
        <p:grpSpPr>
          <a:xfrm>
            <a:off x="4576747" y="1832175"/>
            <a:ext cx="350711" cy="342222"/>
            <a:chOff x="1909747" y="1984575"/>
            <a:chExt cx="350711" cy="342222"/>
          </a:xfrm>
        </p:grpSpPr>
        <p:pic>
          <p:nvPicPr>
            <p:cNvPr id="2834" name="Google Shape;2834;p115"/>
            <p:cNvPicPr preferRelativeResize="0"/>
            <p:nvPr/>
          </p:nvPicPr>
          <p:blipFill rotWithShape="1">
            <a:blip r:embed="rId3">
              <a:alphaModFix/>
            </a:blip>
            <a:srcRect b="36791" l="9376" r="9376" t="39488"/>
            <a:stretch/>
          </p:blipFill>
          <p:spPr>
            <a:xfrm>
              <a:off x="1909747" y="2224427"/>
              <a:ext cx="350711" cy="102370"/>
            </a:xfrm>
            <a:prstGeom prst="rect">
              <a:avLst/>
            </a:prstGeom>
            <a:noFill/>
            <a:ln>
              <a:noFill/>
            </a:ln>
          </p:spPr>
        </p:pic>
        <p:pic>
          <p:nvPicPr>
            <p:cNvPr id="2835" name="Google Shape;2835;p115"/>
            <p:cNvPicPr preferRelativeResize="0"/>
            <p:nvPr/>
          </p:nvPicPr>
          <p:blipFill rotWithShape="1">
            <a:blip r:embed="rId3">
              <a:alphaModFix/>
            </a:blip>
            <a:srcRect b="36791" l="9376" r="9376" t="39488"/>
            <a:stretch/>
          </p:blipFill>
          <p:spPr>
            <a:xfrm>
              <a:off x="1909747" y="2104498"/>
              <a:ext cx="350711" cy="102371"/>
            </a:xfrm>
            <a:prstGeom prst="rect">
              <a:avLst/>
            </a:prstGeom>
            <a:noFill/>
            <a:ln>
              <a:noFill/>
            </a:ln>
          </p:spPr>
        </p:pic>
        <p:pic>
          <p:nvPicPr>
            <p:cNvPr id="2836" name="Google Shape;2836;p115"/>
            <p:cNvPicPr preferRelativeResize="0"/>
            <p:nvPr/>
          </p:nvPicPr>
          <p:blipFill rotWithShape="1">
            <a:blip r:embed="rId3">
              <a:alphaModFix/>
            </a:blip>
            <a:srcRect b="36791" l="9376" r="9376" t="39488"/>
            <a:stretch/>
          </p:blipFill>
          <p:spPr>
            <a:xfrm>
              <a:off x="1909753" y="1984575"/>
              <a:ext cx="350700" cy="102376"/>
            </a:xfrm>
            <a:prstGeom prst="rect">
              <a:avLst/>
            </a:prstGeom>
            <a:noFill/>
            <a:ln>
              <a:noFill/>
            </a:ln>
          </p:spPr>
        </p:pic>
      </p:grpSp>
      <p:pic>
        <p:nvPicPr>
          <p:cNvPr id="2837" name="Google Shape;2837;p115"/>
          <p:cNvPicPr preferRelativeResize="0"/>
          <p:nvPr/>
        </p:nvPicPr>
        <p:blipFill rotWithShape="1">
          <a:blip r:embed="rId3">
            <a:alphaModFix/>
          </a:blip>
          <a:srcRect b="36791" l="9376" r="9376" t="39488"/>
          <a:stretch/>
        </p:blipFill>
        <p:spPr>
          <a:xfrm>
            <a:off x="3814738" y="4601369"/>
            <a:ext cx="350724" cy="102408"/>
          </a:xfrm>
          <a:prstGeom prst="rect">
            <a:avLst/>
          </a:prstGeom>
          <a:noFill/>
          <a:ln>
            <a:noFill/>
          </a:ln>
        </p:spPr>
      </p:pic>
      <p:grpSp>
        <p:nvGrpSpPr>
          <p:cNvPr id="2838" name="Google Shape;2838;p115"/>
          <p:cNvGrpSpPr/>
          <p:nvPr/>
        </p:nvGrpSpPr>
        <p:grpSpPr>
          <a:xfrm>
            <a:off x="4050520" y="5076298"/>
            <a:ext cx="350711" cy="222299"/>
            <a:chOff x="2069320" y="5000098"/>
            <a:chExt cx="350711" cy="222299"/>
          </a:xfrm>
        </p:grpSpPr>
        <p:pic>
          <p:nvPicPr>
            <p:cNvPr id="2839" name="Google Shape;2839;p115"/>
            <p:cNvPicPr preferRelativeResize="0"/>
            <p:nvPr/>
          </p:nvPicPr>
          <p:blipFill rotWithShape="1">
            <a:blip r:embed="rId3">
              <a:alphaModFix/>
            </a:blip>
            <a:srcRect b="36791" l="9376" r="9376" t="39488"/>
            <a:stretch/>
          </p:blipFill>
          <p:spPr>
            <a:xfrm>
              <a:off x="2069320" y="5120027"/>
              <a:ext cx="350711" cy="102371"/>
            </a:xfrm>
            <a:prstGeom prst="rect">
              <a:avLst/>
            </a:prstGeom>
            <a:noFill/>
            <a:ln>
              <a:noFill/>
            </a:ln>
          </p:spPr>
        </p:pic>
        <p:pic>
          <p:nvPicPr>
            <p:cNvPr id="2840" name="Google Shape;2840;p115"/>
            <p:cNvPicPr preferRelativeResize="0"/>
            <p:nvPr/>
          </p:nvPicPr>
          <p:blipFill rotWithShape="1">
            <a:blip r:embed="rId3">
              <a:alphaModFix/>
            </a:blip>
            <a:srcRect b="36791" l="9376" r="9376" t="39488"/>
            <a:stretch/>
          </p:blipFill>
          <p:spPr>
            <a:xfrm>
              <a:off x="2069320" y="5000098"/>
              <a:ext cx="350711" cy="102371"/>
            </a:xfrm>
            <a:prstGeom prst="rect">
              <a:avLst/>
            </a:prstGeom>
            <a:noFill/>
            <a:ln>
              <a:noFill/>
            </a:ln>
          </p:spPr>
        </p:pic>
      </p:grpSp>
      <p:sp>
        <p:nvSpPr>
          <p:cNvPr id="2841" name="Google Shape;2841;p115"/>
          <p:cNvSpPr txBox="1"/>
          <p:nvPr/>
        </p:nvSpPr>
        <p:spPr>
          <a:xfrm>
            <a:off x="9759116" y="3351550"/>
            <a:ext cx="636900" cy="4002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accent1"/>
                </a:solidFill>
                <a:latin typeface="Red Hat Display"/>
                <a:ea typeface="Red Hat Display"/>
                <a:cs typeface="Red Hat Display"/>
                <a:sym typeface="Red Hat Display"/>
              </a:rPr>
              <a:t>IPAM</a:t>
            </a:r>
            <a:endParaRPr b="1">
              <a:solidFill>
                <a:schemeClr val="accent1"/>
              </a:solidFill>
              <a:latin typeface="Red Hat Display"/>
              <a:ea typeface="Red Hat Display"/>
              <a:cs typeface="Red Hat Display"/>
              <a:sym typeface="Red Hat Display"/>
            </a:endParaRPr>
          </a:p>
        </p:txBody>
      </p:sp>
      <p:sp>
        <p:nvSpPr>
          <p:cNvPr id="2842" name="Google Shape;2842;p115"/>
          <p:cNvSpPr txBox="1"/>
          <p:nvPr/>
        </p:nvSpPr>
        <p:spPr>
          <a:xfrm>
            <a:off x="9759116" y="3808750"/>
            <a:ext cx="636900" cy="4002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accent1"/>
                </a:solidFill>
                <a:latin typeface="Red Hat Display"/>
                <a:ea typeface="Red Hat Display"/>
                <a:cs typeface="Red Hat Display"/>
                <a:sym typeface="Red Hat Display"/>
              </a:rPr>
              <a:t>etc..</a:t>
            </a:r>
            <a:endParaRPr b="1">
              <a:solidFill>
                <a:schemeClr val="accent1"/>
              </a:solidFill>
              <a:latin typeface="Red Hat Display"/>
              <a:ea typeface="Red Hat Display"/>
              <a:cs typeface="Red Hat Display"/>
              <a:sym typeface="Red Hat Display"/>
            </a:endParaRPr>
          </a:p>
        </p:txBody>
      </p:sp>
      <p:sp>
        <p:nvSpPr>
          <p:cNvPr id="2843" name="Google Shape;2843;p115"/>
          <p:cNvSpPr txBox="1"/>
          <p:nvPr/>
        </p:nvSpPr>
        <p:spPr>
          <a:xfrm>
            <a:off x="9087400" y="2859125"/>
            <a:ext cx="12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Core services</a:t>
            </a:r>
            <a:endParaRPr>
              <a:latin typeface="Overpass Light"/>
              <a:ea typeface="Overpass Light"/>
              <a:cs typeface="Overpass Light"/>
              <a:sym typeface="Overpass Light"/>
            </a:endParaRPr>
          </a:p>
        </p:txBody>
      </p:sp>
      <p:sp>
        <p:nvSpPr>
          <p:cNvPr id="2844" name="Google Shape;2844;p115"/>
          <p:cNvSpPr txBox="1"/>
          <p:nvPr/>
        </p:nvSpPr>
        <p:spPr>
          <a:xfrm>
            <a:off x="9087400" y="163992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Infrastructure</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Tools</a:t>
            </a:r>
            <a:endParaRPr>
              <a:latin typeface="Overpass Light"/>
              <a:ea typeface="Overpass Light"/>
              <a:cs typeface="Overpass Light"/>
              <a:sym typeface="Overpass Light"/>
            </a:endParaRPr>
          </a:p>
        </p:txBody>
      </p:sp>
      <p:sp>
        <p:nvSpPr>
          <p:cNvPr id="2845" name="Google Shape;2845;p115"/>
          <p:cNvSpPr txBox="1"/>
          <p:nvPr/>
        </p:nvSpPr>
        <p:spPr>
          <a:xfrm>
            <a:off x="7291325" y="102707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Infrastructure</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Services</a:t>
            </a:r>
            <a:endParaRPr>
              <a:latin typeface="Overpass Light"/>
              <a:ea typeface="Overpass Light"/>
              <a:cs typeface="Overpass Light"/>
              <a:sym typeface="Overpass Light"/>
            </a:endParaRPr>
          </a:p>
        </p:txBody>
      </p:sp>
      <p:sp>
        <p:nvSpPr>
          <p:cNvPr id="2846" name="Google Shape;2846;p115"/>
          <p:cNvSpPr txBox="1"/>
          <p:nvPr/>
        </p:nvSpPr>
        <p:spPr>
          <a:xfrm>
            <a:off x="5104875" y="9061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Infrastructure</a:t>
            </a:r>
            <a:endParaRPr>
              <a:latin typeface="Overpass Light"/>
              <a:ea typeface="Overpass Light"/>
              <a:cs typeface="Overpass Light"/>
              <a:sym typeface="Overpass Light"/>
            </a:endParaRPr>
          </a:p>
        </p:txBody>
      </p:sp>
      <p:sp>
        <p:nvSpPr>
          <p:cNvPr id="2847" name="Google Shape;2847;p115"/>
          <p:cNvSpPr txBox="1"/>
          <p:nvPr/>
        </p:nvSpPr>
        <p:spPr>
          <a:xfrm>
            <a:off x="2490725" y="6460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Applications</a:t>
            </a:r>
            <a:endParaRPr>
              <a:latin typeface="Overpass Light"/>
              <a:ea typeface="Overpass Light"/>
              <a:cs typeface="Overpass Light"/>
              <a:sym typeface="Overpass Light"/>
            </a:endParaRPr>
          </a:p>
        </p:txBody>
      </p:sp>
      <p:pic>
        <p:nvPicPr>
          <p:cNvPr id="2848" name="Google Shape;2848;p115"/>
          <p:cNvPicPr preferRelativeResize="0"/>
          <p:nvPr/>
        </p:nvPicPr>
        <p:blipFill rotWithShape="1">
          <a:blip r:embed="rId26">
            <a:alphaModFix/>
          </a:blip>
          <a:srcRect b="139" l="0" r="0" t="139"/>
          <a:stretch/>
        </p:blipFill>
        <p:spPr>
          <a:xfrm>
            <a:off x="5398564" y="5183238"/>
            <a:ext cx="863988" cy="863988"/>
          </a:xfrm>
          <a:prstGeom prst="rect">
            <a:avLst/>
          </a:prstGeom>
          <a:noFill/>
          <a:ln>
            <a:noFill/>
          </a:ln>
        </p:spPr>
      </p:pic>
      <p:grpSp>
        <p:nvGrpSpPr>
          <p:cNvPr id="2849" name="Google Shape;2849;p115"/>
          <p:cNvGrpSpPr/>
          <p:nvPr/>
        </p:nvGrpSpPr>
        <p:grpSpPr>
          <a:xfrm>
            <a:off x="4416694" y="2271488"/>
            <a:ext cx="1368513" cy="863988"/>
            <a:chOff x="4188094" y="4024088"/>
            <a:chExt cx="1368513" cy="863988"/>
          </a:xfrm>
        </p:grpSpPr>
        <p:pic>
          <p:nvPicPr>
            <p:cNvPr id="2850" name="Google Shape;2850;p115"/>
            <p:cNvPicPr preferRelativeResize="0"/>
            <p:nvPr/>
          </p:nvPicPr>
          <p:blipFill rotWithShape="1">
            <a:blip r:embed="rId26">
              <a:alphaModFix/>
            </a:blip>
            <a:srcRect b="139" l="0" r="0" t="139"/>
            <a:stretch/>
          </p:blipFill>
          <p:spPr>
            <a:xfrm>
              <a:off x="4188094" y="4024088"/>
              <a:ext cx="863988" cy="863988"/>
            </a:xfrm>
            <a:prstGeom prst="rect">
              <a:avLst/>
            </a:prstGeom>
            <a:noFill/>
            <a:ln>
              <a:noFill/>
            </a:ln>
          </p:spPr>
        </p:pic>
        <p:pic>
          <p:nvPicPr>
            <p:cNvPr id="2851" name="Google Shape;2851;p115"/>
            <p:cNvPicPr preferRelativeResize="0"/>
            <p:nvPr/>
          </p:nvPicPr>
          <p:blipFill rotWithShape="1">
            <a:blip r:embed="rId26">
              <a:alphaModFix/>
            </a:blip>
            <a:srcRect b="139" l="0" r="0" t="139"/>
            <a:stretch/>
          </p:blipFill>
          <p:spPr>
            <a:xfrm>
              <a:off x="4692618" y="4024088"/>
              <a:ext cx="863988" cy="863988"/>
            </a:xfrm>
            <a:prstGeom prst="rect">
              <a:avLst/>
            </a:prstGeom>
            <a:noFill/>
            <a:ln>
              <a:noFill/>
            </a:ln>
          </p:spPr>
        </p:pic>
      </p:grpSp>
      <p:grpSp>
        <p:nvGrpSpPr>
          <p:cNvPr id="2852" name="Google Shape;2852;p115"/>
          <p:cNvGrpSpPr/>
          <p:nvPr/>
        </p:nvGrpSpPr>
        <p:grpSpPr>
          <a:xfrm>
            <a:off x="4482365" y="4341710"/>
            <a:ext cx="1368513" cy="863988"/>
            <a:chOff x="149494" y="4036910"/>
            <a:chExt cx="1368513" cy="863988"/>
          </a:xfrm>
        </p:grpSpPr>
        <p:sp>
          <p:nvSpPr>
            <p:cNvPr id="2853" name="Google Shape;2853;p115"/>
            <p:cNvSpPr/>
            <p:nvPr/>
          </p:nvSpPr>
          <p:spPr>
            <a:xfrm>
              <a:off x="248812" y="4146688"/>
              <a:ext cx="1176900" cy="656700"/>
            </a:xfrm>
            <a:prstGeom prst="rect">
              <a:avLst/>
            </a:prstGeom>
            <a:noFill/>
            <a:ln cap="flat" cmpd="sng" w="2857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4" name="Google Shape;2854;p115"/>
            <p:cNvGrpSpPr/>
            <p:nvPr/>
          </p:nvGrpSpPr>
          <p:grpSpPr>
            <a:xfrm>
              <a:off x="149494" y="4036910"/>
              <a:ext cx="1368513" cy="863988"/>
              <a:chOff x="4188094" y="4014706"/>
              <a:chExt cx="1368513" cy="863988"/>
            </a:xfrm>
          </p:grpSpPr>
          <p:pic>
            <p:nvPicPr>
              <p:cNvPr id="2855" name="Google Shape;2855;p115"/>
              <p:cNvPicPr preferRelativeResize="0"/>
              <p:nvPr/>
            </p:nvPicPr>
            <p:blipFill rotWithShape="1">
              <a:blip r:embed="rId26">
                <a:alphaModFix/>
              </a:blip>
              <a:srcRect b="139" l="0" r="0" t="139"/>
              <a:stretch/>
            </p:blipFill>
            <p:spPr>
              <a:xfrm>
                <a:off x="4188094" y="4014706"/>
                <a:ext cx="863988" cy="863988"/>
              </a:xfrm>
              <a:prstGeom prst="rect">
                <a:avLst/>
              </a:prstGeom>
              <a:noFill/>
              <a:ln>
                <a:noFill/>
              </a:ln>
            </p:spPr>
          </p:pic>
          <p:pic>
            <p:nvPicPr>
              <p:cNvPr id="2856" name="Google Shape;2856;p115"/>
              <p:cNvPicPr preferRelativeResize="0"/>
              <p:nvPr/>
            </p:nvPicPr>
            <p:blipFill rotWithShape="1">
              <a:blip r:embed="rId26">
                <a:alphaModFix/>
              </a:blip>
              <a:srcRect b="139" l="0" r="0" t="139"/>
              <a:stretch/>
            </p:blipFill>
            <p:spPr>
              <a:xfrm>
                <a:off x="4692618" y="4014706"/>
                <a:ext cx="863988" cy="863988"/>
              </a:xfrm>
              <a:prstGeom prst="rect">
                <a:avLst/>
              </a:prstGeom>
              <a:noFill/>
              <a:ln>
                <a:noFill/>
              </a:ln>
            </p:spPr>
          </p:pic>
        </p:grpSp>
      </p:grpSp>
      <p:pic>
        <p:nvPicPr>
          <p:cNvPr id="2857" name="Google Shape;2857;p115"/>
          <p:cNvPicPr preferRelativeResize="0"/>
          <p:nvPr/>
        </p:nvPicPr>
        <p:blipFill>
          <a:blip r:embed="rId27">
            <a:alphaModFix/>
          </a:blip>
          <a:stretch>
            <a:fillRect/>
          </a:stretch>
        </p:blipFill>
        <p:spPr>
          <a:xfrm>
            <a:off x="1900700" y="1747900"/>
            <a:ext cx="636900" cy="636900"/>
          </a:xfrm>
          <a:prstGeom prst="rect">
            <a:avLst/>
          </a:prstGeom>
          <a:noFill/>
          <a:ln>
            <a:noFill/>
          </a:ln>
        </p:spPr>
      </p:pic>
      <p:pic>
        <p:nvPicPr>
          <p:cNvPr id="2858" name="Google Shape;2858;p115"/>
          <p:cNvPicPr preferRelativeResize="0"/>
          <p:nvPr/>
        </p:nvPicPr>
        <p:blipFill>
          <a:blip r:embed="rId27">
            <a:alphaModFix/>
          </a:blip>
          <a:stretch>
            <a:fillRect/>
          </a:stretch>
        </p:blipFill>
        <p:spPr>
          <a:xfrm>
            <a:off x="2967500" y="1290700"/>
            <a:ext cx="636900" cy="636900"/>
          </a:xfrm>
          <a:prstGeom prst="rect">
            <a:avLst/>
          </a:prstGeom>
          <a:noFill/>
          <a:ln>
            <a:noFill/>
          </a:ln>
        </p:spPr>
      </p:pic>
      <p:pic>
        <p:nvPicPr>
          <p:cNvPr id="2859" name="Google Shape;2859;p115"/>
          <p:cNvPicPr preferRelativeResize="0"/>
          <p:nvPr/>
        </p:nvPicPr>
        <p:blipFill>
          <a:blip r:embed="rId28">
            <a:alphaModFix/>
          </a:blip>
          <a:stretch>
            <a:fillRect/>
          </a:stretch>
        </p:blipFill>
        <p:spPr>
          <a:xfrm>
            <a:off x="1773300" y="4264475"/>
            <a:ext cx="494400" cy="494400"/>
          </a:xfrm>
          <a:prstGeom prst="rect">
            <a:avLst/>
          </a:prstGeom>
          <a:noFill/>
          <a:ln>
            <a:noFill/>
          </a:ln>
        </p:spPr>
      </p:pic>
      <p:pic>
        <p:nvPicPr>
          <p:cNvPr id="2860" name="Google Shape;2860;p115"/>
          <p:cNvPicPr preferRelativeResize="0"/>
          <p:nvPr/>
        </p:nvPicPr>
        <p:blipFill>
          <a:blip r:embed="rId28">
            <a:alphaModFix/>
          </a:blip>
          <a:stretch>
            <a:fillRect/>
          </a:stretch>
        </p:blipFill>
        <p:spPr>
          <a:xfrm>
            <a:off x="2628900" y="2515500"/>
            <a:ext cx="494400" cy="494400"/>
          </a:xfrm>
          <a:prstGeom prst="rect">
            <a:avLst/>
          </a:prstGeom>
          <a:noFill/>
          <a:ln>
            <a:noFill/>
          </a:ln>
        </p:spPr>
      </p:pic>
      <p:pic>
        <p:nvPicPr>
          <p:cNvPr id="2861" name="Google Shape;2861;p115"/>
          <p:cNvPicPr preferRelativeResize="0"/>
          <p:nvPr/>
        </p:nvPicPr>
        <p:blipFill>
          <a:blip r:embed="rId27">
            <a:alphaModFix/>
          </a:blip>
          <a:stretch>
            <a:fillRect/>
          </a:stretch>
        </p:blipFill>
        <p:spPr>
          <a:xfrm>
            <a:off x="2662700" y="5862700"/>
            <a:ext cx="636900" cy="636900"/>
          </a:xfrm>
          <a:prstGeom prst="rect">
            <a:avLst/>
          </a:prstGeom>
          <a:noFill/>
          <a:ln>
            <a:noFill/>
          </a:ln>
        </p:spPr>
      </p:pic>
      <p:pic>
        <p:nvPicPr>
          <p:cNvPr id="2862" name="Google Shape;2862;p115"/>
          <p:cNvPicPr preferRelativeResize="0"/>
          <p:nvPr/>
        </p:nvPicPr>
        <p:blipFill>
          <a:blip r:embed="rId27">
            <a:alphaModFix/>
          </a:blip>
          <a:stretch>
            <a:fillRect/>
          </a:stretch>
        </p:blipFill>
        <p:spPr>
          <a:xfrm>
            <a:off x="2434100" y="4719700"/>
            <a:ext cx="636900" cy="636900"/>
          </a:xfrm>
          <a:prstGeom prst="rect">
            <a:avLst/>
          </a:prstGeom>
          <a:noFill/>
          <a:ln>
            <a:noFill/>
          </a:ln>
        </p:spPr>
      </p:pic>
      <p:pic>
        <p:nvPicPr>
          <p:cNvPr id="2863" name="Google Shape;2863;p115"/>
          <p:cNvPicPr preferRelativeResize="0"/>
          <p:nvPr/>
        </p:nvPicPr>
        <p:blipFill>
          <a:blip r:embed="rId29">
            <a:alphaModFix/>
          </a:blip>
          <a:stretch>
            <a:fillRect/>
          </a:stretch>
        </p:blipFill>
        <p:spPr>
          <a:xfrm>
            <a:off x="2642967" y="4823475"/>
            <a:ext cx="320025" cy="320025"/>
          </a:xfrm>
          <a:prstGeom prst="rect">
            <a:avLst/>
          </a:prstGeom>
          <a:noFill/>
          <a:ln>
            <a:noFill/>
          </a:ln>
        </p:spPr>
      </p:pic>
      <p:pic>
        <p:nvPicPr>
          <p:cNvPr id="2864" name="Google Shape;2864;p115"/>
          <p:cNvPicPr preferRelativeResize="0"/>
          <p:nvPr/>
        </p:nvPicPr>
        <p:blipFill>
          <a:blip r:embed="rId30">
            <a:alphaModFix/>
          </a:blip>
          <a:stretch>
            <a:fillRect/>
          </a:stretch>
        </p:blipFill>
        <p:spPr>
          <a:xfrm>
            <a:off x="1945975" y="5487300"/>
            <a:ext cx="494400" cy="494400"/>
          </a:xfrm>
          <a:prstGeom prst="rect">
            <a:avLst/>
          </a:prstGeom>
          <a:noFill/>
          <a:ln>
            <a:noFill/>
          </a:ln>
        </p:spPr>
      </p:pic>
      <p:grpSp>
        <p:nvGrpSpPr>
          <p:cNvPr id="2865" name="Google Shape;2865;p115"/>
          <p:cNvGrpSpPr/>
          <p:nvPr/>
        </p:nvGrpSpPr>
        <p:grpSpPr>
          <a:xfrm>
            <a:off x="1562100" y="2820300"/>
            <a:ext cx="856636" cy="808581"/>
            <a:chOff x="1562100" y="2820300"/>
            <a:chExt cx="856636" cy="808581"/>
          </a:xfrm>
        </p:grpSpPr>
        <p:grpSp>
          <p:nvGrpSpPr>
            <p:cNvPr id="2866" name="Google Shape;2866;p115"/>
            <p:cNvGrpSpPr/>
            <p:nvPr/>
          </p:nvGrpSpPr>
          <p:grpSpPr>
            <a:xfrm>
              <a:off x="1562100" y="3134482"/>
              <a:ext cx="494400" cy="494400"/>
              <a:chOff x="1562100" y="3125100"/>
              <a:chExt cx="494400" cy="494400"/>
            </a:xfrm>
          </p:grpSpPr>
          <p:pic>
            <p:nvPicPr>
              <p:cNvPr id="2867" name="Google Shape;2867;p115"/>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2868" name="Google Shape;2868;p115"/>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nvGrpSpPr>
            <p:cNvPr id="2869" name="Google Shape;2869;p115"/>
            <p:cNvGrpSpPr/>
            <p:nvPr/>
          </p:nvGrpSpPr>
          <p:grpSpPr>
            <a:xfrm>
              <a:off x="1743792" y="2820300"/>
              <a:ext cx="494400" cy="494400"/>
              <a:chOff x="1562100" y="3125100"/>
              <a:chExt cx="494400" cy="494400"/>
            </a:xfrm>
          </p:grpSpPr>
          <p:pic>
            <p:nvPicPr>
              <p:cNvPr id="2870" name="Google Shape;2870;p115"/>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2871" name="Google Shape;2871;p115"/>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nvGrpSpPr>
            <p:cNvPr id="2872" name="Google Shape;2872;p115"/>
            <p:cNvGrpSpPr/>
            <p:nvPr/>
          </p:nvGrpSpPr>
          <p:grpSpPr>
            <a:xfrm>
              <a:off x="1924337" y="3132188"/>
              <a:ext cx="494400" cy="494400"/>
              <a:chOff x="1562100" y="3125100"/>
              <a:chExt cx="494400" cy="494400"/>
            </a:xfrm>
          </p:grpSpPr>
          <p:pic>
            <p:nvPicPr>
              <p:cNvPr id="2873" name="Google Shape;2873;p115"/>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2874" name="Google Shape;2874;p115"/>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grpSp>
        <p:nvGrpSpPr>
          <p:cNvPr id="2875" name="Google Shape;2875;p115"/>
          <p:cNvGrpSpPr/>
          <p:nvPr/>
        </p:nvGrpSpPr>
        <p:grpSpPr>
          <a:xfrm>
            <a:off x="3314700" y="6020700"/>
            <a:ext cx="856636" cy="808581"/>
            <a:chOff x="1562100" y="2820300"/>
            <a:chExt cx="856636" cy="808581"/>
          </a:xfrm>
        </p:grpSpPr>
        <p:grpSp>
          <p:nvGrpSpPr>
            <p:cNvPr id="2876" name="Google Shape;2876;p115"/>
            <p:cNvGrpSpPr/>
            <p:nvPr/>
          </p:nvGrpSpPr>
          <p:grpSpPr>
            <a:xfrm>
              <a:off x="1562100" y="3134482"/>
              <a:ext cx="494400" cy="494400"/>
              <a:chOff x="1562100" y="3125100"/>
              <a:chExt cx="494400" cy="494400"/>
            </a:xfrm>
          </p:grpSpPr>
          <p:pic>
            <p:nvPicPr>
              <p:cNvPr id="2877" name="Google Shape;2877;p115"/>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2878" name="Google Shape;2878;p115"/>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nvGrpSpPr>
            <p:cNvPr id="2879" name="Google Shape;2879;p115"/>
            <p:cNvGrpSpPr/>
            <p:nvPr/>
          </p:nvGrpSpPr>
          <p:grpSpPr>
            <a:xfrm>
              <a:off x="1743792" y="2820300"/>
              <a:ext cx="494400" cy="494400"/>
              <a:chOff x="1562100" y="3125100"/>
              <a:chExt cx="494400" cy="494400"/>
            </a:xfrm>
          </p:grpSpPr>
          <p:pic>
            <p:nvPicPr>
              <p:cNvPr id="2880" name="Google Shape;2880;p115"/>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2881" name="Google Shape;2881;p115"/>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nvGrpSpPr>
            <p:cNvPr id="2882" name="Google Shape;2882;p115"/>
            <p:cNvGrpSpPr/>
            <p:nvPr/>
          </p:nvGrpSpPr>
          <p:grpSpPr>
            <a:xfrm>
              <a:off x="1924337" y="3132188"/>
              <a:ext cx="494400" cy="494400"/>
              <a:chOff x="1562100" y="3125100"/>
              <a:chExt cx="494400" cy="494400"/>
            </a:xfrm>
          </p:grpSpPr>
          <p:pic>
            <p:nvPicPr>
              <p:cNvPr id="2883" name="Google Shape;2883;p115"/>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2884" name="Google Shape;2884;p115"/>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8" name="Shape 2888"/>
        <p:cNvGrpSpPr/>
        <p:nvPr/>
      </p:nvGrpSpPr>
      <p:grpSpPr>
        <a:xfrm>
          <a:off x="0" y="0"/>
          <a:ext cx="0" cy="0"/>
          <a:chOff x="0" y="0"/>
          <a:chExt cx="0" cy="0"/>
        </a:xfrm>
      </p:grpSpPr>
      <p:sp>
        <p:nvSpPr>
          <p:cNvPr id="2889" name="Google Shape;2889;p116"/>
          <p:cNvSpPr/>
          <p:nvPr/>
        </p:nvSpPr>
        <p:spPr>
          <a:xfrm>
            <a:off x="542651" y="1971561"/>
            <a:ext cx="10819045" cy="2970050"/>
          </a:xfrm>
          <a:custGeom>
            <a:rect b="b" l="l" r="r" t="t"/>
            <a:pathLst>
              <a:path extrusionOk="0" h="2565918" w="7552562">
                <a:moveTo>
                  <a:pt x="0" y="2565918"/>
                </a:moveTo>
                <a:cubicBezTo>
                  <a:pt x="489079" y="1771261"/>
                  <a:pt x="1000295" y="1219200"/>
                  <a:pt x="1841605" y="1110343"/>
                </a:cubicBezTo>
                <a:cubicBezTo>
                  <a:pt x="2682915" y="1001486"/>
                  <a:pt x="4096035" y="2097832"/>
                  <a:pt x="5047861" y="1912775"/>
                </a:cubicBezTo>
                <a:cubicBezTo>
                  <a:pt x="5999687" y="1727718"/>
                  <a:pt x="6860364" y="1041141"/>
                  <a:pt x="7552562" y="0"/>
                </a:cubicBezTo>
              </a:path>
            </a:pathLst>
          </a:custGeom>
          <a:noFill/>
          <a:ln cap="flat" cmpd="sng" w="76200">
            <a:solidFill>
              <a:srgbClr val="EE0000"/>
            </a:solidFill>
            <a:prstDash val="solid"/>
            <a:round/>
            <a:headEnd len="sm" w="sm" type="none"/>
            <a:tailEnd len="sm" w="sm" type="none"/>
          </a:ln>
          <a:effectLst>
            <a:outerShdw blurRad="50800" rotWithShape="0" algn="tl" dir="2700000" dist="203200">
              <a:srgbClr val="000000">
                <a:alpha val="863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3200" u="none" cap="none" strike="noStrike">
              <a:solidFill>
                <a:srgbClr val="FFFFFF"/>
              </a:solidFill>
              <a:latin typeface="Calibri"/>
              <a:ea typeface="Calibri"/>
              <a:cs typeface="Calibri"/>
              <a:sym typeface="Calibri"/>
            </a:endParaRPr>
          </a:p>
        </p:txBody>
      </p:sp>
      <p:grpSp>
        <p:nvGrpSpPr>
          <p:cNvPr id="2890" name="Google Shape;2890;p116"/>
          <p:cNvGrpSpPr/>
          <p:nvPr/>
        </p:nvGrpSpPr>
        <p:grpSpPr>
          <a:xfrm>
            <a:off x="2006878" y="3191918"/>
            <a:ext cx="515572" cy="526964"/>
            <a:chOff x="2961988" y="3325174"/>
            <a:chExt cx="482700" cy="482700"/>
          </a:xfrm>
        </p:grpSpPr>
        <p:sp>
          <p:nvSpPr>
            <p:cNvPr id="2891" name="Google Shape;2891;p116"/>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1" sz="3200" u="none" cap="none" strike="noStrike">
                <a:solidFill>
                  <a:srgbClr val="FFFFFF"/>
                </a:solidFill>
                <a:latin typeface="Calibri"/>
                <a:ea typeface="Calibri"/>
                <a:cs typeface="Calibri"/>
                <a:sym typeface="Calibri"/>
              </a:endParaRPr>
            </a:p>
          </p:txBody>
        </p:sp>
        <p:sp>
          <p:nvSpPr>
            <p:cNvPr id="2892" name="Google Shape;2892;p116"/>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2893" name="Google Shape;2893;p116"/>
          <p:cNvGrpSpPr/>
          <p:nvPr/>
        </p:nvGrpSpPr>
        <p:grpSpPr>
          <a:xfrm>
            <a:off x="354123" y="4660381"/>
            <a:ext cx="515572" cy="526964"/>
            <a:chOff x="2961988" y="3325174"/>
            <a:chExt cx="482700" cy="482700"/>
          </a:xfrm>
        </p:grpSpPr>
        <p:sp>
          <p:nvSpPr>
            <p:cNvPr id="2894" name="Google Shape;2894;p116"/>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895" name="Google Shape;2895;p116"/>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2896" name="Google Shape;2896;p116"/>
          <p:cNvGrpSpPr/>
          <p:nvPr/>
        </p:nvGrpSpPr>
        <p:grpSpPr>
          <a:xfrm>
            <a:off x="6672611" y="3807854"/>
            <a:ext cx="515572" cy="526964"/>
            <a:chOff x="2961988" y="3325174"/>
            <a:chExt cx="482700" cy="482700"/>
          </a:xfrm>
        </p:grpSpPr>
        <p:sp>
          <p:nvSpPr>
            <p:cNvPr id="2897" name="Google Shape;2897;p116"/>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898" name="Google Shape;2898;p116"/>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2899" name="Google Shape;2899;p116"/>
          <p:cNvGrpSpPr/>
          <p:nvPr/>
        </p:nvGrpSpPr>
        <p:grpSpPr>
          <a:xfrm>
            <a:off x="9038614" y="3351380"/>
            <a:ext cx="515572" cy="526964"/>
            <a:chOff x="2961988" y="3325174"/>
            <a:chExt cx="482700" cy="482700"/>
          </a:xfrm>
        </p:grpSpPr>
        <p:sp>
          <p:nvSpPr>
            <p:cNvPr id="2900" name="Google Shape;2900;p116"/>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901" name="Google Shape;2901;p116"/>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2902" name="Google Shape;2902;p116"/>
          <p:cNvGrpSpPr/>
          <p:nvPr/>
        </p:nvGrpSpPr>
        <p:grpSpPr>
          <a:xfrm>
            <a:off x="11151846" y="1721447"/>
            <a:ext cx="515572" cy="526964"/>
            <a:chOff x="2961988" y="3325174"/>
            <a:chExt cx="482700" cy="482700"/>
          </a:xfrm>
        </p:grpSpPr>
        <p:sp>
          <p:nvSpPr>
            <p:cNvPr id="2903" name="Google Shape;2903;p116"/>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904" name="Google Shape;2904;p116"/>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sp>
        <p:nvSpPr>
          <p:cNvPr id="2905" name="Google Shape;2905;p116"/>
          <p:cNvSpPr txBox="1"/>
          <p:nvPr/>
        </p:nvSpPr>
        <p:spPr>
          <a:xfrm>
            <a:off x="435864" y="1362597"/>
            <a:ext cx="36576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Why is this important?</a:t>
            </a:r>
            <a:endParaRPr sz="1200">
              <a:solidFill>
                <a:schemeClr val="dk2"/>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responsible?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involved in execution?</a:t>
            </a:r>
            <a:endParaRPr sz="1200">
              <a:solidFill>
                <a:srgbClr val="595959"/>
              </a:solidFill>
              <a:latin typeface="Red Hat Display"/>
              <a:ea typeface="Red Hat Display"/>
              <a:cs typeface="Red Hat Display"/>
              <a:sym typeface="Red Hat Display"/>
            </a:endParaRPr>
          </a:p>
          <a:p>
            <a:pPr indent="-381000" lvl="0" marL="60960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What is the task we need to execute?</a:t>
            </a:r>
            <a:endParaRPr sz="1200">
              <a:solidFill>
                <a:schemeClr val="dk2"/>
              </a:solidFill>
              <a:latin typeface="Red Hat Display"/>
              <a:ea typeface="Red Hat Display"/>
              <a:cs typeface="Red Hat Display"/>
              <a:sym typeface="Red Hat Display"/>
            </a:endParaRPr>
          </a:p>
          <a:p>
            <a:pPr indent="-381000" lvl="0" marL="609600" rtl="0" algn="l">
              <a:spcBef>
                <a:spcPts val="0"/>
              </a:spcBef>
              <a:spcAft>
                <a:spcPts val="0"/>
              </a:spcAft>
              <a:buClr>
                <a:schemeClr val="dk2"/>
              </a:buClr>
              <a:buSzPts val="1200"/>
              <a:buFont typeface="Red Hat Display"/>
              <a:buChar char="●"/>
            </a:pPr>
            <a:r>
              <a:rPr lang="en" sz="1200">
                <a:solidFill>
                  <a:schemeClr val="dk2"/>
                </a:solidFill>
                <a:latin typeface="Red Hat Display"/>
                <a:ea typeface="Red Hat Display"/>
                <a:cs typeface="Red Hat Display"/>
                <a:sym typeface="Red Hat Display"/>
              </a:rPr>
              <a:t>What are target applications?</a:t>
            </a:r>
            <a:endParaRPr sz="1200">
              <a:solidFill>
                <a:schemeClr val="dk2"/>
              </a:solidFill>
              <a:latin typeface="Red Hat Display"/>
              <a:ea typeface="Red Hat Display"/>
              <a:cs typeface="Red Hat Display"/>
              <a:sym typeface="Red Hat Display"/>
            </a:endParaRPr>
          </a:p>
        </p:txBody>
      </p:sp>
      <p:sp>
        <p:nvSpPr>
          <p:cNvPr id="2906" name="Google Shape;2906;p116"/>
          <p:cNvSpPr txBox="1"/>
          <p:nvPr/>
        </p:nvSpPr>
        <p:spPr>
          <a:xfrm>
            <a:off x="1236414" y="920711"/>
            <a:ext cx="20565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400">
                <a:solidFill>
                  <a:srgbClr val="EE0000"/>
                </a:solidFill>
                <a:latin typeface="Red Hat Display"/>
                <a:ea typeface="Red Hat Display"/>
                <a:cs typeface="Red Hat Display"/>
                <a:sym typeface="Red Hat Display"/>
              </a:rPr>
              <a:t>Discovery</a:t>
            </a:r>
            <a:endParaRPr b="1" sz="1600">
              <a:solidFill>
                <a:srgbClr val="EE0000"/>
              </a:solidFill>
              <a:latin typeface="Red Hat Display"/>
              <a:ea typeface="Red Hat Display"/>
              <a:cs typeface="Red Hat Display"/>
              <a:sym typeface="Red Hat Display"/>
            </a:endParaRPr>
          </a:p>
        </p:txBody>
      </p:sp>
      <p:sp>
        <p:nvSpPr>
          <p:cNvPr id="2907" name="Google Shape;2907;p116"/>
          <p:cNvSpPr txBox="1"/>
          <p:nvPr/>
        </p:nvSpPr>
        <p:spPr>
          <a:xfrm>
            <a:off x="3361500" y="4555970"/>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Navigate</a:t>
            </a:r>
            <a:endParaRPr b="1" sz="1900">
              <a:solidFill>
                <a:srgbClr val="EE0000"/>
              </a:solidFill>
              <a:latin typeface="Red Hat Display"/>
              <a:ea typeface="Red Hat Display"/>
              <a:cs typeface="Red Hat Display"/>
              <a:sym typeface="Red Hat Display"/>
            </a:endParaRPr>
          </a:p>
        </p:txBody>
      </p:sp>
      <p:sp>
        <p:nvSpPr>
          <p:cNvPr id="2908" name="Google Shape;2908;p116"/>
          <p:cNvSpPr txBox="1"/>
          <p:nvPr/>
        </p:nvSpPr>
        <p:spPr>
          <a:xfrm>
            <a:off x="5670700" y="693951"/>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Pilot</a:t>
            </a:r>
            <a:endParaRPr b="1" sz="1900">
              <a:solidFill>
                <a:srgbClr val="EE0000"/>
              </a:solidFill>
              <a:latin typeface="Red Hat Display"/>
              <a:ea typeface="Red Hat Display"/>
              <a:cs typeface="Red Hat Display"/>
              <a:sym typeface="Red Hat Display"/>
            </a:endParaRPr>
          </a:p>
        </p:txBody>
      </p:sp>
      <p:sp>
        <p:nvSpPr>
          <p:cNvPr id="2909" name="Google Shape;2909;p116"/>
          <p:cNvSpPr txBox="1"/>
          <p:nvPr/>
        </p:nvSpPr>
        <p:spPr>
          <a:xfrm>
            <a:off x="8036550" y="4732777"/>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Scale</a:t>
            </a:r>
            <a:endParaRPr b="1" sz="1900">
              <a:solidFill>
                <a:srgbClr val="EE0000"/>
              </a:solidFill>
              <a:latin typeface="Red Hat Display"/>
              <a:ea typeface="Red Hat Display"/>
              <a:cs typeface="Red Hat Display"/>
              <a:sym typeface="Red Hat Display"/>
            </a:endParaRPr>
          </a:p>
        </p:txBody>
      </p:sp>
      <p:cxnSp>
        <p:nvCxnSpPr>
          <p:cNvPr id="2910" name="Google Shape;2910;p116"/>
          <p:cNvCxnSpPr/>
          <p:nvPr/>
        </p:nvCxnSpPr>
        <p:spPr>
          <a:xfrm>
            <a:off x="6890013" y="2941898"/>
            <a:ext cx="0" cy="751500"/>
          </a:xfrm>
          <a:prstGeom prst="straightConnector1">
            <a:avLst/>
          </a:prstGeom>
          <a:noFill/>
          <a:ln cap="flat" cmpd="sng" w="9525">
            <a:solidFill>
              <a:srgbClr val="595959"/>
            </a:solidFill>
            <a:prstDash val="solid"/>
            <a:round/>
            <a:headEnd len="sm" w="sm" type="none"/>
            <a:tailEnd len="sm" w="sm" type="none"/>
          </a:ln>
        </p:spPr>
      </p:cxnSp>
      <p:cxnSp>
        <p:nvCxnSpPr>
          <p:cNvPr id="2911" name="Google Shape;2911;p116"/>
          <p:cNvCxnSpPr/>
          <p:nvPr/>
        </p:nvCxnSpPr>
        <p:spPr>
          <a:xfrm>
            <a:off x="4621350" y="3878269"/>
            <a:ext cx="0" cy="528300"/>
          </a:xfrm>
          <a:prstGeom prst="straightConnector1">
            <a:avLst/>
          </a:prstGeom>
          <a:noFill/>
          <a:ln cap="flat" cmpd="sng" w="9525">
            <a:solidFill>
              <a:srgbClr val="595959"/>
            </a:solidFill>
            <a:prstDash val="solid"/>
            <a:round/>
            <a:headEnd len="sm" w="sm" type="none"/>
            <a:tailEnd len="sm" w="sm" type="none"/>
          </a:ln>
        </p:spPr>
      </p:cxnSp>
      <p:cxnSp>
        <p:nvCxnSpPr>
          <p:cNvPr id="2912" name="Google Shape;2912;p116"/>
          <p:cNvCxnSpPr/>
          <p:nvPr/>
        </p:nvCxnSpPr>
        <p:spPr>
          <a:xfrm>
            <a:off x="2264664" y="2428493"/>
            <a:ext cx="0" cy="501900"/>
          </a:xfrm>
          <a:prstGeom prst="straightConnector1">
            <a:avLst/>
          </a:prstGeom>
          <a:noFill/>
          <a:ln cap="flat" cmpd="sng" w="9525">
            <a:solidFill>
              <a:srgbClr val="595959"/>
            </a:solidFill>
            <a:prstDash val="solid"/>
            <a:round/>
            <a:headEnd len="sm" w="sm" type="none"/>
            <a:tailEnd len="sm" w="sm" type="none"/>
          </a:ln>
        </p:spPr>
      </p:cxnSp>
      <p:sp>
        <p:nvSpPr>
          <p:cNvPr id="2913" name="Google Shape;2913;p116"/>
          <p:cNvSpPr txBox="1"/>
          <p:nvPr/>
        </p:nvSpPr>
        <p:spPr>
          <a:xfrm>
            <a:off x="0" y="5411925"/>
            <a:ext cx="1657800" cy="5040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b="1" lang="en" sz="2700">
                <a:solidFill>
                  <a:srgbClr val="EE0000"/>
                </a:solidFill>
                <a:latin typeface="Red Hat Display"/>
                <a:ea typeface="Red Hat Display"/>
                <a:cs typeface="Red Hat Display"/>
                <a:sym typeface="Red Hat Display"/>
              </a:rPr>
              <a:t>Where you are</a:t>
            </a:r>
            <a:endParaRPr b="1" sz="2700">
              <a:solidFill>
                <a:srgbClr val="EE0000"/>
              </a:solidFill>
              <a:latin typeface="Red Hat Display"/>
              <a:ea typeface="Red Hat Display"/>
              <a:cs typeface="Red Hat Display"/>
              <a:sym typeface="Red Hat Display"/>
            </a:endParaRPr>
          </a:p>
        </p:txBody>
      </p:sp>
      <p:sp>
        <p:nvSpPr>
          <p:cNvPr id="2914" name="Google Shape;2914;p116"/>
          <p:cNvSpPr txBox="1"/>
          <p:nvPr/>
        </p:nvSpPr>
        <p:spPr>
          <a:xfrm>
            <a:off x="9975275" y="231175"/>
            <a:ext cx="1904700" cy="1359000"/>
          </a:xfrm>
          <a:prstGeom prst="rect">
            <a:avLst/>
          </a:prstGeom>
          <a:noFill/>
          <a:ln>
            <a:noFill/>
          </a:ln>
        </p:spPr>
        <p:txBody>
          <a:bodyPr anchorCtr="0" anchor="t" bIns="60925" lIns="121900" spcFirstLastPara="1" rIns="121900" wrap="square" tIns="60925">
            <a:noAutofit/>
          </a:bodyPr>
          <a:lstStyle/>
          <a:p>
            <a:pPr indent="0" lvl="0" marL="0" marR="0" rtl="0" algn="r">
              <a:spcBef>
                <a:spcPts val="0"/>
              </a:spcBef>
              <a:spcAft>
                <a:spcPts val="0"/>
              </a:spcAft>
              <a:buNone/>
            </a:pPr>
            <a:r>
              <a:rPr b="1" lang="en" sz="2700">
                <a:solidFill>
                  <a:srgbClr val="EE0000"/>
                </a:solidFill>
                <a:latin typeface="Red Hat Display"/>
                <a:ea typeface="Red Hat Display"/>
                <a:cs typeface="Red Hat Display"/>
                <a:sym typeface="Red Hat Display"/>
              </a:rPr>
              <a:t>Where you want to be</a:t>
            </a:r>
            <a:endParaRPr b="1" sz="2700">
              <a:solidFill>
                <a:srgbClr val="EE0000"/>
              </a:solidFill>
              <a:latin typeface="Red Hat Display"/>
              <a:ea typeface="Red Hat Display"/>
              <a:cs typeface="Red Hat Display"/>
              <a:sym typeface="Red Hat Display"/>
            </a:endParaRPr>
          </a:p>
        </p:txBody>
      </p:sp>
      <p:grpSp>
        <p:nvGrpSpPr>
          <p:cNvPr id="2915" name="Google Shape;2915;p116"/>
          <p:cNvGrpSpPr/>
          <p:nvPr/>
        </p:nvGrpSpPr>
        <p:grpSpPr>
          <a:xfrm>
            <a:off x="4363564" y="3148650"/>
            <a:ext cx="515572" cy="526964"/>
            <a:chOff x="2961988" y="3325174"/>
            <a:chExt cx="482700" cy="482700"/>
          </a:xfrm>
        </p:grpSpPr>
        <p:sp>
          <p:nvSpPr>
            <p:cNvPr id="2916" name="Google Shape;2916;p116"/>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917" name="Google Shape;2917;p116"/>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cxnSp>
        <p:nvCxnSpPr>
          <p:cNvPr id="2918" name="Google Shape;2918;p116"/>
          <p:cNvCxnSpPr/>
          <p:nvPr/>
        </p:nvCxnSpPr>
        <p:spPr>
          <a:xfrm>
            <a:off x="9296400" y="4198681"/>
            <a:ext cx="0" cy="462000"/>
          </a:xfrm>
          <a:prstGeom prst="straightConnector1">
            <a:avLst/>
          </a:prstGeom>
          <a:noFill/>
          <a:ln cap="flat" cmpd="sng" w="9525">
            <a:solidFill>
              <a:srgbClr val="595959"/>
            </a:solidFill>
            <a:prstDash val="solid"/>
            <a:round/>
            <a:headEnd len="sm" w="sm" type="none"/>
            <a:tailEnd len="sm" w="sm" type="none"/>
          </a:ln>
        </p:spPr>
      </p:cxnSp>
      <p:sp>
        <p:nvSpPr>
          <p:cNvPr id="2919" name="Google Shape;2919;p116"/>
          <p:cNvSpPr txBox="1"/>
          <p:nvPr/>
        </p:nvSpPr>
        <p:spPr>
          <a:xfrm>
            <a:off x="1942800" y="4992767"/>
            <a:ext cx="53571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the current environment and integrations, dependencies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applications and review systems running these applications, identify and commit to the order of migrations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Analyse where these applications can go to: RHEL, containers, bin, and so 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High level design for the new RHEL environment, including security model based on HBAC and RBAC and central directory services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Common understanding of the task at hand</a:t>
            </a:r>
            <a:endParaRPr sz="1200">
              <a:solidFill>
                <a:srgbClr val="595959"/>
              </a:solidFill>
              <a:latin typeface="Red Hat Display"/>
              <a:ea typeface="Red Hat Display"/>
              <a:cs typeface="Red Hat Display"/>
              <a:sym typeface="Red Hat Display"/>
            </a:endParaRPr>
          </a:p>
        </p:txBody>
      </p:sp>
      <p:sp>
        <p:nvSpPr>
          <p:cNvPr id="2920" name="Google Shape;2920;p116"/>
          <p:cNvSpPr txBox="1"/>
          <p:nvPr/>
        </p:nvSpPr>
        <p:spPr>
          <a:xfrm>
            <a:off x="4870704" y="1221825"/>
            <a:ext cx="41148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Create and build modernisation paths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automation tools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Design and deploy SOE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Test modernisation of workloads</a:t>
            </a:r>
            <a:br>
              <a:rPr lang="en" sz="1200">
                <a:solidFill>
                  <a:srgbClr val="595959"/>
                </a:solidFill>
                <a:latin typeface="Red Hat Display"/>
                <a:ea typeface="Red Hat Display"/>
                <a:cs typeface="Red Hat Display"/>
                <a:sym typeface="Red Hat Display"/>
              </a:rPr>
            </a:br>
            <a:r>
              <a:rPr lang="en" sz="1200">
                <a:solidFill>
                  <a:srgbClr val="595959"/>
                </a:solidFill>
                <a:latin typeface="Red Hat Display"/>
                <a:ea typeface="Red Hat Display"/>
                <a:cs typeface="Red Hat Display"/>
                <a:sym typeface="Red Hat Display"/>
              </a:rPr>
              <a:t>Use side by side comparisons, use dark launches, test deployments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the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day 2 operations and other standards</a:t>
            </a:r>
            <a:endParaRPr sz="1200">
              <a:solidFill>
                <a:srgbClr val="595959"/>
              </a:solidFill>
              <a:latin typeface="Red Hat Display"/>
              <a:ea typeface="Red Hat Display"/>
              <a:cs typeface="Red Hat Display"/>
              <a:sym typeface="Red Hat Display"/>
            </a:endParaRPr>
          </a:p>
        </p:txBody>
      </p:sp>
      <p:sp>
        <p:nvSpPr>
          <p:cNvPr id="2921" name="Google Shape;2921;p116"/>
          <p:cNvSpPr txBox="1"/>
          <p:nvPr/>
        </p:nvSpPr>
        <p:spPr>
          <a:xfrm>
            <a:off x="7946400" y="5181761"/>
            <a:ext cx="27000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the modernisation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Plan for modernisation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Modernize remaining systems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Implement responsibilities</a:t>
            </a:r>
            <a:endParaRPr sz="1200">
              <a:solidFill>
                <a:srgbClr val="595959"/>
              </a:solidFill>
              <a:latin typeface="Red Hat Display"/>
              <a:ea typeface="Red Hat Display"/>
              <a:cs typeface="Red Hat Display"/>
              <a:sym typeface="Red Hat Display"/>
            </a:endParaRPr>
          </a:p>
        </p:txBody>
      </p:sp>
      <p:sp>
        <p:nvSpPr>
          <p:cNvPr id="2922" name="Google Shape;2922;p11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2923" name="Google Shape;2923;p11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7" name="Shape 2927"/>
        <p:cNvGrpSpPr/>
        <p:nvPr/>
      </p:nvGrpSpPr>
      <p:grpSpPr>
        <a:xfrm>
          <a:off x="0" y="0"/>
          <a:ext cx="0" cy="0"/>
          <a:chOff x="0" y="0"/>
          <a:chExt cx="0" cy="0"/>
        </a:xfrm>
      </p:grpSpPr>
      <p:sp>
        <p:nvSpPr>
          <p:cNvPr id="2928" name="Google Shape;2928;p11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929" name="Google Shape;2929;p117"/>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a:latin typeface="Red Hat Display"/>
                <a:ea typeface="Red Hat Display"/>
                <a:cs typeface="Red Hat Display"/>
                <a:sym typeface="Red Hat Display"/>
              </a:rPr>
              <a:t>Red Hat is the world’s leading provider of enterprise open source software solutions. Award-winning support, training, and consulting services make </a:t>
            </a:r>
            <a:endParaRPr>
              <a:latin typeface="Red Hat Display"/>
              <a:ea typeface="Red Hat Display"/>
              <a:cs typeface="Red Hat Display"/>
              <a:sym typeface="Red Hat Display"/>
            </a:endParaRPr>
          </a:p>
          <a:p>
            <a:pPr indent="0" lvl="0" marL="0" rtl="0" algn="l">
              <a:lnSpc>
                <a:spcPct val="135000"/>
              </a:lnSpc>
              <a:spcBef>
                <a:spcPts val="0"/>
              </a:spcBef>
              <a:spcAft>
                <a:spcPts val="0"/>
              </a:spcAft>
              <a:buNone/>
            </a:pPr>
            <a:r>
              <a:rPr lang="en">
                <a:latin typeface="Red Hat Display"/>
                <a:ea typeface="Red Hat Display"/>
                <a:cs typeface="Red Hat Display"/>
                <a:sym typeface="Red Hat Display"/>
              </a:rPr>
              <a:t>Red Hat a trusted adviser to the Fortune 500. </a:t>
            </a:r>
            <a:endParaRPr>
              <a:latin typeface="Red Hat Display"/>
              <a:ea typeface="Red Hat Display"/>
              <a:cs typeface="Red Hat Display"/>
              <a:sym typeface="Red Hat Display"/>
            </a:endParaRPr>
          </a:p>
        </p:txBody>
      </p:sp>
      <p:sp>
        <p:nvSpPr>
          <p:cNvPr id="2930" name="Google Shape;2930;p117"/>
          <p:cNvSpPr txBox="1"/>
          <p:nvPr>
            <p:ph idx="4294967295" type="title"/>
          </p:nvPr>
        </p:nvSpPr>
        <p:spPr>
          <a:xfrm>
            <a:off x="2083875" y="1860300"/>
            <a:ext cx="4905000" cy="84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Thank you</a:t>
            </a:r>
            <a:endParaRPr>
              <a:latin typeface="Red Hat Display Medium"/>
              <a:ea typeface="Red Hat Display Medium"/>
              <a:cs typeface="Red Hat Display Medium"/>
              <a:sym typeface="Red Hat Display Medium"/>
            </a:endParaRPr>
          </a:p>
        </p:txBody>
      </p:sp>
      <p:sp>
        <p:nvSpPr>
          <p:cNvPr id="2931" name="Google Shape;2931;p117"/>
          <p:cNvSpPr txBox="1"/>
          <p:nvPr>
            <p:ph type="title"/>
          </p:nvPr>
        </p:nvSpPr>
        <p:spPr>
          <a:xfrm>
            <a:off x="5660525" y="568626"/>
            <a:ext cx="5736300" cy="1929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 you!</a:t>
            </a:r>
            <a:endParaRPr/>
          </a:p>
        </p:txBody>
      </p:sp>
      <p:sp>
        <p:nvSpPr>
          <p:cNvPr id="2932" name="Google Shape;2932;p11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36" name="Shape 2936"/>
        <p:cNvGrpSpPr/>
        <p:nvPr/>
      </p:nvGrpSpPr>
      <p:grpSpPr>
        <a:xfrm>
          <a:off x="0" y="0"/>
          <a:ext cx="0" cy="0"/>
          <a:chOff x="0" y="0"/>
          <a:chExt cx="0" cy="0"/>
        </a:xfrm>
      </p:grpSpPr>
      <p:sp>
        <p:nvSpPr>
          <p:cNvPr id="2937" name="Google Shape;2937;p118"/>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rgbClr val="000000"/>
                </a:solidFill>
              </a:rPr>
              <a:t>The following people had a hand in contributing to and/or reviewing this content. *</a:t>
            </a:r>
            <a:endParaRPr/>
          </a:p>
        </p:txBody>
      </p:sp>
      <p:sp>
        <p:nvSpPr>
          <p:cNvPr id="2938" name="Google Shape;2938;p11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2939" name="Google Shape;2939;p118"/>
          <p:cNvGraphicFramePr/>
          <p:nvPr/>
        </p:nvGraphicFramePr>
        <p:xfrm>
          <a:off x="1662450" y="2311550"/>
          <a:ext cx="3000000" cy="3000000"/>
        </p:xfrm>
        <a:graphic>
          <a:graphicData uri="http://schemas.openxmlformats.org/drawingml/2006/table">
            <a:tbl>
              <a:tblPr>
                <a:noFill/>
                <a:tableStyleId>{2EE1D878-95FB-435A-9DCF-CAD5E2C511BF}</a:tableStyleId>
              </a:tblPr>
              <a:tblGrid>
                <a:gridCol w="1604125"/>
                <a:gridCol w="1697575"/>
                <a:gridCol w="4230525"/>
                <a:gridCol w="1334850"/>
              </a:tblGrid>
              <a:tr h="416325">
                <a:tc>
                  <a:txBody>
                    <a:bodyPr/>
                    <a:lstStyle/>
                    <a:p>
                      <a:pPr indent="0" lvl="0" marL="0" rtl="0" algn="l">
                        <a:spcBef>
                          <a:spcPts val="0"/>
                        </a:spcBef>
                        <a:spcAft>
                          <a:spcPts val="0"/>
                        </a:spcAft>
                        <a:buNone/>
                      </a:pPr>
                      <a:r>
                        <a:rPr lang="en">
                          <a:solidFill>
                            <a:schemeClr val="lt1"/>
                          </a:solidFill>
                        </a:rPr>
                        <a:t>Name</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Email</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Title + Org</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Role</a:t>
                      </a:r>
                      <a:endParaRPr>
                        <a:solidFill>
                          <a:schemeClr val="lt1"/>
                        </a:solidFill>
                      </a:endParaRPr>
                    </a:p>
                  </a:txBody>
                  <a:tcPr marT="91425" marB="91425" marR="91425" marL="91425">
                    <a:solidFill>
                      <a:srgbClr val="6FA8DC"/>
                    </a:solidFill>
                  </a:tcPr>
                </a:tc>
              </a:tr>
              <a:tr h="400375">
                <a:tc>
                  <a:txBody>
                    <a:bodyPr/>
                    <a:lstStyle/>
                    <a:p>
                      <a:pPr indent="0" lvl="0" marL="0" rtl="0" algn="l">
                        <a:spcBef>
                          <a:spcPts val="0"/>
                        </a:spcBef>
                        <a:spcAft>
                          <a:spcPts val="500"/>
                        </a:spcAft>
                        <a:buNone/>
                      </a:pPr>
                      <a:r>
                        <a:rPr lang="en" sz="1100">
                          <a:solidFill>
                            <a:schemeClr val="dk1"/>
                          </a:solidFill>
                          <a:latin typeface="Red Hat Display"/>
                          <a:ea typeface="Red Hat Display"/>
                          <a:cs typeface="Red Hat Display"/>
                          <a:sym typeface="Red Hat Display"/>
                        </a:rPr>
                        <a:t>Paul Armstrong</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3"/>
                        </a:rPr>
                        <a:t>parmstro@redhat.com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500"/>
                        </a:spcAft>
                        <a:buNone/>
                      </a:pPr>
                      <a:r>
                        <a:rPr lang="en" sz="1200">
                          <a:solidFill>
                            <a:schemeClr val="dk1"/>
                          </a:solidFill>
                          <a:latin typeface="Red Hat Display"/>
                          <a:ea typeface="Red Hat Display"/>
                          <a:cs typeface="Red Hat Display"/>
                          <a:sym typeface="Red Hat Display"/>
                        </a:rPr>
                        <a:t>Principal Technical Specialist - RoOT Canada</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Mike Savage</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4"/>
                        </a:rPr>
                        <a:t>msavage@redhat.com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Chief Architect - CTO Org: Customer-led Open Innovation</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Jerone Young</a:t>
                      </a:r>
                      <a:endParaRPr sz="1100">
                        <a:latin typeface="Red Hat Display"/>
                        <a:ea typeface="Red Hat Display"/>
                        <a:cs typeface="Red Hat Display"/>
                        <a:sym typeface="Red Hat Display"/>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5"/>
                        </a:rPr>
                        <a:t>jyoung@redhat.com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500"/>
                        </a:spcAft>
                        <a:buNone/>
                      </a:pPr>
                      <a:r>
                        <a:rPr lang="en" sz="1200">
                          <a:solidFill>
                            <a:schemeClr val="dk1"/>
                          </a:solidFill>
                          <a:latin typeface="Red Hat Display"/>
                          <a:ea typeface="Red Hat Display"/>
                          <a:cs typeface="Red Hat Display"/>
                          <a:sym typeface="Red Hat Display"/>
                        </a:rPr>
                        <a:t>Senior Architect - Consulting Services</a:t>
                      </a:r>
                      <a:endParaRPr sz="1100">
                        <a:latin typeface="Red Hat Display"/>
                        <a:ea typeface="Red Hat Display"/>
                        <a:cs typeface="Red Hat Display"/>
                        <a:sym typeface="Red Hat Display"/>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Reviewer</a:t>
                      </a:r>
                      <a:endParaRPr sz="1100">
                        <a:latin typeface="Red Hat Display"/>
                        <a:ea typeface="Red Hat Display"/>
                        <a:cs typeface="Red Hat Display"/>
                        <a:sym typeface="Red Hat Display"/>
                      </a:endParaRPr>
                    </a:p>
                  </a:txBody>
                  <a:tcPr marT="91425" marB="91425" marR="91425" marL="91425">
                    <a:lnB cap="flat" cmpd="sng" w="9525">
                      <a:solidFill>
                        <a:srgbClr val="9E9E9E"/>
                      </a:solidFill>
                      <a:prstDash val="solid"/>
                      <a:round/>
                      <a:headEnd len="sm" w="sm" type="none"/>
                      <a:tailEnd len="sm" w="sm" type="none"/>
                    </a:lnB>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Martijn ten Heuvel</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6"/>
                        </a:rPr>
                        <a:t>mtenheuv@redhat.com</a:t>
                      </a:r>
                      <a:r>
                        <a:rPr lang="en" sz="1100">
                          <a:latin typeface="Red Hat Display"/>
                          <a:ea typeface="Red Hat Display"/>
                          <a:cs typeface="Red Hat Display"/>
                          <a:sym typeface="Red Hat Display"/>
                        </a:rPr>
                        <a:t> </a:t>
                      </a:r>
                      <a:endParaRPr sz="1100">
                        <a:highlight>
                          <a:srgbClr val="FAFAFA"/>
                        </a:highlight>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Senior Architect - Solutions &amp; Technology Practice</a:t>
                      </a:r>
                      <a:endParaRPr sz="1100">
                        <a:solidFill>
                          <a:schemeClr val="dk1"/>
                        </a:solidFill>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Reviewer</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Jelki Dijkstra</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200" u="sng">
                          <a:solidFill>
                            <a:schemeClr val="accent1"/>
                          </a:solidFill>
                          <a:highlight>
                            <a:srgbClr val="FAFAFA"/>
                          </a:highlight>
                          <a:latin typeface="Red Hat Display"/>
                          <a:ea typeface="Red Hat Display"/>
                          <a:cs typeface="Red Hat Display"/>
                          <a:sym typeface="Red Hat Display"/>
                          <a:hlinkClick r:id="rId7">
                            <a:extLst>
                              <a:ext uri="{A12FA001-AC4F-418D-AE19-62706E023703}">
                                <ahyp:hlinkClr val="tx"/>
                              </a:ext>
                            </a:extLst>
                          </a:hlinkClick>
                        </a:rPr>
                        <a:t>jdijkstr@redhat.com</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Cloud Architect - Consulting Services</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Reviewer</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2940" name="Google Shape;2940;p118"/>
          <p:cNvSpPr txBox="1"/>
          <p:nvPr>
            <p:ph idx="1" type="subTitle"/>
          </p:nvPr>
        </p:nvSpPr>
        <p:spPr>
          <a:xfrm>
            <a:off x="885050" y="6169550"/>
            <a:ext cx="8002500" cy="55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 Contributors and Reviewers - Please add your information and Role to the above table</a:t>
            </a:r>
            <a:endParaRPr sz="1100"/>
          </a:p>
        </p:txBody>
      </p:sp>
      <p:sp>
        <p:nvSpPr>
          <p:cNvPr id="2941" name="Google Shape;2941;p11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942" name="Google Shape;2942;p118"/>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Contributors and Reviewers</a:t>
            </a:r>
            <a:endParaRPr/>
          </a:p>
        </p:txBody>
      </p:sp>
      <p:sp>
        <p:nvSpPr>
          <p:cNvPr id="2943" name="Google Shape;2943;p118"/>
          <p:cNvSpPr txBox="1"/>
          <p:nvPr/>
        </p:nvSpPr>
        <p:spPr>
          <a:xfrm>
            <a:off x="1732550" y="4919200"/>
            <a:ext cx="88671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Red Hat Display"/>
              <a:ea typeface="Red Hat Display"/>
              <a:cs typeface="Red Hat Display"/>
              <a:sym typeface="Red Hat Display"/>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7" name="Shape 2947"/>
        <p:cNvGrpSpPr/>
        <p:nvPr/>
      </p:nvGrpSpPr>
      <p:grpSpPr>
        <a:xfrm>
          <a:off x="0" y="0"/>
          <a:ext cx="0" cy="0"/>
          <a:chOff x="0" y="0"/>
          <a:chExt cx="0" cy="0"/>
        </a:xfrm>
      </p:grpSpPr>
      <p:sp>
        <p:nvSpPr>
          <p:cNvPr id="2948" name="Google Shape;2948;p11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2949" name="Google Shape;2949;p119"/>
          <p:cNvGraphicFramePr/>
          <p:nvPr/>
        </p:nvGraphicFramePr>
        <p:xfrm>
          <a:off x="1662450" y="1810400"/>
          <a:ext cx="3000000" cy="3000000"/>
        </p:xfrm>
        <a:graphic>
          <a:graphicData uri="http://schemas.openxmlformats.org/drawingml/2006/table">
            <a:tbl>
              <a:tblPr>
                <a:noFill/>
                <a:tableStyleId>{2EE1D878-95FB-435A-9DCF-CAD5E2C511BF}</a:tableStyleId>
              </a:tblPr>
              <a:tblGrid>
                <a:gridCol w="1604125"/>
                <a:gridCol w="1697575"/>
                <a:gridCol w="4230525"/>
                <a:gridCol w="1334850"/>
              </a:tblGrid>
              <a:tr h="377675">
                <a:tc>
                  <a:txBody>
                    <a:bodyPr/>
                    <a:lstStyle/>
                    <a:p>
                      <a:pPr indent="0" lvl="0" marL="0" rtl="0" algn="l">
                        <a:spcBef>
                          <a:spcPts val="0"/>
                        </a:spcBef>
                        <a:spcAft>
                          <a:spcPts val="0"/>
                        </a:spcAft>
                        <a:buNone/>
                      </a:pPr>
                      <a:r>
                        <a:rPr lang="en">
                          <a:solidFill>
                            <a:schemeClr val="lt1"/>
                          </a:solidFill>
                        </a:rPr>
                        <a:t>Version</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Committer</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Changes</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Date</a:t>
                      </a:r>
                      <a:endParaRPr>
                        <a:solidFill>
                          <a:schemeClr val="lt1"/>
                        </a:solidFill>
                      </a:endParaRPr>
                    </a:p>
                  </a:txBody>
                  <a:tcPr marT="91425" marB="91425" marR="91425" marL="91425">
                    <a:solidFill>
                      <a:srgbClr val="6FA8DC"/>
                    </a:solidFill>
                  </a:tcPr>
                </a:tc>
              </a:tr>
              <a:tr h="663425">
                <a:tc>
                  <a:txBody>
                    <a:bodyPr/>
                    <a:lstStyle/>
                    <a:p>
                      <a:pPr indent="0" lvl="0" marL="0" rtl="0" algn="l">
                        <a:spcBef>
                          <a:spcPts val="0"/>
                        </a:spcBef>
                        <a:spcAft>
                          <a:spcPts val="500"/>
                        </a:spcAft>
                        <a:buNone/>
                      </a:pPr>
                      <a:r>
                        <a:rPr lang="en" sz="1100">
                          <a:solidFill>
                            <a:schemeClr val="dk1"/>
                          </a:solidFill>
                          <a:latin typeface="Red Hat Display"/>
                          <a:ea typeface="Red Hat Display"/>
                          <a:cs typeface="Red Hat Display"/>
                          <a:sym typeface="Red Hat Display"/>
                        </a:rPr>
                        <a:t>Version 1.3</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3"/>
                        </a:rPr>
                        <a:t>parmstro@redhat.com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Display"/>
                          <a:ea typeface="Red Hat Display"/>
                          <a:cs typeface="Red Hat Display"/>
                          <a:sym typeface="Red Hat Display"/>
                        </a:rPr>
                        <a:t>A long time ago, in a galaxy far, far away…</a:t>
                      </a:r>
                      <a:endParaRPr sz="1200">
                        <a:solidFill>
                          <a:schemeClr val="dk1"/>
                        </a:solidFill>
                        <a:latin typeface="Red Hat Display"/>
                        <a:ea typeface="Red Hat Display"/>
                        <a:cs typeface="Red Hat Display"/>
                        <a:sym typeface="Red Hat Display"/>
                      </a:endParaRPr>
                    </a:p>
                    <a:p>
                      <a:pPr indent="0" lvl="0" marL="0" rtl="0" algn="l">
                        <a:spcBef>
                          <a:spcPts val="500"/>
                        </a:spcBef>
                        <a:spcAft>
                          <a:spcPts val="0"/>
                        </a:spcAft>
                        <a:buNone/>
                      </a:pPr>
                      <a:r>
                        <a:rPr lang="en" sz="1200">
                          <a:solidFill>
                            <a:schemeClr val="dk1"/>
                          </a:solidFill>
                          <a:latin typeface="Red Hat Display"/>
                          <a:ea typeface="Red Hat Display"/>
                          <a:cs typeface="Red Hat Display"/>
                          <a:sym typeface="Red Hat Display"/>
                        </a:rPr>
                        <a:t>Added Change Log</a:t>
                      </a:r>
                      <a:endParaRPr sz="1200">
                        <a:solidFill>
                          <a:schemeClr val="dk1"/>
                        </a:solidFill>
                        <a:latin typeface="Red Hat Display"/>
                        <a:ea typeface="Red Hat Display"/>
                        <a:cs typeface="Red Hat Display"/>
                        <a:sym typeface="Red Hat Display"/>
                      </a:endParaRPr>
                    </a:p>
                    <a:p>
                      <a:pPr indent="0" lvl="0" marL="0" rtl="0" algn="l">
                        <a:spcBef>
                          <a:spcPts val="500"/>
                        </a:spcBef>
                        <a:spcAft>
                          <a:spcPts val="0"/>
                        </a:spcAft>
                        <a:buNone/>
                      </a:pPr>
                      <a:r>
                        <a:rPr lang="en" sz="1200">
                          <a:solidFill>
                            <a:schemeClr val="dk1"/>
                          </a:solidFill>
                          <a:latin typeface="Red Hat Display"/>
                          <a:ea typeface="Red Hat Display"/>
                          <a:cs typeface="Red Hat Display"/>
                          <a:sym typeface="Red Hat Display"/>
                        </a:rPr>
                        <a:t>Added QA Pipeline from rhis-builer-aap</a:t>
                      </a:r>
                      <a:endParaRPr sz="1200">
                        <a:solidFill>
                          <a:schemeClr val="dk1"/>
                        </a:solidFill>
                        <a:latin typeface="Red Hat Display"/>
                        <a:ea typeface="Red Hat Display"/>
                        <a:cs typeface="Red Hat Display"/>
                        <a:sym typeface="Red Hat Display"/>
                      </a:endParaRPr>
                    </a:p>
                    <a:p>
                      <a:pPr indent="0" lvl="0" marL="0" rtl="0" algn="l">
                        <a:spcBef>
                          <a:spcPts val="500"/>
                        </a:spcBef>
                        <a:spcAft>
                          <a:spcPts val="500"/>
                        </a:spcAft>
                        <a:buNone/>
                      </a:pPr>
                      <a:r>
                        <a:rPr lang="en" sz="1200">
                          <a:solidFill>
                            <a:schemeClr val="dk1"/>
                          </a:solidFill>
                          <a:latin typeface="Red Hat Display"/>
                          <a:ea typeface="Red Hat Display"/>
                          <a:cs typeface="Red Hat Display"/>
                          <a:sym typeface="Red Hat Display"/>
                        </a:rPr>
                        <a:t>Updated </a:t>
                      </a:r>
                      <a:r>
                        <a:rPr lang="en" sz="1200">
                          <a:solidFill>
                            <a:schemeClr val="dk1"/>
                          </a:solidFill>
                          <a:latin typeface="Red Hat Display"/>
                          <a:ea typeface="Red Hat Display"/>
                          <a:cs typeface="Red Hat Display"/>
                          <a:sym typeface="Red Hat Display"/>
                        </a:rPr>
                        <a:t>images</a:t>
                      </a:r>
                      <a:r>
                        <a:rPr lang="en" sz="1200">
                          <a:solidFill>
                            <a:schemeClr val="dk1"/>
                          </a:solidFill>
                          <a:latin typeface="Red Hat Display"/>
                          <a:ea typeface="Red Hat Display"/>
                          <a:cs typeface="Red Hat Display"/>
                          <a:sym typeface="Red Hat Display"/>
                        </a:rPr>
                        <a:t> for Pipelines for better context</a:t>
                      </a:r>
                      <a:endParaRPr sz="1200">
                        <a:solidFill>
                          <a:schemeClr val="dk1"/>
                        </a:solidFill>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2025-05-04</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bl>
          </a:graphicData>
        </a:graphic>
      </p:graphicFrame>
      <p:sp>
        <p:nvSpPr>
          <p:cNvPr id="2950" name="Google Shape;2950;p119"/>
          <p:cNvSpPr txBox="1"/>
          <p:nvPr>
            <p:ph idx="1" type="subTitle"/>
          </p:nvPr>
        </p:nvSpPr>
        <p:spPr>
          <a:xfrm>
            <a:off x="885050" y="6169550"/>
            <a:ext cx="8002500" cy="55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 Contributors - Please update change log table and increment version information</a:t>
            </a:r>
            <a:endParaRPr sz="1100"/>
          </a:p>
        </p:txBody>
      </p:sp>
      <p:sp>
        <p:nvSpPr>
          <p:cNvPr id="2951" name="Google Shape;2951;p11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952" name="Google Shape;2952;p11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Change Log</a:t>
            </a:r>
            <a:endParaRPr/>
          </a:p>
        </p:txBody>
      </p:sp>
      <p:sp>
        <p:nvSpPr>
          <p:cNvPr id="2953" name="Google Shape;2953;p119"/>
          <p:cNvSpPr txBox="1"/>
          <p:nvPr/>
        </p:nvSpPr>
        <p:spPr>
          <a:xfrm>
            <a:off x="1732550" y="4919200"/>
            <a:ext cx="88671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Red Hat Display"/>
              <a:ea typeface="Red Hat Display"/>
              <a:cs typeface="Red Hat Display"/>
              <a:sym typeface="Red Hat Display"/>
            </a:endParaRPr>
          </a:p>
        </p:txBody>
      </p:sp>
    </p:spTree>
  </p:cSld>
  <p:clrMapOvr>
    <a:masterClrMapping/>
  </p:clrMapOvr>
</p:sld>
</file>

<file path=ppt/theme/theme1.xml><?xml version="1.0" encoding="utf-8"?>
<a:theme xmlns:a="http://schemas.openxmlformats.org/drawingml/2006/main" xmlns:r="http://schemas.openxmlformats.org/officeDocument/2006/relationships" name="Red Hat - Light">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