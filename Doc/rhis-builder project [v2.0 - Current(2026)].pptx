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y="6858000" cx="12192000"/>
  <p:notesSz cx="6858000" cy="9144000"/>
  <p:embeddedFontLst>
    <p:embeddedFont>
      <p:font typeface="Red Hat Display SemiBold"/>
      <p:regular r:id="rId63"/>
      <p:bold r:id="rId64"/>
      <p:italic r:id="rId65"/>
      <p:boldItalic r:id="rId66"/>
    </p:embeddedFont>
    <p:embeddedFont>
      <p:font typeface="Red Hat Text Medium"/>
      <p:regular r:id="rId67"/>
      <p:bold r:id="rId68"/>
      <p:italic r:id="rId69"/>
      <p:boldItalic r:id="rId70"/>
    </p:embeddedFont>
    <p:embeddedFont>
      <p:font typeface="Red Hat Display Black"/>
      <p:bold r:id="rId71"/>
      <p:boldItalic r:id="rId72"/>
    </p:embeddedFont>
    <p:embeddedFont>
      <p:font typeface="Red Hat Display Medium"/>
      <p:regular r:id="rId73"/>
      <p:bold r:id="rId74"/>
      <p:italic r:id="rId75"/>
      <p:boldItalic r:id="rId76"/>
    </p:embeddedFont>
    <p:embeddedFont>
      <p:font typeface="Overpass"/>
      <p:regular r:id="rId77"/>
      <p:bold r:id="rId78"/>
      <p:italic r:id="rId79"/>
      <p:boldItalic r:id="rId80"/>
    </p:embeddedFont>
    <p:embeddedFont>
      <p:font typeface="Red Hat Display"/>
      <p:regular r:id="rId81"/>
      <p:bold r:id="rId82"/>
      <p:italic r:id="rId83"/>
      <p:boldItalic r:id="rId84"/>
    </p:embeddedFont>
    <p:embeddedFont>
      <p:font typeface="Overpass SemiBold"/>
      <p:regular r:id="rId85"/>
      <p:bold r:id="rId86"/>
      <p:italic r:id="rId87"/>
      <p:boldItalic r:id="rId88"/>
    </p:embeddedFont>
    <p:embeddedFont>
      <p:font typeface="Red Hat Text"/>
      <p:regular r:id="rId89"/>
      <p:bold r:id="rId90"/>
      <p:italic r:id="rId91"/>
      <p:boldItalic r:id="rId92"/>
    </p:embeddedFont>
    <p:embeddedFont>
      <p:font typeface="Roboto Mono"/>
      <p:regular r:id="rId93"/>
      <p:bold r:id="rId94"/>
      <p:italic r:id="rId95"/>
      <p:boldItalic r:id="rId9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329C922-2976-4624-ACE9-D1BC62EB7E30}">
  <a:tblStyle styleId="{D329C922-2976-4624-ACE9-D1BC62EB7E3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2CCDBCE-84D9-4A40-BC3B-0CA6A1612C20}"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RedHatDisplay-boldItalic.fntdata"/><Relationship Id="rId83" Type="http://schemas.openxmlformats.org/officeDocument/2006/relationships/font" Target="fonts/RedHatDisplay-italic.fntdata"/><Relationship Id="rId42" Type="http://schemas.openxmlformats.org/officeDocument/2006/relationships/slide" Target="slides/slide36.xml"/><Relationship Id="rId86" Type="http://schemas.openxmlformats.org/officeDocument/2006/relationships/font" Target="fonts/OverpassSemiBold-bold.fntdata"/><Relationship Id="rId41" Type="http://schemas.openxmlformats.org/officeDocument/2006/relationships/slide" Target="slides/slide35.xml"/><Relationship Id="rId85" Type="http://schemas.openxmlformats.org/officeDocument/2006/relationships/font" Target="fonts/OverpassSemiBold-regular.fntdata"/><Relationship Id="rId44" Type="http://schemas.openxmlformats.org/officeDocument/2006/relationships/slide" Target="slides/slide38.xml"/><Relationship Id="rId88" Type="http://schemas.openxmlformats.org/officeDocument/2006/relationships/font" Target="fonts/OverpassSemiBold-boldItalic.fntdata"/><Relationship Id="rId43" Type="http://schemas.openxmlformats.org/officeDocument/2006/relationships/slide" Target="slides/slide37.xml"/><Relationship Id="rId87" Type="http://schemas.openxmlformats.org/officeDocument/2006/relationships/font" Target="fonts/OverpassSemiBold-italic.fntdata"/><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font" Target="fonts/RedHatText-regular.fntdata"/><Relationship Id="rId80" Type="http://schemas.openxmlformats.org/officeDocument/2006/relationships/font" Target="fonts/Overpass-boldItalic.fntdata"/><Relationship Id="rId82" Type="http://schemas.openxmlformats.org/officeDocument/2006/relationships/font" Target="fonts/RedHatDisplay-bold.fntdata"/><Relationship Id="rId81" Type="http://schemas.openxmlformats.org/officeDocument/2006/relationships/font" Target="fonts/RedHatDisplay-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edHatDisplayMedium-regular.fntdata"/><Relationship Id="rId72" Type="http://schemas.openxmlformats.org/officeDocument/2006/relationships/font" Target="fonts/RedHatDisplayBlack-boldItalic.fntdata"/><Relationship Id="rId31" Type="http://schemas.openxmlformats.org/officeDocument/2006/relationships/slide" Target="slides/slide25.xml"/><Relationship Id="rId75" Type="http://schemas.openxmlformats.org/officeDocument/2006/relationships/font" Target="fonts/RedHatDisplayMedium-italic.fntdata"/><Relationship Id="rId30" Type="http://schemas.openxmlformats.org/officeDocument/2006/relationships/slide" Target="slides/slide24.xml"/><Relationship Id="rId74" Type="http://schemas.openxmlformats.org/officeDocument/2006/relationships/font" Target="fonts/RedHatDisplayMedium-bold.fntdata"/><Relationship Id="rId33" Type="http://schemas.openxmlformats.org/officeDocument/2006/relationships/slide" Target="slides/slide27.xml"/><Relationship Id="rId77" Type="http://schemas.openxmlformats.org/officeDocument/2006/relationships/font" Target="fonts/Overpass-regular.fntdata"/><Relationship Id="rId32" Type="http://schemas.openxmlformats.org/officeDocument/2006/relationships/slide" Target="slides/slide26.xml"/><Relationship Id="rId76" Type="http://schemas.openxmlformats.org/officeDocument/2006/relationships/font" Target="fonts/RedHatDisplayMedium-boldItalic.fntdata"/><Relationship Id="rId35" Type="http://schemas.openxmlformats.org/officeDocument/2006/relationships/slide" Target="slides/slide29.xml"/><Relationship Id="rId79" Type="http://schemas.openxmlformats.org/officeDocument/2006/relationships/font" Target="fonts/Overpass-italic.fntdata"/><Relationship Id="rId34" Type="http://schemas.openxmlformats.org/officeDocument/2006/relationships/slide" Target="slides/slide28.xml"/><Relationship Id="rId78" Type="http://schemas.openxmlformats.org/officeDocument/2006/relationships/font" Target="fonts/Overpass-bold.fntdata"/><Relationship Id="rId71" Type="http://schemas.openxmlformats.org/officeDocument/2006/relationships/font" Target="fonts/RedHatDisplayBlack-bold.fntdata"/><Relationship Id="rId70" Type="http://schemas.openxmlformats.org/officeDocument/2006/relationships/font" Target="fonts/RedHatTextMedium-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RedHatDisplaySemiBold-bold.fntdata"/><Relationship Id="rId63" Type="http://schemas.openxmlformats.org/officeDocument/2006/relationships/font" Target="fonts/RedHatDisplaySemiBold-regular.fntdata"/><Relationship Id="rId22" Type="http://schemas.openxmlformats.org/officeDocument/2006/relationships/slide" Target="slides/slide16.xml"/><Relationship Id="rId66" Type="http://schemas.openxmlformats.org/officeDocument/2006/relationships/font" Target="fonts/RedHatDisplaySemiBold-boldItalic.fntdata"/><Relationship Id="rId21" Type="http://schemas.openxmlformats.org/officeDocument/2006/relationships/slide" Target="slides/slide15.xml"/><Relationship Id="rId65" Type="http://schemas.openxmlformats.org/officeDocument/2006/relationships/font" Target="fonts/RedHatDisplaySemiBold-italic.fntdata"/><Relationship Id="rId24" Type="http://schemas.openxmlformats.org/officeDocument/2006/relationships/slide" Target="slides/slide18.xml"/><Relationship Id="rId68" Type="http://schemas.openxmlformats.org/officeDocument/2006/relationships/font" Target="fonts/RedHatTextMedium-bold.fntdata"/><Relationship Id="rId23" Type="http://schemas.openxmlformats.org/officeDocument/2006/relationships/slide" Target="slides/slide17.xml"/><Relationship Id="rId67" Type="http://schemas.openxmlformats.org/officeDocument/2006/relationships/font" Target="fonts/RedHatTextMedium-regular.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RedHatTextMedium-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95" Type="http://schemas.openxmlformats.org/officeDocument/2006/relationships/font" Target="fonts/RobotoMono-italic.fntdata"/><Relationship Id="rId50" Type="http://schemas.openxmlformats.org/officeDocument/2006/relationships/slide" Target="slides/slide44.xml"/><Relationship Id="rId94" Type="http://schemas.openxmlformats.org/officeDocument/2006/relationships/font" Target="fonts/RobotoMono-bold.fntdata"/><Relationship Id="rId53" Type="http://schemas.openxmlformats.org/officeDocument/2006/relationships/slide" Target="slides/slide47.xml"/><Relationship Id="rId52" Type="http://schemas.openxmlformats.org/officeDocument/2006/relationships/slide" Target="slides/slide46.xml"/><Relationship Id="rId96" Type="http://schemas.openxmlformats.org/officeDocument/2006/relationships/font" Target="fonts/RobotoMono-boldItalic.fntdata"/><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91" Type="http://schemas.openxmlformats.org/officeDocument/2006/relationships/font" Target="fonts/RedHatText-italic.fntdata"/><Relationship Id="rId90" Type="http://schemas.openxmlformats.org/officeDocument/2006/relationships/font" Target="fonts/RedHatText-bold.fntdata"/><Relationship Id="rId93" Type="http://schemas.openxmlformats.org/officeDocument/2006/relationships/font" Target="fonts/RobotoMono-regular.fntdata"/><Relationship Id="rId92" Type="http://schemas.openxmlformats.org/officeDocument/2006/relationships/font" Target="fonts/RedHatText-boldItalic.fntdata"/><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29e7edb5e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1" name="Google Shape;821;g29e7edb5e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3b956943477_1_1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8" name="Google Shape;828;g3b956943477_1_1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22a9706794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22a9706794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22dcb2d3d9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22dcb2d3d9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2fc1e6f0f8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9" name="Google Shape;849;g2fc1e6f0f8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3431f9ba7b4_0_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3431f9ba7b4_0_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36037359e7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2" name="Google Shape;932;g36037359e7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6037359e77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0" name="Google Shape;940;g36037359e77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3c23b2167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1" name="Google Shape;951;g3c23b21671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6037359e77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g36037359e77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22a97067941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1" name="Google Shape;1041;g22a97067941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22a97067941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6" name="Google Shape;1086;g22a97067941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27fcd5cef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6" name="Google Shape;1156;g27fcd5cef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339373d3fb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9" name="Google Shape;1239;g339373d3fb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g22a9706794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7" name="Google Shape;1247;g22a9706794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22a97067941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6" name="Google Shape;1266;g22a97067941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g22a97067941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9" name="Google Shape;1299;g22a97067941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g22a97067941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8" name="Google Shape;1328;g22a97067941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g22a97067941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0" name="Google Shape;1360;g22a97067941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g22a97067941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2" name="Google Shape;1392;g22a97067941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g22a97067941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5" name="Google Shape;1425;g22a97067941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9" name="Shape 1469"/>
        <p:cNvGrpSpPr/>
        <p:nvPr/>
      </p:nvGrpSpPr>
      <p:grpSpPr>
        <a:xfrm>
          <a:off x="0" y="0"/>
          <a:ext cx="0" cy="0"/>
          <a:chOff x="0" y="0"/>
          <a:chExt cx="0" cy="0"/>
        </a:xfrm>
      </p:grpSpPr>
      <p:sp>
        <p:nvSpPr>
          <p:cNvPr id="1470" name="Google Shape;1470;g22a97067941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1" name="Google Shape;1471;g22a97067941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g339373d3fb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1" name="Google Shape;1481;g339373d3fb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7" name="Shape 1487"/>
        <p:cNvGrpSpPr/>
        <p:nvPr/>
      </p:nvGrpSpPr>
      <p:grpSpPr>
        <a:xfrm>
          <a:off x="0" y="0"/>
          <a:ext cx="0" cy="0"/>
          <a:chOff x="0" y="0"/>
          <a:chExt cx="0" cy="0"/>
        </a:xfrm>
      </p:grpSpPr>
      <p:sp>
        <p:nvSpPr>
          <p:cNvPr id="1488" name="Google Shape;1488;g339373d3fb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9" name="Google Shape;1489;g339373d3fb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2" name="Shape 1552"/>
        <p:cNvGrpSpPr/>
        <p:nvPr/>
      </p:nvGrpSpPr>
      <p:grpSpPr>
        <a:xfrm>
          <a:off x="0" y="0"/>
          <a:ext cx="0" cy="0"/>
          <a:chOff x="0" y="0"/>
          <a:chExt cx="0" cy="0"/>
        </a:xfrm>
      </p:grpSpPr>
      <p:sp>
        <p:nvSpPr>
          <p:cNvPr id="1553" name="Google Shape;1553;g339373d3fb0_0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4" name="Google Shape;1554;g339373d3fb0_0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7" name="Shape 1617"/>
        <p:cNvGrpSpPr/>
        <p:nvPr/>
      </p:nvGrpSpPr>
      <p:grpSpPr>
        <a:xfrm>
          <a:off x="0" y="0"/>
          <a:ext cx="0" cy="0"/>
          <a:chOff x="0" y="0"/>
          <a:chExt cx="0" cy="0"/>
        </a:xfrm>
      </p:grpSpPr>
      <p:sp>
        <p:nvSpPr>
          <p:cNvPr id="1618" name="Google Shape;1618;g339373d3fb0_0_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9" name="Google Shape;1619;g339373d3fb0_0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8" name="Shape 1648"/>
        <p:cNvGrpSpPr/>
        <p:nvPr/>
      </p:nvGrpSpPr>
      <p:grpSpPr>
        <a:xfrm>
          <a:off x="0" y="0"/>
          <a:ext cx="0" cy="0"/>
          <a:chOff x="0" y="0"/>
          <a:chExt cx="0" cy="0"/>
        </a:xfrm>
      </p:grpSpPr>
      <p:sp>
        <p:nvSpPr>
          <p:cNvPr id="1649" name="Google Shape;1649;g339373d3fb0_0_7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0" name="Google Shape;1650;g339373d3fb0_0_7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4" name="Shape 1684"/>
        <p:cNvGrpSpPr/>
        <p:nvPr/>
      </p:nvGrpSpPr>
      <p:grpSpPr>
        <a:xfrm>
          <a:off x="0" y="0"/>
          <a:ext cx="0" cy="0"/>
          <a:chOff x="0" y="0"/>
          <a:chExt cx="0" cy="0"/>
        </a:xfrm>
      </p:grpSpPr>
      <p:sp>
        <p:nvSpPr>
          <p:cNvPr id="1685" name="Google Shape;1685;g35ec57c526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6" name="Google Shape;1686;g35ec57c52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2" name="Shape 1752"/>
        <p:cNvGrpSpPr/>
        <p:nvPr/>
      </p:nvGrpSpPr>
      <p:grpSpPr>
        <a:xfrm>
          <a:off x="0" y="0"/>
          <a:ext cx="0" cy="0"/>
          <a:chOff x="0" y="0"/>
          <a:chExt cx="0" cy="0"/>
        </a:xfrm>
      </p:grpSpPr>
      <p:sp>
        <p:nvSpPr>
          <p:cNvPr id="1753" name="Google Shape;1753;g339373d3fb0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4" name="Google Shape;1754;g339373d3fb0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7" name="Shape 1797"/>
        <p:cNvGrpSpPr/>
        <p:nvPr/>
      </p:nvGrpSpPr>
      <p:grpSpPr>
        <a:xfrm>
          <a:off x="0" y="0"/>
          <a:ext cx="0" cy="0"/>
          <a:chOff x="0" y="0"/>
          <a:chExt cx="0" cy="0"/>
        </a:xfrm>
      </p:grpSpPr>
      <p:sp>
        <p:nvSpPr>
          <p:cNvPr id="1798" name="Google Shape;1798;g339373d3fb0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9" name="Google Shape;1799;g339373d3fb0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7" name="Shape 1867"/>
        <p:cNvGrpSpPr/>
        <p:nvPr/>
      </p:nvGrpSpPr>
      <p:grpSpPr>
        <a:xfrm>
          <a:off x="0" y="0"/>
          <a:ext cx="0" cy="0"/>
          <a:chOff x="0" y="0"/>
          <a:chExt cx="0" cy="0"/>
        </a:xfrm>
      </p:grpSpPr>
      <p:sp>
        <p:nvSpPr>
          <p:cNvPr id="1868" name="Google Shape;1868;g339373d3fb0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9" name="Google Shape;1869;g339373d3fb0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9" name="Shape 1949"/>
        <p:cNvGrpSpPr/>
        <p:nvPr/>
      </p:nvGrpSpPr>
      <p:grpSpPr>
        <a:xfrm>
          <a:off x="0" y="0"/>
          <a:ext cx="0" cy="0"/>
          <a:chOff x="0" y="0"/>
          <a:chExt cx="0" cy="0"/>
        </a:xfrm>
      </p:grpSpPr>
      <p:sp>
        <p:nvSpPr>
          <p:cNvPr id="1950" name="Google Shape;1950;g339373d3fb0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1" name="Google Shape;1951;g339373d3fb0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2" name="Shape 1982"/>
        <p:cNvGrpSpPr/>
        <p:nvPr/>
      </p:nvGrpSpPr>
      <p:grpSpPr>
        <a:xfrm>
          <a:off x="0" y="0"/>
          <a:ext cx="0" cy="0"/>
          <a:chOff x="0" y="0"/>
          <a:chExt cx="0" cy="0"/>
        </a:xfrm>
      </p:grpSpPr>
      <p:sp>
        <p:nvSpPr>
          <p:cNvPr id="1983" name="Google Shape;1983;g339373d3fb0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4" name="Google Shape;1984;g339373d3fb0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1" name="Shape 2011"/>
        <p:cNvGrpSpPr/>
        <p:nvPr/>
      </p:nvGrpSpPr>
      <p:grpSpPr>
        <a:xfrm>
          <a:off x="0" y="0"/>
          <a:ext cx="0" cy="0"/>
          <a:chOff x="0" y="0"/>
          <a:chExt cx="0" cy="0"/>
        </a:xfrm>
      </p:grpSpPr>
      <p:sp>
        <p:nvSpPr>
          <p:cNvPr id="2012" name="Google Shape;2012;g339373d3fb0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3" name="Google Shape;2013;g339373d3fb0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3" name="Shape 2043"/>
        <p:cNvGrpSpPr/>
        <p:nvPr/>
      </p:nvGrpSpPr>
      <p:grpSpPr>
        <a:xfrm>
          <a:off x="0" y="0"/>
          <a:ext cx="0" cy="0"/>
          <a:chOff x="0" y="0"/>
          <a:chExt cx="0" cy="0"/>
        </a:xfrm>
      </p:grpSpPr>
      <p:sp>
        <p:nvSpPr>
          <p:cNvPr id="2044" name="Google Shape;2044;g339373d3fb0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5" name="Google Shape;2045;g339373d3fb0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5" name="Shape 2075"/>
        <p:cNvGrpSpPr/>
        <p:nvPr/>
      </p:nvGrpSpPr>
      <p:grpSpPr>
        <a:xfrm>
          <a:off x="0" y="0"/>
          <a:ext cx="0" cy="0"/>
          <a:chOff x="0" y="0"/>
          <a:chExt cx="0" cy="0"/>
        </a:xfrm>
      </p:grpSpPr>
      <p:sp>
        <p:nvSpPr>
          <p:cNvPr id="2076" name="Google Shape;2076;g339373d3fb0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7" name="Google Shape;2077;g339373d3fb0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8" name="Shape 2108"/>
        <p:cNvGrpSpPr/>
        <p:nvPr/>
      </p:nvGrpSpPr>
      <p:grpSpPr>
        <a:xfrm>
          <a:off x="0" y="0"/>
          <a:ext cx="0" cy="0"/>
          <a:chOff x="0" y="0"/>
          <a:chExt cx="0" cy="0"/>
        </a:xfrm>
      </p:grpSpPr>
      <p:sp>
        <p:nvSpPr>
          <p:cNvPr id="2109" name="Google Shape;2109;g339373d3fb0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0" name="Google Shape;2110;g339373d3fb0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4" name="Shape 2154"/>
        <p:cNvGrpSpPr/>
        <p:nvPr/>
      </p:nvGrpSpPr>
      <p:grpSpPr>
        <a:xfrm>
          <a:off x="0" y="0"/>
          <a:ext cx="0" cy="0"/>
          <a:chOff x="0" y="0"/>
          <a:chExt cx="0" cy="0"/>
        </a:xfrm>
      </p:grpSpPr>
      <p:sp>
        <p:nvSpPr>
          <p:cNvPr id="2155" name="Google Shape;2155;g339373d3fb0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6" name="Google Shape;2156;g339373d3fb0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4" name="Shape 2164"/>
        <p:cNvGrpSpPr/>
        <p:nvPr/>
      </p:nvGrpSpPr>
      <p:grpSpPr>
        <a:xfrm>
          <a:off x="0" y="0"/>
          <a:ext cx="0" cy="0"/>
          <a:chOff x="0" y="0"/>
          <a:chExt cx="0" cy="0"/>
        </a:xfrm>
      </p:grpSpPr>
      <p:sp>
        <p:nvSpPr>
          <p:cNvPr id="2165" name="Google Shape;2165;g232a87fbcd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6" name="Google Shape;2166;g232a87fbcd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One of the concepts that we will discuss in that of the Standard Operating Environment. In a nutshell, it encompasses the content that we allow on our Linux systems, but it also helps us define how and when it gets there. One of the challenges that we at Red Hat see in many customers is that the way in which systems are spec’d out and built is so customized, that it is essentially a monolith. Once it is built, maintenance, revision and reuse are next to impossible. Also, different parts of the organization may have implemented different standards, or generated exceptions to meet deadlines, etc.. If we take the time to redefine the systems in terms of the functional layers of the software stack we can drive out the necessary components The refactoring will revive the flexibility in our environment, allowing more easy recombination and streamlining maintenance.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As we refactor the components of the Operating Environment, we can drive standardization by codifying content delivery, configuration, lifecycle and compliance through tooling. The standards drive efficiencies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 need to show both the process and the architecture… the process is our consulting methodology and agile process and our architectures are tested in the field with some of our largest and most valued customers.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People -&gt; Innovation Lab will train them…</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8" name="Shape 2188"/>
        <p:cNvGrpSpPr/>
        <p:nvPr/>
      </p:nvGrpSpPr>
      <p:grpSpPr>
        <a:xfrm>
          <a:off x="0" y="0"/>
          <a:ext cx="0" cy="0"/>
          <a:chOff x="0" y="0"/>
          <a:chExt cx="0" cy="0"/>
        </a:xfrm>
      </p:grpSpPr>
      <p:sp>
        <p:nvSpPr>
          <p:cNvPr id="2189" name="Google Shape;2189;g29e7edb5ece_0_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0" name="Google Shape;2190;g29e7edb5ece_0_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6" name="Shape 2196"/>
        <p:cNvGrpSpPr/>
        <p:nvPr/>
      </p:nvGrpSpPr>
      <p:grpSpPr>
        <a:xfrm>
          <a:off x="0" y="0"/>
          <a:ext cx="0" cy="0"/>
          <a:chOff x="0" y="0"/>
          <a:chExt cx="0" cy="0"/>
        </a:xfrm>
      </p:grpSpPr>
      <p:sp>
        <p:nvSpPr>
          <p:cNvPr id="2197" name="Google Shape;2197;g29e7edb5ece_0_1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8" name="Google Shape;2198;g29e7edb5ece_0_1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6" name="Shape 2206"/>
        <p:cNvGrpSpPr/>
        <p:nvPr/>
      </p:nvGrpSpPr>
      <p:grpSpPr>
        <a:xfrm>
          <a:off x="0" y="0"/>
          <a:ext cx="0" cy="0"/>
          <a:chOff x="0" y="0"/>
          <a:chExt cx="0" cy="0"/>
        </a:xfrm>
      </p:grpSpPr>
      <p:sp>
        <p:nvSpPr>
          <p:cNvPr id="2207" name="Google Shape;2207;g29e7edb5ece_0_1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8" name="Google Shape;2208;g29e7edb5ece_0_1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6" name="Shape 2216"/>
        <p:cNvGrpSpPr/>
        <p:nvPr/>
      </p:nvGrpSpPr>
      <p:grpSpPr>
        <a:xfrm>
          <a:off x="0" y="0"/>
          <a:ext cx="0" cy="0"/>
          <a:chOff x="0" y="0"/>
          <a:chExt cx="0" cy="0"/>
        </a:xfrm>
      </p:grpSpPr>
      <p:sp>
        <p:nvSpPr>
          <p:cNvPr id="2217" name="Google Shape;2217;g32a1642ba3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8" name="Google Shape;2218;g32a1642ba3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4" name="Shape 2224"/>
        <p:cNvGrpSpPr/>
        <p:nvPr/>
      </p:nvGrpSpPr>
      <p:grpSpPr>
        <a:xfrm>
          <a:off x="0" y="0"/>
          <a:ext cx="0" cy="0"/>
          <a:chOff x="0" y="0"/>
          <a:chExt cx="0" cy="0"/>
        </a:xfrm>
      </p:grpSpPr>
      <p:sp>
        <p:nvSpPr>
          <p:cNvPr id="2225" name="Google Shape;2225;g32ab324c3f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6" name="Google Shape;2226;g32ab324c3f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2" name="Shape 2232"/>
        <p:cNvGrpSpPr/>
        <p:nvPr/>
      </p:nvGrpSpPr>
      <p:grpSpPr>
        <a:xfrm>
          <a:off x="0" y="0"/>
          <a:ext cx="0" cy="0"/>
          <a:chOff x="0" y="0"/>
          <a:chExt cx="0" cy="0"/>
        </a:xfrm>
      </p:grpSpPr>
      <p:sp>
        <p:nvSpPr>
          <p:cNvPr id="2233" name="Google Shape;2233;g32ab324c3f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4" name="Google Shape;2234;g32ab324c3f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rhis-builder-yubi is PIV complete</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7" name="Shape 2247"/>
        <p:cNvGrpSpPr/>
        <p:nvPr/>
      </p:nvGrpSpPr>
      <p:grpSpPr>
        <a:xfrm>
          <a:off x="0" y="0"/>
          <a:ext cx="0" cy="0"/>
          <a:chOff x="0" y="0"/>
          <a:chExt cx="0" cy="0"/>
        </a:xfrm>
      </p:grpSpPr>
      <p:sp>
        <p:nvSpPr>
          <p:cNvPr id="2248" name="Google Shape;2248;g32ab324c3f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9" name="Google Shape;2249;g32ab324c3f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6" name="Shape 2256"/>
        <p:cNvGrpSpPr/>
        <p:nvPr/>
      </p:nvGrpSpPr>
      <p:grpSpPr>
        <a:xfrm>
          <a:off x="0" y="0"/>
          <a:ext cx="0" cy="0"/>
          <a:chOff x="0" y="0"/>
          <a:chExt cx="0" cy="0"/>
        </a:xfrm>
      </p:grpSpPr>
      <p:sp>
        <p:nvSpPr>
          <p:cNvPr id="2257" name="Google Shape;2257;g3431f9ba7b4_0_16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8" name="Google Shape;2258;g3431f9ba7b4_0_1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1" name="Shape 2261"/>
        <p:cNvGrpSpPr/>
        <p:nvPr/>
      </p:nvGrpSpPr>
      <p:grpSpPr>
        <a:xfrm>
          <a:off x="0" y="0"/>
          <a:ext cx="0" cy="0"/>
          <a:chOff x="0" y="0"/>
          <a:chExt cx="0" cy="0"/>
        </a:xfrm>
      </p:grpSpPr>
      <p:sp>
        <p:nvSpPr>
          <p:cNvPr id="2262" name="Google Shape;2262;g29e7edb5ece_0_1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3" name="Google Shape;2263;g29e7edb5ece_0_1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7" name="Shape 2267"/>
        <p:cNvGrpSpPr/>
        <p:nvPr/>
      </p:nvGrpSpPr>
      <p:grpSpPr>
        <a:xfrm>
          <a:off x="0" y="0"/>
          <a:ext cx="0" cy="0"/>
          <a:chOff x="0" y="0"/>
          <a:chExt cx="0" cy="0"/>
        </a:xfrm>
      </p:grpSpPr>
      <p:sp>
        <p:nvSpPr>
          <p:cNvPr id="2268" name="Google Shape;2268;g2a69aecc29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9" name="Google Shape;2269;g2a69aecc29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Paul Armstrong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4" name="Shape 2274"/>
        <p:cNvGrpSpPr/>
        <p:nvPr/>
      </p:nvGrpSpPr>
      <p:grpSpPr>
        <a:xfrm>
          <a:off x="0" y="0"/>
          <a:ext cx="0" cy="0"/>
          <a:chOff x="0" y="0"/>
          <a:chExt cx="0" cy="0"/>
        </a:xfrm>
      </p:grpSpPr>
      <p:sp>
        <p:nvSpPr>
          <p:cNvPr id="2275" name="Google Shape;2275;g2a69aecc29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6" name="Google Shape;2276;g2a69aecc29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5" name="Shape 2285"/>
        <p:cNvGrpSpPr/>
        <p:nvPr/>
      </p:nvGrpSpPr>
      <p:grpSpPr>
        <a:xfrm>
          <a:off x="0" y="0"/>
          <a:ext cx="0" cy="0"/>
          <a:chOff x="0" y="0"/>
          <a:chExt cx="0" cy="0"/>
        </a:xfrm>
      </p:grpSpPr>
      <p:sp>
        <p:nvSpPr>
          <p:cNvPr id="2286" name="Google Shape;2286;g3b956943477_1_3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7" name="Google Shape;2287;g3b956943477_1_3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2" name="Shape 2322"/>
        <p:cNvGrpSpPr/>
        <p:nvPr/>
      </p:nvGrpSpPr>
      <p:grpSpPr>
        <a:xfrm>
          <a:off x="0" y="0"/>
          <a:ext cx="0" cy="0"/>
          <a:chOff x="0" y="0"/>
          <a:chExt cx="0" cy="0"/>
        </a:xfrm>
      </p:grpSpPr>
      <p:sp>
        <p:nvSpPr>
          <p:cNvPr id="2323" name="Google Shape;2323;g3b956943477_1_3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4" name="Google Shape;2324;g3b956943477_1_3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3" name="Shape 2353"/>
        <p:cNvGrpSpPr/>
        <p:nvPr/>
      </p:nvGrpSpPr>
      <p:grpSpPr>
        <a:xfrm>
          <a:off x="0" y="0"/>
          <a:ext cx="0" cy="0"/>
          <a:chOff x="0" y="0"/>
          <a:chExt cx="0" cy="0"/>
        </a:xfrm>
      </p:grpSpPr>
      <p:sp>
        <p:nvSpPr>
          <p:cNvPr id="2354" name="Google Shape;2354;g3b956943477_1_3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5" name="Google Shape;2355;g3b956943477_1_3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8" name="Shape 2368"/>
        <p:cNvGrpSpPr/>
        <p:nvPr/>
      </p:nvGrpSpPr>
      <p:grpSpPr>
        <a:xfrm>
          <a:off x="0" y="0"/>
          <a:ext cx="0" cy="0"/>
          <a:chOff x="0" y="0"/>
          <a:chExt cx="0" cy="0"/>
        </a:xfrm>
      </p:grpSpPr>
      <p:sp>
        <p:nvSpPr>
          <p:cNvPr id="2369" name="Google Shape;2369;g3b956943477_1_3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0" name="Google Shape;2370;g3b956943477_1_3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4" name="Shape 2394"/>
        <p:cNvGrpSpPr/>
        <p:nvPr/>
      </p:nvGrpSpPr>
      <p:grpSpPr>
        <a:xfrm>
          <a:off x="0" y="0"/>
          <a:ext cx="0" cy="0"/>
          <a:chOff x="0" y="0"/>
          <a:chExt cx="0" cy="0"/>
        </a:xfrm>
      </p:grpSpPr>
      <p:sp>
        <p:nvSpPr>
          <p:cNvPr id="2395" name="Google Shape;2395;g3b956943477_1_3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6" name="Google Shape;2396;g3b956943477_1_3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3" name="Shape 2403"/>
        <p:cNvGrpSpPr/>
        <p:nvPr/>
      </p:nvGrpSpPr>
      <p:grpSpPr>
        <a:xfrm>
          <a:off x="0" y="0"/>
          <a:ext cx="0" cy="0"/>
          <a:chOff x="0" y="0"/>
          <a:chExt cx="0" cy="0"/>
        </a:xfrm>
      </p:grpSpPr>
      <p:sp>
        <p:nvSpPr>
          <p:cNvPr id="2404" name="Google Shape;2404;g3b956943477_1_3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5" name="Google Shape;2405;g3b956943477_1_3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9.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9.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1.pn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4.png"/><Relationship Id="rId7"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 Id="rId3" Type="http://schemas.openxmlformats.org/officeDocument/2006/relationships/image" Target="../media/image13.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5.png"/><Relationship Id="rId7"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1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4.png"/><Relationship Id="rId3" Type="http://schemas.openxmlformats.org/officeDocument/2006/relationships/image" Target="../media/image12.png"/><Relationship Id="rId4" Type="http://schemas.openxmlformats.org/officeDocument/2006/relationships/image" Target="../media/image1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4.png"/><Relationship Id="rId3" Type="http://schemas.openxmlformats.org/officeDocument/2006/relationships/image" Target="../media/image1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9.png"/><Relationship Id="rId3" Type="http://schemas.openxmlformats.org/officeDocument/2006/relationships/image" Target="../media/image1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3.png"/><Relationship Id="rId3" Type="http://schemas.openxmlformats.org/officeDocument/2006/relationships/image" Target="../media/image16.png"/><Relationship Id="rId4"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3.png"/><Relationship Id="rId3" Type="http://schemas.openxmlformats.org/officeDocument/2006/relationships/image" Target="../media/image18.png"/><Relationship Id="rId4"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0.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0.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0.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9.png"/><Relationship Id="rId3"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title" type="title">
  <p:cSld name="TITLE">
    <p:bg>
      <p:bgPr>
        <a:blipFill>
          <a:blip r:embed="rId2">
            <a:alphaModFix/>
          </a:blip>
          <a:stretch>
            <a:fillRect/>
          </a:stretch>
        </a:blipFill>
      </p:bgPr>
    </p:bg>
    <p:spTree>
      <p:nvGrpSpPr>
        <p:cNvPr id="8" name="Shape 8"/>
        <p:cNvGrpSpPr/>
        <p:nvPr/>
      </p:nvGrpSpPr>
      <p:grpSpPr>
        <a:xfrm>
          <a:off x="0" y="0"/>
          <a:ext cx="0" cy="0"/>
          <a:chOff x="0" y="0"/>
          <a:chExt cx="0" cy="0"/>
        </a:xfrm>
      </p:grpSpPr>
      <p:sp>
        <p:nvSpPr>
          <p:cNvPr id="9" name="Google Shape;9;p2"/>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lt1"/>
              </a:buClr>
              <a:buSzPts val="2800"/>
              <a:buFont typeface="Red Hat Display"/>
              <a:buNone/>
              <a:defRPr sz="2800">
                <a:solidFill>
                  <a:schemeClr val="lt1"/>
                </a:solidFill>
                <a:latin typeface="Red Hat Display"/>
                <a:ea typeface="Red Hat Display"/>
                <a:cs typeface="Red Hat Display"/>
                <a:sym typeface="Red Hat Display"/>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1" name="Google Shape;11;p2"/>
          <p:cNvSpPr txBox="1"/>
          <p:nvPr>
            <p:ph type="title"/>
          </p:nvPr>
        </p:nvSpPr>
        <p:spPr>
          <a:xfrm>
            <a:off x="2083875" y="1743625"/>
            <a:ext cx="7533300" cy="16002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4800">
                <a:solidFill>
                  <a:schemeClr val="lt1"/>
                </a:solidFill>
                <a:latin typeface="Red Hat Display Medium"/>
                <a:ea typeface="Red Hat Display Medium"/>
                <a:cs typeface="Red Hat Display Medium"/>
                <a:sym typeface="Red Hat Display Medium"/>
              </a:defRPr>
            </a:lvl1pPr>
            <a:lvl2pPr lvl="1">
              <a:lnSpc>
                <a:spcPct val="105000"/>
              </a:lnSpc>
              <a:spcBef>
                <a:spcPts val="0"/>
              </a:spcBef>
              <a:spcAft>
                <a:spcPts val="0"/>
              </a:spcAft>
              <a:buNone/>
              <a:defRPr sz="4600">
                <a:solidFill>
                  <a:schemeClr val="lt1"/>
                </a:solidFill>
              </a:defRPr>
            </a:lvl2pPr>
            <a:lvl3pPr lvl="2">
              <a:lnSpc>
                <a:spcPct val="105000"/>
              </a:lnSpc>
              <a:spcBef>
                <a:spcPts val="0"/>
              </a:spcBef>
              <a:spcAft>
                <a:spcPts val="0"/>
              </a:spcAft>
              <a:buNone/>
              <a:defRPr sz="4600">
                <a:solidFill>
                  <a:schemeClr val="lt1"/>
                </a:solidFill>
              </a:defRPr>
            </a:lvl3pPr>
            <a:lvl4pPr lvl="3">
              <a:lnSpc>
                <a:spcPct val="105000"/>
              </a:lnSpc>
              <a:spcBef>
                <a:spcPts val="0"/>
              </a:spcBef>
              <a:spcAft>
                <a:spcPts val="0"/>
              </a:spcAft>
              <a:buNone/>
              <a:defRPr sz="4600">
                <a:solidFill>
                  <a:schemeClr val="lt1"/>
                </a:solidFill>
              </a:defRPr>
            </a:lvl4pPr>
            <a:lvl5pPr lvl="4">
              <a:lnSpc>
                <a:spcPct val="105000"/>
              </a:lnSpc>
              <a:spcBef>
                <a:spcPts val="0"/>
              </a:spcBef>
              <a:spcAft>
                <a:spcPts val="0"/>
              </a:spcAft>
              <a:buNone/>
              <a:defRPr sz="4600">
                <a:solidFill>
                  <a:schemeClr val="lt1"/>
                </a:solidFill>
              </a:defRPr>
            </a:lvl5pPr>
            <a:lvl6pPr lvl="5">
              <a:lnSpc>
                <a:spcPct val="105000"/>
              </a:lnSpc>
              <a:spcBef>
                <a:spcPts val="0"/>
              </a:spcBef>
              <a:spcAft>
                <a:spcPts val="0"/>
              </a:spcAft>
              <a:buNone/>
              <a:defRPr sz="4600">
                <a:solidFill>
                  <a:schemeClr val="lt1"/>
                </a:solidFill>
              </a:defRPr>
            </a:lvl6pPr>
            <a:lvl7pPr lvl="6">
              <a:lnSpc>
                <a:spcPct val="105000"/>
              </a:lnSpc>
              <a:spcBef>
                <a:spcPts val="0"/>
              </a:spcBef>
              <a:spcAft>
                <a:spcPts val="0"/>
              </a:spcAft>
              <a:buNone/>
              <a:defRPr sz="4600">
                <a:solidFill>
                  <a:schemeClr val="lt1"/>
                </a:solidFill>
              </a:defRPr>
            </a:lvl7pPr>
            <a:lvl8pPr lvl="7">
              <a:lnSpc>
                <a:spcPct val="105000"/>
              </a:lnSpc>
              <a:spcBef>
                <a:spcPts val="0"/>
              </a:spcBef>
              <a:spcAft>
                <a:spcPts val="0"/>
              </a:spcAft>
              <a:buNone/>
              <a:defRPr sz="4600">
                <a:solidFill>
                  <a:schemeClr val="lt1"/>
                </a:solidFill>
              </a:defRPr>
            </a:lvl8pPr>
            <a:lvl9pPr lvl="8">
              <a:lnSpc>
                <a:spcPct val="105000"/>
              </a:lnSpc>
              <a:spcBef>
                <a:spcPts val="0"/>
              </a:spcBef>
              <a:spcAft>
                <a:spcPts val="0"/>
              </a:spcAft>
              <a:buNone/>
              <a:defRPr sz="4600">
                <a:solidFill>
                  <a:schemeClr val="lt1"/>
                </a:solidFill>
              </a:defRPr>
            </a:lvl9pPr>
          </a:lstStyle>
          <a:p/>
        </p:txBody>
      </p:sp>
      <p:sp>
        <p:nvSpPr>
          <p:cNvPr id="12" name="Google Shape;12;p2"/>
          <p:cNvSpPr txBox="1"/>
          <p:nvPr>
            <p:ph idx="2" type="subTitle"/>
          </p:nvPr>
        </p:nvSpPr>
        <p:spPr>
          <a:xfrm>
            <a:off x="2083725" y="4605500"/>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2pPr>
            <a:lvl3pPr lvl="2">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3pPr>
            <a:lvl4pPr lvl="3">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4pPr>
            <a:lvl5pPr lvl="4">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5pPr>
            <a:lvl6pPr lvl="5">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6pPr>
            <a:lvl7pPr lvl="6">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7pPr>
            <a:lvl8pPr lvl="7">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8pPr>
            <a:lvl9pPr lvl="8">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9pPr>
          </a:lstStyle>
          <a:p/>
        </p:txBody>
      </p:sp>
      <p:sp>
        <p:nvSpPr>
          <p:cNvPr id="13" name="Google Shape;13;p2"/>
          <p:cNvSpPr txBox="1"/>
          <p:nvPr>
            <p:ph idx="3" type="subTitle"/>
          </p:nvPr>
        </p:nvSpPr>
        <p:spPr>
          <a:xfrm>
            <a:off x="4471850" y="4605500"/>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2pPr>
            <a:lvl3pPr lvl="2">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3pPr>
            <a:lvl4pPr lvl="3">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4pPr>
            <a:lvl5pPr lvl="4">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5pPr>
            <a:lvl6pPr lvl="5">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6pPr>
            <a:lvl7pPr lvl="6">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7pPr>
            <a:lvl8pPr lvl="7">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8pPr>
            <a:lvl9pPr lvl="8">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9pPr>
          </a:lstStyle>
          <a:p/>
        </p:txBody>
      </p:sp>
      <p:pic>
        <p:nvPicPr>
          <p:cNvPr id="14" name="Google Shape;14;p2"/>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15" name="Google Shape;15;p2"/>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6" name="Google Shape;16;p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closing">
  <p:cSld name="TITLE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3"/>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idx="1" type="subTitle"/>
          </p:nvPr>
        </p:nvSpPr>
        <p:spPr>
          <a:xfrm>
            <a:off x="2083725" y="3008425"/>
            <a:ext cx="4146300" cy="15249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1pPr>
            <a:lvl2pPr lvl="1">
              <a:lnSpc>
                <a:spcPct val="180000"/>
              </a:lnSpc>
              <a:spcBef>
                <a:spcPts val="0"/>
              </a:spcBef>
              <a:spcAft>
                <a:spcPts val="0"/>
              </a:spcAft>
              <a:buClr>
                <a:schemeClr val="lt1"/>
              </a:buClr>
              <a:buSzPts val="1400"/>
              <a:buNone/>
              <a:defRPr sz="1400">
                <a:solidFill>
                  <a:schemeClr val="lt1"/>
                </a:solidFill>
              </a:defRPr>
            </a:lvl2pPr>
            <a:lvl3pPr lvl="2">
              <a:lnSpc>
                <a:spcPct val="180000"/>
              </a:lnSpc>
              <a:spcBef>
                <a:spcPts val="0"/>
              </a:spcBef>
              <a:spcAft>
                <a:spcPts val="0"/>
              </a:spcAft>
              <a:buClr>
                <a:schemeClr val="lt1"/>
              </a:buClr>
              <a:buSzPts val="1400"/>
              <a:buNone/>
              <a:defRPr sz="1400">
                <a:solidFill>
                  <a:schemeClr val="lt1"/>
                </a:solidFill>
              </a:defRPr>
            </a:lvl3pPr>
            <a:lvl4pPr lvl="3">
              <a:lnSpc>
                <a:spcPct val="180000"/>
              </a:lnSpc>
              <a:spcBef>
                <a:spcPts val="0"/>
              </a:spcBef>
              <a:spcAft>
                <a:spcPts val="0"/>
              </a:spcAft>
              <a:buClr>
                <a:schemeClr val="lt1"/>
              </a:buClr>
              <a:buSzPts val="1400"/>
              <a:buNone/>
              <a:defRPr sz="1400">
                <a:solidFill>
                  <a:schemeClr val="lt1"/>
                </a:solidFill>
              </a:defRPr>
            </a:lvl4pPr>
            <a:lvl5pPr lvl="4">
              <a:lnSpc>
                <a:spcPct val="180000"/>
              </a:lnSpc>
              <a:spcBef>
                <a:spcPts val="0"/>
              </a:spcBef>
              <a:spcAft>
                <a:spcPts val="0"/>
              </a:spcAft>
              <a:buClr>
                <a:schemeClr val="lt1"/>
              </a:buClr>
              <a:buSzPts val="1400"/>
              <a:buNone/>
              <a:defRPr sz="1400">
                <a:solidFill>
                  <a:schemeClr val="lt1"/>
                </a:solidFill>
              </a:defRPr>
            </a:lvl5pPr>
            <a:lvl6pPr lvl="5">
              <a:lnSpc>
                <a:spcPct val="180000"/>
              </a:lnSpc>
              <a:spcBef>
                <a:spcPts val="0"/>
              </a:spcBef>
              <a:spcAft>
                <a:spcPts val="0"/>
              </a:spcAft>
              <a:buClr>
                <a:schemeClr val="lt1"/>
              </a:buClr>
              <a:buSzPts val="1400"/>
              <a:buNone/>
              <a:defRPr sz="1400">
                <a:solidFill>
                  <a:schemeClr val="lt1"/>
                </a:solidFill>
              </a:defRPr>
            </a:lvl6pPr>
            <a:lvl7pPr lvl="6">
              <a:lnSpc>
                <a:spcPct val="180000"/>
              </a:lnSpc>
              <a:spcBef>
                <a:spcPts val="0"/>
              </a:spcBef>
              <a:spcAft>
                <a:spcPts val="0"/>
              </a:spcAft>
              <a:buClr>
                <a:schemeClr val="lt1"/>
              </a:buClr>
              <a:buSzPts val="1400"/>
              <a:buNone/>
              <a:defRPr sz="1400">
                <a:solidFill>
                  <a:schemeClr val="lt1"/>
                </a:solidFill>
              </a:defRPr>
            </a:lvl7pPr>
            <a:lvl8pPr lvl="7">
              <a:lnSpc>
                <a:spcPct val="180000"/>
              </a:lnSpc>
              <a:spcBef>
                <a:spcPts val="0"/>
              </a:spcBef>
              <a:spcAft>
                <a:spcPts val="0"/>
              </a:spcAft>
              <a:buClr>
                <a:schemeClr val="lt1"/>
              </a:buClr>
              <a:buSzPts val="1400"/>
              <a:buNone/>
              <a:defRPr sz="1400">
                <a:solidFill>
                  <a:schemeClr val="lt1"/>
                </a:solidFill>
              </a:defRPr>
            </a:lvl8pPr>
            <a:lvl9pPr lvl="8">
              <a:lnSpc>
                <a:spcPct val="180000"/>
              </a:lnSpc>
              <a:spcBef>
                <a:spcPts val="0"/>
              </a:spcBef>
              <a:spcAft>
                <a:spcPts val="0"/>
              </a:spcAft>
              <a:buClr>
                <a:schemeClr val="lt1"/>
              </a:buClr>
              <a:buSzPts val="1400"/>
              <a:buNone/>
              <a:defRPr sz="1400">
                <a:solidFill>
                  <a:schemeClr val="lt1"/>
                </a:solidFill>
              </a:defRPr>
            </a:lvl9pPr>
          </a:lstStyle>
          <a:p/>
        </p:txBody>
      </p:sp>
      <p:sp>
        <p:nvSpPr>
          <p:cNvPr id="20" name="Google Shape;20;p3"/>
          <p:cNvSpPr txBox="1"/>
          <p:nvPr>
            <p:ph type="title"/>
          </p:nvPr>
        </p:nvSpPr>
        <p:spPr>
          <a:xfrm>
            <a:off x="2083875" y="568625"/>
            <a:ext cx="4905000" cy="19854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5400">
                <a:solidFill>
                  <a:schemeClr val="lt1"/>
                </a:solidFill>
                <a:latin typeface="Red Hat Display Medium"/>
                <a:ea typeface="Red Hat Display Medium"/>
                <a:cs typeface="Red Hat Display Medium"/>
                <a:sym typeface="Red Hat Display Medium"/>
              </a:defRPr>
            </a:lvl1pPr>
            <a:lvl2pPr lvl="1">
              <a:lnSpc>
                <a:spcPct val="105000"/>
              </a:lnSpc>
              <a:spcBef>
                <a:spcPts val="0"/>
              </a:spcBef>
              <a:spcAft>
                <a:spcPts val="0"/>
              </a:spcAft>
              <a:buNone/>
              <a:defRPr sz="7000">
                <a:solidFill>
                  <a:schemeClr val="lt1"/>
                </a:solidFill>
              </a:defRPr>
            </a:lvl2pPr>
            <a:lvl3pPr lvl="2">
              <a:lnSpc>
                <a:spcPct val="105000"/>
              </a:lnSpc>
              <a:spcBef>
                <a:spcPts val="0"/>
              </a:spcBef>
              <a:spcAft>
                <a:spcPts val="0"/>
              </a:spcAft>
              <a:buNone/>
              <a:defRPr sz="7000">
                <a:solidFill>
                  <a:schemeClr val="lt1"/>
                </a:solidFill>
              </a:defRPr>
            </a:lvl3pPr>
            <a:lvl4pPr lvl="3">
              <a:lnSpc>
                <a:spcPct val="105000"/>
              </a:lnSpc>
              <a:spcBef>
                <a:spcPts val="0"/>
              </a:spcBef>
              <a:spcAft>
                <a:spcPts val="0"/>
              </a:spcAft>
              <a:buNone/>
              <a:defRPr sz="7000">
                <a:solidFill>
                  <a:schemeClr val="lt1"/>
                </a:solidFill>
              </a:defRPr>
            </a:lvl4pPr>
            <a:lvl5pPr lvl="4">
              <a:lnSpc>
                <a:spcPct val="105000"/>
              </a:lnSpc>
              <a:spcBef>
                <a:spcPts val="0"/>
              </a:spcBef>
              <a:spcAft>
                <a:spcPts val="0"/>
              </a:spcAft>
              <a:buNone/>
              <a:defRPr sz="7000">
                <a:solidFill>
                  <a:schemeClr val="lt1"/>
                </a:solidFill>
              </a:defRPr>
            </a:lvl5pPr>
            <a:lvl6pPr lvl="5">
              <a:lnSpc>
                <a:spcPct val="105000"/>
              </a:lnSpc>
              <a:spcBef>
                <a:spcPts val="0"/>
              </a:spcBef>
              <a:spcAft>
                <a:spcPts val="0"/>
              </a:spcAft>
              <a:buNone/>
              <a:defRPr sz="7000">
                <a:solidFill>
                  <a:schemeClr val="lt1"/>
                </a:solidFill>
              </a:defRPr>
            </a:lvl6pPr>
            <a:lvl7pPr lvl="6">
              <a:lnSpc>
                <a:spcPct val="105000"/>
              </a:lnSpc>
              <a:spcBef>
                <a:spcPts val="0"/>
              </a:spcBef>
              <a:spcAft>
                <a:spcPts val="0"/>
              </a:spcAft>
              <a:buNone/>
              <a:defRPr sz="7000">
                <a:solidFill>
                  <a:schemeClr val="lt1"/>
                </a:solidFill>
              </a:defRPr>
            </a:lvl7pPr>
            <a:lvl8pPr lvl="7">
              <a:lnSpc>
                <a:spcPct val="105000"/>
              </a:lnSpc>
              <a:spcBef>
                <a:spcPts val="0"/>
              </a:spcBef>
              <a:spcAft>
                <a:spcPts val="0"/>
              </a:spcAft>
              <a:buNone/>
              <a:defRPr sz="7000">
                <a:solidFill>
                  <a:schemeClr val="lt1"/>
                </a:solidFill>
              </a:defRPr>
            </a:lvl8pPr>
            <a:lvl9pPr lvl="8">
              <a:lnSpc>
                <a:spcPct val="105000"/>
              </a:lnSpc>
              <a:spcBef>
                <a:spcPts val="0"/>
              </a:spcBef>
              <a:spcAft>
                <a:spcPts val="0"/>
              </a:spcAft>
              <a:buNone/>
              <a:defRPr sz="7000">
                <a:solidFill>
                  <a:schemeClr val="lt1"/>
                </a:solidFill>
              </a:defRPr>
            </a:lvl9pPr>
          </a:lstStyle>
          <a:p/>
        </p:txBody>
      </p:sp>
      <p:pic>
        <p:nvPicPr>
          <p:cNvPr id="21" name="Google Shape;21;p3"/>
          <p:cNvPicPr preferRelativeResize="0"/>
          <p:nvPr/>
        </p:nvPicPr>
        <p:blipFill>
          <a:blip r:embed="rId3">
            <a:alphaModFix/>
          </a:blip>
          <a:stretch>
            <a:fillRect/>
          </a:stretch>
        </p:blipFill>
        <p:spPr>
          <a:xfrm>
            <a:off x="10106850" y="6203986"/>
            <a:ext cx="1580275" cy="372766"/>
          </a:xfrm>
          <a:prstGeom prst="rect">
            <a:avLst/>
          </a:prstGeom>
          <a:noFill/>
          <a:ln>
            <a:noFill/>
          </a:ln>
        </p:spPr>
      </p:pic>
      <p:pic>
        <p:nvPicPr>
          <p:cNvPr id="22" name="Google Shape;22;p3"/>
          <p:cNvPicPr preferRelativeResize="0"/>
          <p:nvPr/>
        </p:nvPicPr>
        <p:blipFill rotWithShape="1">
          <a:blip r:embed="rId4">
            <a:alphaModFix/>
          </a:blip>
          <a:srcRect b="0" l="0" r="0" t="0"/>
          <a:stretch/>
        </p:blipFill>
        <p:spPr>
          <a:xfrm>
            <a:off x="7542672" y="2640724"/>
            <a:ext cx="282625" cy="282625"/>
          </a:xfrm>
          <a:prstGeom prst="rect">
            <a:avLst/>
          </a:prstGeom>
          <a:noFill/>
          <a:ln>
            <a:noFill/>
          </a:ln>
        </p:spPr>
      </p:pic>
      <p:pic>
        <p:nvPicPr>
          <p:cNvPr id="23" name="Google Shape;23;p3"/>
          <p:cNvPicPr preferRelativeResize="0"/>
          <p:nvPr/>
        </p:nvPicPr>
        <p:blipFill rotWithShape="1">
          <a:blip r:embed="rId5">
            <a:alphaModFix/>
          </a:blip>
          <a:srcRect b="0" l="0" r="0" t="0"/>
          <a:stretch/>
        </p:blipFill>
        <p:spPr>
          <a:xfrm>
            <a:off x="7542672" y="3255999"/>
            <a:ext cx="282625" cy="282625"/>
          </a:xfrm>
          <a:prstGeom prst="rect">
            <a:avLst/>
          </a:prstGeom>
          <a:noFill/>
          <a:ln>
            <a:noFill/>
          </a:ln>
        </p:spPr>
      </p:pic>
      <p:sp>
        <p:nvSpPr>
          <p:cNvPr id="24" name="Google Shape;24;p3"/>
          <p:cNvSpPr txBox="1"/>
          <p:nvPr/>
        </p:nvSpPr>
        <p:spPr>
          <a:xfrm>
            <a:off x="7960475" y="2554025"/>
            <a:ext cx="35322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youtube.com/c/RedHatEnterpriseLinux</a:t>
            </a:r>
            <a:endParaRPr>
              <a:solidFill>
                <a:schemeClr val="lt1"/>
              </a:solidFill>
              <a:latin typeface="Red Hat Display"/>
              <a:ea typeface="Red Hat Display"/>
              <a:cs typeface="Red Hat Display"/>
              <a:sym typeface="Red Hat Display"/>
            </a:endParaRPr>
          </a:p>
        </p:txBody>
      </p:sp>
      <p:sp>
        <p:nvSpPr>
          <p:cNvPr id="25" name="Google Shape;25;p3"/>
          <p:cNvSpPr txBox="1"/>
          <p:nvPr/>
        </p:nvSpPr>
        <p:spPr>
          <a:xfrm>
            <a:off x="7960472" y="3169250"/>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twitter.com/RHEL</a:t>
            </a:r>
            <a:endParaRPr>
              <a:solidFill>
                <a:schemeClr val="lt1"/>
              </a:solidFill>
              <a:latin typeface="Red Hat Display"/>
              <a:ea typeface="Red Hat Display"/>
              <a:cs typeface="Red Hat Display"/>
              <a:sym typeface="Red Hat Display"/>
            </a:endParaRPr>
          </a:p>
        </p:txBody>
      </p:sp>
      <p:cxnSp>
        <p:nvCxnSpPr>
          <p:cNvPr id="26" name="Google Shape;26;p3"/>
          <p:cNvCxnSpPr/>
          <p:nvPr/>
        </p:nvCxnSpPr>
        <p:spPr>
          <a:xfrm rot="10800000">
            <a:off x="447775" y="50"/>
            <a:ext cx="0" cy="2282700"/>
          </a:xfrm>
          <a:prstGeom prst="straightConnector1">
            <a:avLst/>
          </a:prstGeom>
          <a:noFill/>
          <a:ln cap="flat" cmpd="sng" w="9525">
            <a:solidFill>
              <a:srgbClr val="800000"/>
            </a:solidFill>
            <a:prstDash val="solid"/>
            <a:round/>
            <a:headEnd len="med" w="med" type="none"/>
            <a:tailEnd len="med" w="med" type="none"/>
          </a:ln>
        </p:spPr>
      </p:cxnSp>
      <p:cxnSp>
        <p:nvCxnSpPr>
          <p:cNvPr id="27" name="Google Shape;27;p3"/>
          <p:cNvCxnSpPr/>
          <p:nvPr/>
        </p:nvCxnSpPr>
        <p:spPr>
          <a:xfrm rot="10800000">
            <a:off x="447767" y="6401400"/>
            <a:ext cx="0" cy="456600"/>
          </a:xfrm>
          <a:prstGeom prst="straightConnector1">
            <a:avLst/>
          </a:prstGeom>
          <a:noFill/>
          <a:ln cap="flat" cmpd="sng" w="9525">
            <a:solidFill>
              <a:srgbClr val="800000"/>
            </a:solidFill>
            <a:prstDash val="solid"/>
            <a:round/>
            <a:headEnd len="med" w="med" type="none"/>
            <a:tailEnd len="med" w="med" type="none"/>
          </a:ln>
        </p:spPr>
      </p:cxnSp>
      <p:sp>
        <p:nvSpPr>
          <p:cNvPr id="28" name="Google Shape;28;p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9" name="Google Shape;29;p3"/>
          <p:cNvPicPr preferRelativeResize="0"/>
          <p:nvPr/>
        </p:nvPicPr>
        <p:blipFill>
          <a:blip r:embed="rId6">
            <a:alphaModFix/>
          </a:blip>
          <a:stretch>
            <a:fillRect/>
          </a:stretch>
        </p:blipFill>
        <p:spPr>
          <a:xfrm>
            <a:off x="7542663" y="3871263"/>
            <a:ext cx="282625" cy="282625"/>
          </a:xfrm>
          <a:prstGeom prst="rect">
            <a:avLst/>
          </a:prstGeom>
          <a:noFill/>
          <a:ln>
            <a:noFill/>
          </a:ln>
        </p:spPr>
      </p:pic>
      <p:sp>
        <p:nvSpPr>
          <p:cNvPr id="30" name="Google Shape;30;p3"/>
          <p:cNvSpPr txBox="1"/>
          <p:nvPr/>
        </p:nvSpPr>
        <p:spPr>
          <a:xfrm>
            <a:off x="7960472" y="37844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Reddit.com/r/redhat</a:t>
            </a:r>
            <a:endParaRPr>
              <a:solidFill>
                <a:schemeClr val="lt1"/>
              </a:solidFill>
              <a:latin typeface="Red Hat Display"/>
              <a:ea typeface="Red Hat Display"/>
              <a:cs typeface="Red Hat Display"/>
              <a:sym typeface="Red Hat Display"/>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Title">
  <p:cSld name="TITLE_2">
    <p:bg>
      <p:bgPr>
        <a:blipFill>
          <a:blip r:embed="rId2">
            <a:alphaModFix/>
          </a:blip>
          <a:stretch>
            <a:fillRect/>
          </a:stretch>
        </a:blipFill>
      </p:bgPr>
    </p:bg>
    <p:spTree>
      <p:nvGrpSpPr>
        <p:cNvPr id="31" name="Shape 31"/>
        <p:cNvGrpSpPr/>
        <p:nvPr/>
      </p:nvGrpSpPr>
      <p:grpSpPr>
        <a:xfrm>
          <a:off x="0" y="0"/>
          <a:ext cx="0" cy="0"/>
          <a:chOff x="0" y="0"/>
          <a:chExt cx="0" cy="0"/>
        </a:xfrm>
      </p:grpSpPr>
      <p:sp>
        <p:nvSpPr>
          <p:cNvPr id="32" name="Google Shape;32;p4"/>
          <p:cNvSpPr/>
          <p:nvPr/>
        </p:nvSpPr>
        <p:spPr>
          <a:xfrm>
            <a:off x="0" y="0"/>
            <a:ext cx="12192000" cy="587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lt1"/>
              </a:buClr>
              <a:buSzPts val="2800"/>
              <a:buFont typeface="Red Hat Display"/>
              <a:buNone/>
              <a:defRPr sz="2800">
                <a:solidFill>
                  <a:schemeClr val="lt1"/>
                </a:solidFill>
                <a:latin typeface="Red Hat Display"/>
                <a:ea typeface="Red Hat Display"/>
                <a:cs typeface="Red Hat Display"/>
                <a:sym typeface="Red Hat Display"/>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35" name="Google Shape;35;p4"/>
          <p:cNvSpPr txBox="1"/>
          <p:nvPr>
            <p:ph type="title"/>
          </p:nvPr>
        </p:nvSpPr>
        <p:spPr>
          <a:xfrm>
            <a:off x="2083875" y="1743625"/>
            <a:ext cx="7533300" cy="16002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48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4800">
                <a:solidFill>
                  <a:schemeClr val="lt1"/>
                </a:solidFill>
              </a:defRPr>
            </a:lvl2pPr>
            <a:lvl3pPr lvl="2">
              <a:lnSpc>
                <a:spcPct val="100000"/>
              </a:lnSpc>
              <a:spcBef>
                <a:spcPts val="0"/>
              </a:spcBef>
              <a:spcAft>
                <a:spcPts val="0"/>
              </a:spcAft>
              <a:buNone/>
              <a:defRPr sz="4800">
                <a:solidFill>
                  <a:schemeClr val="lt1"/>
                </a:solidFill>
              </a:defRPr>
            </a:lvl3pPr>
            <a:lvl4pPr lvl="3">
              <a:lnSpc>
                <a:spcPct val="100000"/>
              </a:lnSpc>
              <a:spcBef>
                <a:spcPts val="0"/>
              </a:spcBef>
              <a:spcAft>
                <a:spcPts val="0"/>
              </a:spcAft>
              <a:buNone/>
              <a:defRPr sz="4800">
                <a:solidFill>
                  <a:schemeClr val="lt1"/>
                </a:solidFill>
              </a:defRPr>
            </a:lvl4pPr>
            <a:lvl5pPr lvl="4">
              <a:lnSpc>
                <a:spcPct val="100000"/>
              </a:lnSpc>
              <a:spcBef>
                <a:spcPts val="0"/>
              </a:spcBef>
              <a:spcAft>
                <a:spcPts val="0"/>
              </a:spcAft>
              <a:buNone/>
              <a:defRPr sz="4800">
                <a:solidFill>
                  <a:schemeClr val="lt1"/>
                </a:solidFill>
              </a:defRPr>
            </a:lvl5pPr>
            <a:lvl6pPr lvl="5">
              <a:lnSpc>
                <a:spcPct val="100000"/>
              </a:lnSpc>
              <a:spcBef>
                <a:spcPts val="0"/>
              </a:spcBef>
              <a:spcAft>
                <a:spcPts val="0"/>
              </a:spcAft>
              <a:buNone/>
              <a:defRPr sz="4800">
                <a:solidFill>
                  <a:schemeClr val="lt1"/>
                </a:solidFill>
              </a:defRPr>
            </a:lvl6pPr>
            <a:lvl7pPr lvl="6">
              <a:lnSpc>
                <a:spcPct val="100000"/>
              </a:lnSpc>
              <a:spcBef>
                <a:spcPts val="0"/>
              </a:spcBef>
              <a:spcAft>
                <a:spcPts val="0"/>
              </a:spcAft>
              <a:buNone/>
              <a:defRPr sz="4800">
                <a:solidFill>
                  <a:schemeClr val="lt1"/>
                </a:solidFill>
              </a:defRPr>
            </a:lvl7pPr>
            <a:lvl8pPr lvl="7">
              <a:lnSpc>
                <a:spcPct val="100000"/>
              </a:lnSpc>
              <a:spcBef>
                <a:spcPts val="0"/>
              </a:spcBef>
              <a:spcAft>
                <a:spcPts val="0"/>
              </a:spcAft>
              <a:buNone/>
              <a:defRPr sz="4800">
                <a:solidFill>
                  <a:schemeClr val="lt1"/>
                </a:solidFill>
              </a:defRPr>
            </a:lvl8pPr>
            <a:lvl9pPr lvl="8">
              <a:lnSpc>
                <a:spcPct val="100000"/>
              </a:lnSpc>
              <a:spcBef>
                <a:spcPts val="0"/>
              </a:spcBef>
              <a:spcAft>
                <a:spcPts val="0"/>
              </a:spcAft>
              <a:buNone/>
              <a:defRPr sz="4800">
                <a:solidFill>
                  <a:schemeClr val="lt1"/>
                </a:solidFill>
              </a:defRPr>
            </a:lvl9pPr>
          </a:lstStyle>
          <a:p/>
        </p:txBody>
      </p:sp>
      <p:sp>
        <p:nvSpPr>
          <p:cNvPr id="36" name="Google Shape;36;p4"/>
          <p:cNvSpPr txBox="1"/>
          <p:nvPr>
            <p:ph idx="2" type="subTitle"/>
          </p:nvPr>
        </p:nvSpPr>
        <p:spPr>
          <a:xfrm>
            <a:off x="2083725" y="4605500"/>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2pPr>
            <a:lvl3pPr lvl="2">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3pPr>
            <a:lvl4pPr lvl="3">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4pPr>
            <a:lvl5pPr lvl="4">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5pPr>
            <a:lvl6pPr lvl="5">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6pPr>
            <a:lvl7pPr lvl="6">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7pPr>
            <a:lvl8pPr lvl="7">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8pPr>
            <a:lvl9pPr lvl="8">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9pPr>
          </a:lstStyle>
          <a:p/>
        </p:txBody>
      </p:sp>
      <p:sp>
        <p:nvSpPr>
          <p:cNvPr id="37" name="Google Shape;37;p4"/>
          <p:cNvSpPr txBox="1"/>
          <p:nvPr>
            <p:ph idx="3" type="subTitle"/>
          </p:nvPr>
        </p:nvSpPr>
        <p:spPr>
          <a:xfrm>
            <a:off x="4471850" y="4605500"/>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2pPr>
            <a:lvl3pPr lvl="2">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3pPr>
            <a:lvl4pPr lvl="3">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4pPr>
            <a:lvl5pPr lvl="4">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5pPr>
            <a:lvl6pPr lvl="5">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6pPr>
            <a:lvl7pPr lvl="6">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7pPr>
            <a:lvl8pPr lvl="7">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8pPr>
            <a:lvl9pPr lvl="8">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9pPr>
          </a:lstStyle>
          <a:p/>
        </p:txBody>
      </p:sp>
      <p:pic>
        <p:nvPicPr>
          <p:cNvPr id="38" name="Google Shape;38;p4"/>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39" name="Google Shape;39;p4"/>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40" name="Google Shape;40;p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1" name="Google Shape;41;p4"/>
          <p:cNvPicPr preferRelativeResize="0"/>
          <p:nvPr/>
        </p:nvPicPr>
        <p:blipFill rotWithShape="1">
          <a:blip r:embed="rId4">
            <a:alphaModFix/>
          </a:blip>
          <a:srcRect b="3840" l="55799" r="5222" t="3849"/>
          <a:stretch/>
        </p:blipFill>
        <p:spPr>
          <a:xfrm>
            <a:off x="8061900" y="188450"/>
            <a:ext cx="4130176" cy="5501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closing">
  <p:cSld name="TITLE_1_1">
    <p:bg>
      <p:bgPr>
        <a:blipFill>
          <a:blip r:embed="rId2">
            <a:alphaModFix/>
          </a:blip>
          <a:stretch>
            <a:fillRect/>
          </a:stretch>
        </a:blipFill>
      </p:bgPr>
    </p:bg>
    <p:spTree>
      <p:nvGrpSpPr>
        <p:cNvPr id="42" name="Shape 42"/>
        <p:cNvGrpSpPr/>
        <p:nvPr/>
      </p:nvGrpSpPr>
      <p:grpSpPr>
        <a:xfrm>
          <a:off x="0" y="0"/>
          <a:ext cx="0" cy="0"/>
          <a:chOff x="0" y="0"/>
          <a:chExt cx="0" cy="0"/>
        </a:xfrm>
      </p:grpSpPr>
      <p:sp>
        <p:nvSpPr>
          <p:cNvPr id="43" name="Google Shape;43;p5"/>
          <p:cNvSpPr/>
          <p:nvPr/>
        </p:nvSpPr>
        <p:spPr>
          <a:xfrm>
            <a:off x="0" y="0"/>
            <a:ext cx="12192000" cy="587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5"/>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5"/>
          <p:cNvSpPr txBox="1"/>
          <p:nvPr>
            <p:ph idx="1" type="subTitle"/>
          </p:nvPr>
        </p:nvSpPr>
        <p:spPr>
          <a:xfrm>
            <a:off x="2083725" y="3008425"/>
            <a:ext cx="4146300" cy="15249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1pPr>
            <a:lvl2pPr lvl="1">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2pPr>
            <a:lvl3pPr lvl="2">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3pPr>
            <a:lvl4pPr lvl="3">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4pPr>
            <a:lvl5pPr lvl="4">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5pPr>
            <a:lvl6pPr lvl="5">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6pPr>
            <a:lvl7pPr lvl="6">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7pPr>
            <a:lvl8pPr lvl="7">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8pPr>
            <a:lvl9pPr lvl="8">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9pPr>
          </a:lstStyle>
          <a:p/>
        </p:txBody>
      </p:sp>
      <p:sp>
        <p:nvSpPr>
          <p:cNvPr id="46" name="Google Shape;46;p5"/>
          <p:cNvSpPr txBox="1"/>
          <p:nvPr>
            <p:ph type="title"/>
          </p:nvPr>
        </p:nvSpPr>
        <p:spPr>
          <a:xfrm>
            <a:off x="2083875" y="568625"/>
            <a:ext cx="4905000" cy="19854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5400">
                <a:solidFill>
                  <a:schemeClr val="lt1"/>
                </a:solidFill>
                <a:latin typeface="Red Hat Display Medium"/>
                <a:ea typeface="Red Hat Display Medium"/>
                <a:cs typeface="Red Hat Display Medium"/>
                <a:sym typeface="Red Hat Display Medium"/>
              </a:defRPr>
            </a:lvl1pPr>
            <a:lvl2pPr lvl="1">
              <a:lnSpc>
                <a:spcPct val="105000"/>
              </a:lnSpc>
              <a:spcBef>
                <a:spcPts val="0"/>
              </a:spcBef>
              <a:spcAft>
                <a:spcPts val="0"/>
              </a:spcAft>
              <a:buNone/>
              <a:defRPr sz="7000">
                <a:solidFill>
                  <a:schemeClr val="lt1"/>
                </a:solidFill>
              </a:defRPr>
            </a:lvl2pPr>
            <a:lvl3pPr lvl="2">
              <a:lnSpc>
                <a:spcPct val="105000"/>
              </a:lnSpc>
              <a:spcBef>
                <a:spcPts val="0"/>
              </a:spcBef>
              <a:spcAft>
                <a:spcPts val="0"/>
              </a:spcAft>
              <a:buNone/>
              <a:defRPr sz="7000">
                <a:solidFill>
                  <a:schemeClr val="lt1"/>
                </a:solidFill>
              </a:defRPr>
            </a:lvl3pPr>
            <a:lvl4pPr lvl="3">
              <a:lnSpc>
                <a:spcPct val="105000"/>
              </a:lnSpc>
              <a:spcBef>
                <a:spcPts val="0"/>
              </a:spcBef>
              <a:spcAft>
                <a:spcPts val="0"/>
              </a:spcAft>
              <a:buNone/>
              <a:defRPr sz="7000">
                <a:solidFill>
                  <a:schemeClr val="lt1"/>
                </a:solidFill>
              </a:defRPr>
            </a:lvl4pPr>
            <a:lvl5pPr lvl="4">
              <a:lnSpc>
                <a:spcPct val="105000"/>
              </a:lnSpc>
              <a:spcBef>
                <a:spcPts val="0"/>
              </a:spcBef>
              <a:spcAft>
                <a:spcPts val="0"/>
              </a:spcAft>
              <a:buNone/>
              <a:defRPr sz="7000">
                <a:solidFill>
                  <a:schemeClr val="lt1"/>
                </a:solidFill>
              </a:defRPr>
            </a:lvl5pPr>
            <a:lvl6pPr lvl="5">
              <a:lnSpc>
                <a:spcPct val="105000"/>
              </a:lnSpc>
              <a:spcBef>
                <a:spcPts val="0"/>
              </a:spcBef>
              <a:spcAft>
                <a:spcPts val="0"/>
              </a:spcAft>
              <a:buNone/>
              <a:defRPr sz="7000">
                <a:solidFill>
                  <a:schemeClr val="lt1"/>
                </a:solidFill>
              </a:defRPr>
            </a:lvl6pPr>
            <a:lvl7pPr lvl="6">
              <a:lnSpc>
                <a:spcPct val="105000"/>
              </a:lnSpc>
              <a:spcBef>
                <a:spcPts val="0"/>
              </a:spcBef>
              <a:spcAft>
                <a:spcPts val="0"/>
              </a:spcAft>
              <a:buNone/>
              <a:defRPr sz="7000">
                <a:solidFill>
                  <a:schemeClr val="lt1"/>
                </a:solidFill>
              </a:defRPr>
            </a:lvl7pPr>
            <a:lvl8pPr lvl="7">
              <a:lnSpc>
                <a:spcPct val="105000"/>
              </a:lnSpc>
              <a:spcBef>
                <a:spcPts val="0"/>
              </a:spcBef>
              <a:spcAft>
                <a:spcPts val="0"/>
              </a:spcAft>
              <a:buNone/>
              <a:defRPr sz="7000">
                <a:solidFill>
                  <a:schemeClr val="lt1"/>
                </a:solidFill>
              </a:defRPr>
            </a:lvl8pPr>
            <a:lvl9pPr lvl="8">
              <a:lnSpc>
                <a:spcPct val="105000"/>
              </a:lnSpc>
              <a:spcBef>
                <a:spcPts val="0"/>
              </a:spcBef>
              <a:spcAft>
                <a:spcPts val="0"/>
              </a:spcAft>
              <a:buNone/>
              <a:defRPr sz="7000">
                <a:solidFill>
                  <a:schemeClr val="lt1"/>
                </a:solidFill>
              </a:defRPr>
            </a:lvl9pPr>
          </a:lstStyle>
          <a:p/>
        </p:txBody>
      </p:sp>
      <p:pic>
        <p:nvPicPr>
          <p:cNvPr id="47" name="Google Shape;47;p5"/>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48" name="Google Shape;48;p5"/>
          <p:cNvCxnSpPr/>
          <p:nvPr/>
        </p:nvCxnSpPr>
        <p:spPr>
          <a:xfrm rot="10800000">
            <a:off x="447775" y="50"/>
            <a:ext cx="0" cy="2282700"/>
          </a:xfrm>
          <a:prstGeom prst="straightConnector1">
            <a:avLst/>
          </a:prstGeom>
          <a:noFill/>
          <a:ln cap="flat" cmpd="sng" w="9525">
            <a:solidFill>
              <a:srgbClr val="EE0000"/>
            </a:solidFill>
            <a:prstDash val="solid"/>
            <a:round/>
            <a:headEnd len="med" w="med" type="none"/>
            <a:tailEnd len="med" w="med" type="none"/>
          </a:ln>
        </p:spPr>
      </p:cxnSp>
      <p:cxnSp>
        <p:nvCxnSpPr>
          <p:cNvPr id="49" name="Google Shape;49;p5"/>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50" name="Google Shape;50;p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51" name="Google Shape;51;p5"/>
          <p:cNvPicPr preferRelativeResize="0"/>
          <p:nvPr/>
        </p:nvPicPr>
        <p:blipFill rotWithShape="1">
          <a:blip r:embed="rId4">
            <a:alphaModFix/>
          </a:blip>
          <a:srcRect b="0" l="0" r="0" t="0"/>
          <a:stretch/>
        </p:blipFill>
        <p:spPr>
          <a:xfrm>
            <a:off x="7542672" y="2640724"/>
            <a:ext cx="282625" cy="282625"/>
          </a:xfrm>
          <a:prstGeom prst="rect">
            <a:avLst/>
          </a:prstGeom>
          <a:noFill/>
          <a:ln>
            <a:noFill/>
          </a:ln>
        </p:spPr>
      </p:pic>
      <p:pic>
        <p:nvPicPr>
          <p:cNvPr id="52" name="Google Shape;52;p5"/>
          <p:cNvPicPr preferRelativeResize="0"/>
          <p:nvPr/>
        </p:nvPicPr>
        <p:blipFill rotWithShape="1">
          <a:blip r:embed="rId5">
            <a:alphaModFix/>
          </a:blip>
          <a:srcRect b="0" l="0" r="0" t="0"/>
          <a:stretch/>
        </p:blipFill>
        <p:spPr>
          <a:xfrm>
            <a:off x="7542672" y="3255999"/>
            <a:ext cx="282625" cy="282625"/>
          </a:xfrm>
          <a:prstGeom prst="rect">
            <a:avLst/>
          </a:prstGeom>
          <a:noFill/>
          <a:ln>
            <a:noFill/>
          </a:ln>
        </p:spPr>
      </p:pic>
      <p:sp>
        <p:nvSpPr>
          <p:cNvPr id="53" name="Google Shape;53;p5"/>
          <p:cNvSpPr txBox="1"/>
          <p:nvPr/>
        </p:nvSpPr>
        <p:spPr>
          <a:xfrm>
            <a:off x="7960475" y="2554025"/>
            <a:ext cx="35322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youtube.com/c/RedHatEnterpriseLinux</a:t>
            </a:r>
            <a:endParaRPr>
              <a:solidFill>
                <a:schemeClr val="lt1"/>
              </a:solidFill>
              <a:latin typeface="Red Hat Display"/>
              <a:ea typeface="Red Hat Display"/>
              <a:cs typeface="Red Hat Display"/>
              <a:sym typeface="Red Hat Display"/>
            </a:endParaRPr>
          </a:p>
        </p:txBody>
      </p:sp>
      <p:sp>
        <p:nvSpPr>
          <p:cNvPr id="54" name="Google Shape;54;p5"/>
          <p:cNvSpPr txBox="1"/>
          <p:nvPr/>
        </p:nvSpPr>
        <p:spPr>
          <a:xfrm>
            <a:off x="7960472" y="3169250"/>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twitter.com/RHEL</a:t>
            </a:r>
            <a:endParaRPr>
              <a:solidFill>
                <a:schemeClr val="lt1"/>
              </a:solidFill>
              <a:latin typeface="Red Hat Display"/>
              <a:ea typeface="Red Hat Display"/>
              <a:cs typeface="Red Hat Display"/>
              <a:sym typeface="Red Hat Display"/>
            </a:endParaRPr>
          </a:p>
        </p:txBody>
      </p:sp>
      <p:sp>
        <p:nvSpPr>
          <p:cNvPr id="55" name="Google Shape;55;p5"/>
          <p:cNvSpPr txBox="1"/>
          <p:nvPr/>
        </p:nvSpPr>
        <p:spPr>
          <a:xfrm>
            <a:off x="7960472" y="37844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Reddit.com/r/redhat</a:t>
            </a:r>
            <a:endParaRPr>
              <a:solidFill>
                <a:schemeClr val="lt1"/>
              </a:solidFill>
              <a:latin typeface="Red Hat Display"/>
              <a:ea typeface="Red Hat Display"/>
              <a:cs typeface="Red Hat Display"/>
              <a:sym typeface="Red Hat Display"/>
            </a:endParaRPr>
          </a:p>
        </p:txBody>
      </p:sp>
      <p:pic>
        <p:nvPicPr>
          <p:cNvPr id="56" name="Google Shape;56;p5"/>
          <p:cNvPicPr preferRelativeResize="0"/>
          <p:nvPr/>
        </p:nvPicPr>
        <p:blipFill>
          <a:blip r:embed="rId6">
            <a:alphaModFix/>
          </a:blip>
          <a:stretch>
            <a:fillRect/>
          </a:stretch>
        </p:blipFill>
        <p:spPr>
          <a:xfrm>
            <a:off x="7542675" y="3871275"/>
            <a:ext cx="282625" cy="28262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Title">
  <p:cSld name="CUSTOM">
    <p:bg>
      <p:bgPr>
        <a:blipFill>
          <a:blip r:embed="rId2">
            <a:alphaModFix/>
          </a:blip>
          <a:stretch>
            <a:fillRect/>
          </a:stretch>
        </a:blipFill>
      </p:bgPr>
    </p:bg>
    <p:spTree>
      <p:nvGrpSpPr>
        <p:cNvPr id="57" name="Shape 57"/>
        <p:cNvGrpSpPr/>
        <p:nvPr/>
      </p:nvGrpSpPr>
      <p:grpSpPr>
        <a:xfrm>
          <a:off x="0" y="0"/>
          <a:ext cx="0" cy="0"/>
          <a:chOff x="0" y="0"/>
          <a:chExt cx="0" cy="0"/>
        </a:xfrm>
      </p:grpSpPr>
      <p:pic>
        <p:nvPicPr>
          <p:cNvPr id="58" name="Google Shape;58;p6"/>
          <p:cNvPicPr preferRelativeResize="0"/>
          <p:nvPr/>
        </p:nvPicPr>
        <p:blipFill>
          <a:blip r:embed="rId3">
            <a:alphaModFix/>
          </a:blip>
          <a:stretch>
            <a:fillRect/>
          </a:stretch>
        </p:blipFill>
        <p:spPr>
          <a:xfrm>
            <a:off x="872058" y="1150"/>
            <a:ext cx="3653358" cy="6857999"/>
          </a:xfrm>
          <a:prstGeom prst="rect">
            <a:avLst/>
          </a:prstGeom>
          <a:noFill/>
          <a:ln>
            <a:noFill/>
          </a:ln>
        </p:spPr>
      </p:pic>
      <p:sp>
        <p:nvSpPr>
          <p:cNvPr id="59" name="Google Shape;59;p6"/>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0" name="Google Shape;60;p6"/>
          <p:cNvPicPr preferRelativeResize="0"/>
          <p:nvPr/>
        </p:nvPicPr>
        <p:blipFill>
          <a:blip r:embed="rId4">
            <a:alphaModFix/>
          </a:blip>
          <a:stretch>
            <a:fillRect/>
          </a:stretch>
        </p:blipFill>
        <p:spPr>
          <a:xfrm>
            <a:off x="10106850" y="6203986"/>
            <a:ext cx="1580275" cy="372766"/>
          </a:xfrm>
          <a:prstGeom prst="rect">
            <a:avLst/>
          </a:prstGeom>
          <a:noFill/>
          <a:ln>
            <a:noFill/>
          </a:ln>
        </p:spPr>
      </p:pic>
      <p:cxnSp>
        <p:nvCxnSpPr>
          <p:cNvPr id="61" name="Google Shape;61;p6"/>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62" name="Google Shape;62;p6"/>
          <p:cNvSpPr txBox="1"/>
          <p:nvPr>
            <p:ph idx="1" type="subTitle"/>
          </p:nvPr>
        </p:nvSpPr>
        <p:spPr>
          <a:xfrm>
            <a:off x="5660525" y="3971650"/>
            <a:ext cx="4446300" cy="9144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800"/>
              <a:buFont typeface="Red Hat Display"/>
              <a:buNone/>
              <a:defRPr sz="1800">
                <a:solidFill>
                  <a:schemeClr val="dk1"/>
                </a:solidFill>
                <a:latin typeface="Red Hat Display"/>
                <a:ea typeface="Red Hat Display"/>
                <a:cs typeface="Red Hat Display"/>
                <a:sym typeface="Red Hat Display"/>
              </a:defRPr>
            </a:lvl1pPr>
            <a:lvl2pPr lvl="1">
              <a:lnSpc>
                <a:spcPct val="140000"/>
              </a:lnSpc>
              <a:spcBef>
                <a:spcPts val="0"/>
              </a:spcBef>
              <a:spcAft>
                <a:spcPts val="0"/>
              </a:spcAft>
              <a:buClr>
                <a:schemeClr val="dk1"/>
              </a:buClr>
              <a:buSzPts val="1800"/>
              <a:buNone/>
              <a:defRPr sz="1800">
                <a:solidFill>
                  <a:schemeClr val="dk1"/>
                </a:solidFill>
              </a:defRPr>
            </a:lvl2pPr>
            <a:lvl3pPr lvl="2">
              <a:lnSpc>
                <a:spcPct val="140000"/>
              </a:lnSpc>
              <a:spcBef>
                <a:spcPts val="0"/>
              </a:spcBef>
              <a:spcAft>
                <a:spcPts val="0"/>
              </a:spcAft>
              <a:buClr>
                <a:schemeClr val="dk1"/>
              </a:buClr>
              <a:buSzPts val="1800"/>
              <a:buNone/>
              <a:defRPr sz="1800">
                <a:solidFill>
                  <a:schemeClr val="dk1"/>
                </a:solidFill>
              </a:defRPr>
            </a:lvl3pPr>
            <a:lvl4pPr lvl="3">
              <a:lnSpc>
                <a:spcPct val="140000"/>
              </a:lnSpc>
              <a:spcBef>
                <a:spcPts val="0"/>
              </a:spcBef>
              <a:spcAft>
                <a:spcPts val="0"/>
              </a:spcAft>
              <a:buClr>
                <a:schemeClr val="dk1"/>
              </a:buClr>
              <a:buSzPts val="1800"/>
              <a:buNone/>
              <a:defRPr sz="1800">
                <a:solidFill>
                  <a:schemeClr val="dk1"/>
                </a:solidFill>
              </a:defRPr>
            </a:lvl4pPr>
            <a:lvl5pPr lvl="4">
              <a:lnSpc>
                <a:spcPct val="140000"/>
              </a:lnSpc>
              <a:spcBef>
                <a:spcPts val="0"/>
              </a:spcBef>
              <a:spcAft>
                <a:spcPts val="0"/>
              </a:spcAft>
              <a:buClr>
                <a:schemeClr val="dk1"/>
              </a:buClr>
              <a:buSzPts val="1800"/>
              <a:buNone/>
              <a:defRPr sz="1800">
                <a:solidFill>
                  <a:schemeClr val="dk1"/>
                </a:solidFill>
              </a:defRPr>
            </a:lvl5pPr>
            <a:lvl6pPr lvl="5">
              <a:lnSpc>
                <a:spcPct val="140000"/>
              </a:lnSpc>
              <a:spcBef>
                <a:spcPts val="0"/>
              </a:spcBef>
              <a:spcAft>
                <a:spcPts val="0"/>
              </a:spcAft>
              <a:buClr>
                <a:schemeClr val="dk1"/>
              </a:buClr>
              <a:buSzPts val="1800"/>
              <a:buNone/>
              <a:defRPr sz="1800">
                <a:solidFill>
                  <a:schemeClr val="dk1"/>
                </a:solidFill>
              </a:defRPr>
            </a:lvl6pPr>
            <a:lvl7pPr lvl="6">
              <a:lnSpc>
                <a:spcPct val="140000"/>
              </a:lnSpc>
              <a:spcBef>
                <a:spcPts val="0"/>
              </a:spcBef>
              <a:spcAft>
                <a:spcPts val="0"/>
              </a:spcAft>
              <a:buClr>
                <a:schemeClr val="dk1"/>
              </a:buClr>
              <a:buSzPts val="1800"/>
              <a:buNone/>
              <a:defRPr sz="1800">
                <a:solidFill>
                  <a:schemeClr val="dk1"/>
                </a:solidFill>
              </a:defRPr>
            </a:lvl7pPr>
            <a:lvl8pPr lvl="7">
              <a:lnSpc>
                <a:spcPct val="140000"/>
              </a:lnSpc>
              <a:spcBef>
                <a:spcPts val="0"/>
              </a:spcBef>
              <a:spcAft>
                <a:spcPts val="0"/>
              </a:spcAft>
              <a:buClr>
                <a:schemeClr val="dk1"/>
              </a:buClr>
              <a:buSzPts val="1800"/>
              <a:buNone/>
              <a:defRPr sz="1800">
                <a:solidFill>
                  <a:schemeClr val="dk1"/>
                </a:solidFill>
              </a:defRPr>
            </a:lvl8pPr>
            <a:lvl9pPr lvl="8">
              <a:lnSpc>
                <a:spcPct val="140000"/>
              </a:lnSpc>
              <a:spcBef>
                <a:spcPts val="0"/>
              </a:spcBef>
              <a:spcAft>
                <a:spcPts val="0"/>
              </a:spcAft>
              <a:buClr>
                <a:schemeClr val="dk1"/>
              </a:buClr>
              <a:buSzPts val="1800"/>
              <a:buNone/>
              <a:defRPr sz="1800">
                <a:solidFill>
                  <a:schemeClr val="dk1"/>
                </a:solidFill>
              </a:defRPr>
            </a:lvl9pPr>
          </a:lstStyle>
          <a:p/>
        </p:txBody>
      </p:sp>
      <p:sp>
        <p:nvSpPr>
          <p:cNvPr id="63" name="Google Shape;63;p6"/>
          <p:cNvSpPr txBox="1"/>
          <p:nvPr>
            <p:ph type="title"/>
          </p:nvPr>
        </p:nvSpPr>
        <p:spPr>
          <a:xfrm>
            <a:off x="5660525" y="1709031"/>
            <a:ext cx="5736300" cy="21174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4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9pPr>
          </a:lstStyle>
          <a:p/>
        </p:txBody>
      </p:sp>
      <p:sp>
        <p:nvSpPr>
          <p:cNvPr id="64" name="Google Shape;64;p6"/>
          <p:cNvSpPr txBox="1"/>
          <p:nvPr>
            <p:ph idx="2" type="subTitle"/>
          </p:nvPr>
        </p:nvSpPr>
        <p:spPr>
          <a:xfrm>
            <a:off x="5660525" y="5318275"/>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400"/>
              <a:buFont typeface="Red Hat Display Medium"/>
              <a:buNone/>
              <a:defRPr sz="1400">
                <a:solidFill>
                  <a:schemeClr val="dk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dk1"/>
              </a:buClr>
              <a:buSzPts val="1200"/>
              <a:buNone/>
              <a:defRPr sz="1200">
                <a:solidFill>
                  <a:schemeClr val="dk1"/>
                </a:solidFill>
              </a:defRPr>
            </a:lvl2pPr>
            <a:lvl3pPr lvl="2">
              <a:lnSpc>
                <a:spcPct val="135000"/>
              </a:lnSpc>
              <a:spcBef>
                <a:spcPts val="0"/>
              </a:spcBef>
              <a:spcAft>
                <a:spcPts val="0"/>
              </a:spcAft>
              <a:buClr>
                <a:schemeClr val="dk1"/>
              </a:buClr>
              <a:buSzPts val="1200"/>
              <a:buNone/>
              <a:defRPr sz="1200">
                <a:solidFill>
                  <a:schemeClr val="dk1"/>
                </a:solidFill>
              </a:defRPr>
            </a:lvl3pPr>
            <a:lvl4pPr lvl="3">
              <a:lnSpc>
                <a:spcPct val="135000"/>
              </a:lnSpc>
              <a:spcBef>
                <a:spcPts val="0"/>
              </a:spcBef>
              <a:spcAft>
                <a:spcPts val="0"/>
              </a:spcAft>
              <a:buClr>
                <a:schemeClr val="dk1"/>
              </a:buClr>
              <a:buSzPts val="1200"/>
              <a:buNone/>
              <a:defRPr sz="1200">
                <a:solidFill>
                  <a:schemeClr val="dk1"/>
                </a:solidFill>
              </a:defRPr>
            </a:lvl4pPr>
            <a:lvl5pPr lvl="4">
              <a:lnSpc>
                <a:spcPct val="135000"/>
              </a:lnSpc>
              <a:spcBef>
                <a:spcPts val="0"/>
              </a:spcBef>
              <a:spcAft>
                <a:spcPts val="0"/>
              </a:spcAft>
              <a:buClr>
                <a:schemeClr val="dk1"/>
              </a:buClr>
              <a:buSzPts val="1200"/>
              <a:buNone/>
              <a:defRPr sz="1200">
                <a:solidFill>
                  <a:schemeClr val="dk1"/>
                </a:solidFill>
              </a:defRPr>
            </a:lvl5pPr>
            <a:lvl6pPr lvl="5">
              <a:lnSpc>
                <a:spcPct val="135000"/>
              </a:lnSpc>
              <a:spcBef>
                <a:spcPts val="0"/>
              </a:spcBef>
              <a:spcAft>
                <a:spcPts val="0"/>
              </a:spcAft>
              <a:buClr>
                <a:schemeClr val="dk1"/>
              </a:buClr>
              <a:buSzPts val="1200"/>
              <a:buNone/>
              <a:defRPr sz="1200">
                <a:solidFill>
                  <a:schemeClr val="dk1"/>
                </a:solidFill>
              </a:defRPr>
            </a:lvl6pPr>
            <a:lvl7pPr lvl="6">
              <a:lnSpc>
                <a:spcPct val="135000"/>
              </a:lnSpc>
              <a:spcBef>
                <a:spcPts val="0"/>
              </a:spcBef>
              <a:spcAft>
                <a:spcPts val="0"/>
              </a:spcAft>
              <a:buClr>
                <a:schemeClr val="dk1"/>
              </a:buClr>
              <a:buSzPts val="1200"/>
              <a:buNone/>
              <a:defRPr sz="1200">
                <a:solidFill>
                  <a:schemeClr val="dk1"/>
                </a:solidFill>
              </a:defRPr>
            </a:lvl7pPr>
            <a:lvl8pPr lvl="7">
              <a:lnSpc>
                <a:spcPct val="135000"/>
              </a:lnSpc>
              <a:spcBef>
                <a:spcPts val="0"/>
              </a:spcBef>
              <a:spcAft>
                <a:spcPts val="0"/>
              </a:spcAft>
              <a:buClr>
                <a:schemeClr val="dk1"/>
              </a:buClr>
              <a:buSzPts val="1200"/>
              <a:buNone/>
              <a:defRPr sz="1200">
                <a:solidFill>
                  <a:schemeClr val="dk1"/>
                </a:solidFill>
              </a:defRPr>
            </a:lvl8pPr>
            <a:lvl9pPr lvl="8">
              <a:lnSpc>
                <a:spcPct val="135000"/>
              </a:lnSpc>
              <a:spcBef>
                <a:spcPts val="0"/>
              </a:spcBef>
              <a:spcAft>
                <a:spcPts val="0"/>
              </a:spcAft>
              <a:buClr>
                <a:schemeClr val="dk1"/>
              </a:buClr>
              <a:buSzPts val="1200"/>
              <a:buNone/>
              <a:defRPr sz="1200">
                <a:solidFill>
                  <a:schemeClr val="dk1"/>
                </a:solidFill>
              </a:defRPr>
            </a:lvl9pPr>
          </a:lstStyle>
          <a:p/>
        </p:txBody>
      </p:sp>
      <p:sp>
        <p:nvSpPr>
          <p:cNvPr id="65" name="Google Shape;65;p6"/>
          <p:cNvSpPr txBox="1"/>
          <p:nvPr>
            <p:ph idx="3"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66" name="Google Shape;66;p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closing">
  <p:cSld name="CUSTOM_1">
    <p:bg>
      <p:bgPr>
        <a:blipFill>
          <a:blip r:embed="rId2">
            <a:alphaModFix/>
          </a:blip>
          <a:stretch>
            <a:fillRect/>
          </a:stretch>
        </a:blipFill>
      </p:bgPr>
    </p:bg>
    <p:spTree>
      <p:nvGrpSpPr>
        <p:cNvPr id="67" name="Shape 67"/>
        <p:cNvGrpSpPr/>
        <p:nvPr/>
      </p:nvGrpSpPr>
      <p:grpSpPr>
        <a:xfrm>
          <a:off x="0" y="0"/>
          <a:ext cx="0" cy="0"/>
          <a:chOff x="0" y="0"/>
          <a:chExt cx="0" cy="0"/>
        </a:xfrm>
      </p:grpSpPr>
      <p:sp>
        <p:nvSpPr>
          <p:cNvPr id="68" name="Google Shape;68;p7"/>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9" name="Google Shape;69;p7"/>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70" name="Google Shape;70;p7"/>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71" name="Google Shape;71;p7"/>
          <p:cNvSpPr txBox="1"/>
          <p:nvPr>
            <p:ph type="title"/>
          </p:nvPr>
        </p:nvSpPr>
        <p:spPr>
          <a:xfrm>
            <a:off x="5660525" y="568626"/>
            <a:ext cx="5736300" cy="19293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54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9pPr>
          </a:lstStyle>
          <a:p/>
        </p:txBody>
      </p:sp>
      <p:sp>
        <p:nvSpPr>
          <p:cNvPr id="72" name="Google Shape;72;p7"/>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73" name="Google Shape;73;p7"/>
          <p:cNvSpPr txBox="1"/>
          <p:nvPr>
            <p:ph idx="2" type="subTitle"/>
          </p:nvPr>
        </p:nvSpPr>
        <p:spPr>
          <a:xfrm>
            <a:off x="5660525" y="2752400"/>
            <a:ext cx="4446300" cy="15249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400"/>
              <a:buFont typeface="Red Hat Display"/>
              <a:buNone/>
              <a:defRPr sz="1400">
                <a:solidFill>
                  <a:schemeClr val="dk1"/>
                </a:solidFill>
                <a:latin typeface="Red Hat Display"/>
                <a:ea typeface="Red Hat Display"/>
                <a:cs typeface="Red Hat Display"/>
                <a:sym typeface="Red Hat Display"/>
              </a:defRPr>
            </a:lvl1pPr>
            <a:lvl2pPr lvl="1">
              <a:lnSpc>
                <a:spcPct val="180000"/>
              </a:lnSpc>
              <a:spcBef>
                <a:spcPts val="0"/>
              </a:spcBef>
              <a:spcAft>
                <a:spcPts val="0"/>
              </a:spcAft>
              <a:buClr>
                <a:schemeClr val="dk1"/>
              </a:buClr>
              <a:buSzPts val="1400"/>
              <a:buNone/>
              <a:defRPr sz="1400">
                <a:solidFill>
                  <a:schemeClr val="dk1"/>
                </a:solidFill>
              </a:defRPr>
            </a:lvl2pPr>
            <a:lvl3pPr lvl="2">
              <a:lnSpc>
                <a:spcPct val="180000"/>
              </a:lnSpc>
              <a:spcBef>
                <a:spcPts val="0"/>
              </a:spcBef>
              <a:spcAft>
                <a:spcPts val="0"/>
              </a:spcAft>
              <a:buClr>
                <a:schemeClr val="dk1"/>
              </a:buClr>
              <a:buSzPts val="1400"/>
              <a:buNone/>
              <a:defRPr sz="1400">
                <a:solidFill>
                  <a:schemeClr val="dk1"/>
                </a:solidFill>
              </a:defRPr>
            </a:lvl3pPr>
            <a:lvl4pPr lvl="3">
              <a:lnSpc>
                <a:spcPct val="180000"/>
              </a:lnSpc>
              <a:spcBef>
                <a:spcPts val="0"/>
              </a:spcBef>
              <a:spcAft>
                <a:spcPts val="0"/>
              </a:spcAft>
              <a:buClr>
                <a:schemeClr val="dk1"/>
              </a:buClr>
              <a:buSzPts val="1400"/>
              <a:buNone/>
              <a:defRPr sz="1400">
                <a:solidFill>
                  <a:schemeClr val="dk1"/>
                </a:solidFill>
              </a:defRPr>
            </a:lvl4pPr>
            <a:lvl5pPr lvl="4">
              <a:lnSpc>
                <a:spcPct val="180000"/>
              </a:lnSpc>
              <a:spcBef>
                <a:spcPts val="0"/>
              </a:spcBef>
              <a:spcAft>
                <a:spcPts val="0"/>
              </a:spcAft>
              <a:buClr>
                <a:schemeClr val="dk1"/>
              </a:buClr>
              <a:buSzPts val="1400"/>
              <a:buNone/>
              <a:defRPr sz="1400">
                <a:solidFill>
                  <a:schemeClr val="dk1"/>
                </a:solidFill>
              </a:defRPr>
            </a:lvl5pPr>
            <a:lvl6pPr lvl="5">
              <a:lnSpc>
                <a:spcPct val="180000"/>
              </a:lnSpc>
              <a:spcBef>
                <a:spcPts val="0"/>
              </a:spcBef>
              <a:spcAft>
                <a:spcPts val="0"/>
              </a:spcAft>
              <a:buClr>
                <a:schemeClr val="dk1"/>
              </a:buClr>
              <a:buSzPts val="1400"/>
              <a:buNone/>
              <a:defRPr sz="1400">
                <a:solidFill>
                  <a:schemeClr val="dk1"/>
                </a:solidFill>
              </a:defRPr>
            </a:lvl6pPr>
            <a:lvl7pPr lvl="6">
              <a:lnSpc>
                <a:spcPct val="180000"/>
              </a:lnSpc>
              <a:spcBef>
                <a:spcPts val="0"/>
              </a:spcBef>
              <a:spcAft>
                <a:spcPts val="0"/>
              </a:spcAft>
              <a:buClr>
                <a:schemeClr val="dk1"/>
              </a:buClr>
              <a:buSzPts val="1400"/>
              <a:buNone/>
              <a:defRPr sz="1400">
                <a:solidFill>
                  <a:schemeClr val="dk1"/>
                </a:solidFill>
              </a:defRPr>
            </a:lvl7pPr>
            <a:lvl8pPr lvl="7">
              <a:lnSpc>
                <a:spcPct val="180000"/>
              </a:lnSpc>
              <a:spcBef>
                <a:spcPts val="0"/>
              </a:spcBef>
              <a:spcAft>
                <a:spcPts val="0"/>
              </a:spcAft>
              <a:buClr>
                <a:schemeClr val="dk1"/>
              </a:buClr>
              <a:buSzPts val="1400"/>
              <a:buNone/>
              <a:defRPr sz="1400">
                <a:solidFill>
                  <a:schemeClr val="dk1"/>
                </a:solidFill>
              </a:defRPr>
            </a:lvl8pPr>
            <a:lvl9pPr lvl="8">
              <a:lnSpc>
                <a:spcPct val="180000"/>
              </a:lnSpc>
              <a:spcBef>
                <a:spcPts val="0"/>
              </a:spcBef>
              <a:spcAft>
                <a:spcPts val="0"/>
              </a:spcAft>
              <a:buClr>
                <a:schemeClr val="dk1"/>
              </a:buClr>
              <a:buSzPts val="1400"/>
              <a:buNone/>
              <a:defRPr sz="1400">
                <a:solidFill>
                  <a:schemeClr val="dk1"/>
                </a:solidFill>
              </a:defRPr>
            </a:lvl9pPr>
          </a:lstStyle>
          <a:p/>
        </p:txBody>
      </p:sp>
      <p:sp>
        <p:nvSpPr>
          <p:cNvPr id="74" name="Google Shape;74;p7"/>
          <p:cNvSpPr txBox="1"/>
          <p:nvPr/>
        </p:nvSpPr>
        <p:spPr>
          <a:xfrm>
            <a:off x="5903450" y="4733727"/>
            <a:ext cx="29547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Red Hat Display"/>
                <a:ea typeface="Red Hat Display"/>
                <a:cs typeface="Red Hat Display"/>
                <a:sym typeface="Red Hat Display"/>
              </a:rPr>
              <a:t>youtube.com/c/RedHatEnterpriseLinux</a:t>
            </a:r>
            <a:endParaRPr sz="12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200">
              <a:solidFill>
                <a:schemeClr val="dk1"/>
              </a:solidFill>
              <a:latin typeface="Red Hat Display"/>
              <a:ea typeface="Red Hat Display"/>
              <a:cs typeface="Red Hat Display"/>
              <a:sym typeface="Red Hat Display"/>
            </a:endParaRPr>
          </a:p>
        </p:txBody>
      </p:sp>
      <p:sp>
        <p:nvSpPr>
          <p:cNvPr id="75" name="Google Shape;75;p7"/>
          <p:cNvSpPr txBox="1"/>
          <p:nvPr/>
        </p:nvSpPr>
        <p:spPr>
          <a:xfrm>
            <a:off x="5889600" y="51743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twitter.com/RHEL</a:t>
            </a:r>
            <a:endParaRPr sz="1200">
              <a:solidFill>
                <a:schemeClr val="dk1"/>
              </a:solidFill>
              <a:latin typeface="Red Hat Display"/>
              <a:ea typeface="Red Hat Display"/>
              <a:cs typeface="Red Hat Display"/>
              <a:sym typeface="Red Hat Display"/>
            </a:endParaRPr>
          </a:p>
        </p:txBody>
      </p:sp>
      <p:pic>
        <p:nvPicPr>
          <p:cNvPr id="76" name="Google Shape;76;p7"/>
          <p:cNvPicPr preferRelativeResize="0"/>
          <p:nvPr/>
        </p:nvPicPr>
        <p:blipFill rotWithShape="1">
          <a:blip r:embed="rId4">
            <a:alphaModFix/>
          </a:blip>
          <a:srcRect b="0" l="2507" r="2498" t="0"/>
          <a:stretch/>
        </p:blipFill>
        <p:spPr>
          <a:xfrm>
            <a:off x="5660534" y="5174306"/>
            <a:ext cx="229074" cy="241150"/>
          </a:xfrm>
          <a:prstGeom prst="rect">
            <a:avLst/>
          </a:prstGeom>
          <a:noFill/>
          <a:ln>
            <a:noFill/>
          </a:ln>
        </p:spPr>
      </p:pic>
      <p:pic>
        <p:nvPicPr>
          <p:cNvPr id="77" name="Google Shape;77;p7"/>
          <p:cNvPicPr preferRelativeResize="0"/>
          <p:nvPr/>
        </p:nvPicPr>
        <p:blipFill rotWithShape="1">
          <a:blip r:embed="rId5">
            <a:alphaModFix/>
          </a:blip>
          <a:srcRect b="0" l="2507" r="2498" t="0"/>
          <a:stretch/>
        </p:blipFill>
        <p:spPr>
          <a:xfrm>
            <a:off x="5660534" y="4669223"/>
            <a:ext cx="229075" cy="241150"/>
          </a:xfrm>
          <a:prstGeom prst="rect">
            <a:avLst/>
          </a:prstGeom>
          <a:noFill/>
          <a:ln>
            <a:noFill/>
          </a:ln>
        </p:spPr>
      </p:pic>
      <p:sp>
        <p:nvSpPr>
          <p:cNvPr id="78" name="Google Shape;78;p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9" name="Google Shape;79;p7"/>
          <p:cNvPicPr preferRelativeResize="0"/>
          <p:nvPr/>
        </p:nvPicPr>
        <p:blipFill>
          <a:blip r:embed="rId6">
            <a:alphaModFix/>
          </a:blip>
          <a:stretch>
            <a:fillRect/>
          </a:stretch>
        </p:blipFill>
        <p:spPr>
          <a:xfrm>
            <a:off x="872058" y="1150"/>
            <a:ext cx="3653358" cy="6857999"/>
          </a:xfrm>
          <a:prstGeom prst="rect">
            <a:avLst/>
          </a:prstGeom>
          <a:noFill/>
          <a:ln>
            <a:noFill/>
          </a:ln>
        </p:spPr>
      </p:pic>
      <p:pic>
        <p:nvPicPr>
          <p:cNvPr id="80" name="Google Shape;80;p7"/>
          <p:cNvPicPr preferRelativeResize="0"/>
          <p:nvPr/>
        </p:nvPicPr>
        <p:blipFill>
          <a:blip r:embed="rId7">
            <a:alphaModFix/>
          </a:blip>
          <a:stretch>
            <a:fillRect/>
          </a:stretch>
        </p:blipFill>
        <p:spPr>
          <a:xfrm>
            <a:off x="5660525" y="5649801"/>
            <a:ext cx="229075" cy="229075"/>
          </a:xfrm>
          <a:prstGeom prst="rect">
            <a:avLst/>
          </a:prstGeom>
          <a:noFill/>
          <a:ln>
            <a:noFill/>
          </a:ln>
        </p:spPr>
      </p:pic>
      <p:sp>
        <p:nvSpPr>
          <p:cNvPr id="81" name="Google Shape;81;p7"/>
          <p:cNvSpPr txBox="1"/>
          <p:nvPr/>
        </p:nvSpPr>
        <p:spPr>
          <a:xfrm>
            <a:off x="5889600" y="5643738"/>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reddit.com/r/redhat</a:t>
            </a:r>
            <a:endParaRPr sz="1200">
              <a:solidFill>
                <a:schemeClr val="dk1"/>
              </a:solidFill>
              <a:latin typeface="Red Hat Display"/>
              <a:ea typeface="Red Hat Display"/>
              <a:cs typeface="Red Hat Display"/>
              <a:sym typeface="Red Hat Display"/>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Title 1">
  <p:cSld name="CUSTOM_5">
    <p:bg>
      <p:bgPr>
        <a:blipFill>
          <a:blip r:embed="rId2">
            <a:alphaModFix/>
          </a:blip>
          <a:stretch>
            <a:fillRect/>
          </a:stretch>
        </a:blipFill>
      </p:bgPr>
    </p:bg>
    <p:spTree>
      <p:nvGrpSpPr>
        <p:cNvPr id="82" name="Shape 82"/>
        <p:cNvGrpSpPr/>
        <p:nvPr/>
      </p:nvGrpSpPr>
      <p:grpSpPr>
        <a:xfrm>
          <a:off x="0" y="0"/>
          <a:ext cx="0" cy="0"/>
          <a:chOff x="0" y="0"/>
          <a:chExt cx="0" cy="0"/>
        </a:xfrm>
      </p:grpSpPr>
      <p:pic>
        <p:nvPicPr>
          <p:cNvPr id="83" name="Google Shape;83;p8"/>
          <p:cNvPicPr preferRelativeResize="0"/>
          <p:nvPr/>
        </p:nvPicPr>
        <p:blipFill>
          <a:blip r:embed="rId3">
            <a:alphaModFix/>
          </a:blip>
          <a:stretch>
            <a:fillRect/>
          </a:stretch>
        </p:blipFill>
        <p:spPr>
          <a:xfrm>
            <a:off x="872046" y="0"/>
            <a:ext cx="3653358" cy="6857999"/>
          </a:xfrm>
          <a:prstGeom prst="rect">
            <a:avLst/>
          </a:prstGeom>
          <a:noFill/>
          <a:ln>
            <a:noFill/>
          </a:ln>
        </p:spPr>
      </p:pic>
      <p:sp>
        <p:nvSpPr>
          <p:cNvPr id="84" name="Google Shape;84;p8"/>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5" name="Google Shape;85;p8"/>
          <p:cNvPicPr preferRelativeResize="0"/>
          <p:nvPr/>
        </p:nvPicPr>
        <p:blipFill>
          <a:blip r:embed="rId4">
            <a:alphaModFix/>
          </a:blip>
          <a:stretch>
            <a:fillRect/>
          </a:stretch>
        </p:blipFill>
        <p:spPr>
          <a:xfrm>
            <a:off x="10106850" y="6203986"/>
            <a:ext cx="1580275" cy="372766"/>
          </a:xfrm>
          <a:prstGeom prst="rect">
            <a:avLst/>
          </a:prstGeom>
          <a:noFill/>
          <a:ln>
            <a:noFill/>
          </a:ln>
        </p:spPr>
      </p:pic>
      <p:cxnSp>
        <p:nvCxnSpPr>
          <p:cNvPr id="86" name="Google Shape;86;p8"/>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87" name="Google Shape;87;p8"/>
          <p:cNvSpPr txBox="1"/>
          <p:nvPr>
            <p:ph idx="1" type="subTitle"/>
          </p:nvPr>
        </p:nvSpPr>
        <p:spPr>
          <a:xfrm>
            <a:off x="5660525" y="3971650"/>
            <a:ext cx="4446300" cy="9144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800"/>
              <a:buFont typeface="Red Hat Display"/>
              <a:buNone/>
              <a:defRPr sz="1800">
                <a:solidFill>
                  <a:schemeClr val="dk1"/>
                </a:solidFill>
                <a:latin typeface="Red Hat Display"/>
                <a:ea typeface="Red Hat Display"/>
                <a:cs typeface="Red Hat Display"/>
                <a:sym typeface="Red Hat Display"/>
              </a:defRPr>
            </a:lvl1pPr>
            <a:lvl2pPr lvl="1">
              <a:lnSpc>
                <a:spcPct val="140000"/>
              </a:lnSpc>
              <a:spcBef>
                <a:spcPts val="0"/>
              </a:spcBef>
              <a:spcAft>
                <a:spcPts val="0"/>
              </a:spcAft>
              <a:buClr>
                <a:schemeClr val="dk1"/>
              </a:buClr>
              <a:buSzPts val="1800"/>
              <a:buNone/>
              <a:defRPr sz="1800">
                <a:solidFill>
                  <a:schemeClr val="dk1"/>
                </a:solidFill>
              </a:defRPr>
            </a:lvl2pPr>
            <a:lvl3pPr lvl="2">
              <a:lnSpc>
                <a:spcPct val="140000"/>
              </a:lnSpc>
              <a:spcBef>
                <a:spcPts val="0"/>
              </a:spcBef>
              <a:spcAft>
                <a:spcPts val="0"/>
              </a:spcAft>
              <a:buClr>
                <a:schemeClr val="dk1"/>
              </a:buClr>
              <a:buSzPts val="1800"/>
              <a:buNone/>
              <a:defRPr sz="1800">
                <a:solidFill>
                  <a:schemeClr val="dk1"/>
                </a:solidFill>
              </a:defRPr>
            </a:lvl3pPr>
            <a:lvl4pPr lvl="3">
              <a:lnSpc>
                <a:spcPct val="140000"/>
              </a:lnSpc>
              <a:spcBef>
                <a:spcPts val="0"/>
              </a:spcBef>
              <a:spcAft>
                <a:spcPts val="0"/>
              </a:spcAft>
              <a:buClr>
                <a:schemeClr val="dk1"/>
              </a:buClr>
              <a:buSzPts val="1800"/>
              <a:buNone/>
              <a:defRPr sz="1800">
                <a:solidFill>
                  <a:schemeClr val="dk1"/>
                </a:solidFill>
              </a:defRPr>
            </a:lvl4pPr>
            <a:lvl5pPr lvl="4">
              <a:lnSpc>
                <a:spcPct val="140000"/>
              </a:lnSpc>
              <a:spcBef>
                <a:spcPts val="0"/>
              </a:spcBef>
              <a:spcAft>
                <a:spcPts val="0"/>
              </a:spcAft>
              <a:buClr>
                <a:schemeClr val="dk1"/>
              </a:buClr>
              <a:buSzPts val="1800"/>
              <a:buNone/>
              <a:defRPr sz="1800">
                <a:solidFill>
                  <a:schemeClr val="dk1"/>
                </a:solidFill>
              </a:defRPr>
            </a:lvl5pPr>
            <a:lvl6pPr lvl="5">
              <a:lnSpc>
                <a:spcPct val="140000"/>
              </a:lnSpc>
              <a:spcBef>
                <a:spcPts val="0"/>
              </a:spcBef>
              <a:spcAft>
                <a:spcPts val="0"/>
              </a:spcAft>
              <a:buClr>
                <a:schemeClr val="dk1"/>
              </a:buClr>
              <a:buSzPts val="1800"/>
              <a:buNone/>
              <a:defRPr sz="1800">
                <a:solidFill>
                  <a:schemeClr val="dk1"/>
                </a:solidFill>
              </a:defRPr>
            </a:lvl6pPr>
            <a:lvl7pPr lvl="6">
              <a:lnSpc>
                <a:spcPct val="140000"/>
              </a:lnSpc>
              <a:spcBef>
                <a:spcPts val="0"/>
              </a:spcBef>
              <a:spcAft>
                <a:spcPts val="0"/>
              </a:spcAft>
              <a:buClr>
                <a:schemeClr val="dk1"/>
              </a:buClr>
              <a:buSzPts val="1800"/>
              <a:buNone/>
              <a:defRPr sz="1800">
                <a:solidFill>
                  <a:schemeClr val="dk1"/>
                </a:solidFill>
              </a:defRPr>
            </a:lvl7pPr>
            <a:lvl8pPr lvl="7">
              <a:lnSpc>
                <a:spcPct val="140000"/>
              </a:lnSpc>
              <a:spcBef>
                <a:spcPts val="0"/>
              </a:spcBef>
              <a:spcAft>
                <a:spcPts val="0"/>
              </a:spcAft>
              <a:buClr>
                <a:schemeClr val="dk1"/>
              </a:buClr>
              <a:buSzPts val="1800"/>
              <a:buNone/>
              <a:defRPr sz="1800">
                <a:solidFill>
                  <a:schemeClr val="dk1"/>
                </a:solidFill>
              </a:defRPr>
            </a:lvl8pPr>
            <a:lvl9pPr lvl="8">
              <a:lnSpc>
                <a:spcPct val="140000"/>
              </a:lnSpc>
              <a:spcBef>
                <a:spcPts val="0"/>
              </a:spcBef>
              <a:spcAft>
                <a:spcPts val="0"/>
              </a:spcAft>
              <a:buClr>
                <a:schemeClr val="dk1"/>
              </a:buClr>
              <a:buSzPts val="1800"/>
              <a:buNone/>
              <a:defRPr sz="1800">
                <a:solidFill>
                  <a:schemeClr val="dk1"/>
                </a:solidFill>
              </a:defRPr>
            </a:lvl9pPr>
          </a:lstStyle>
          <a:p/>
        </p:txBody>
      </p:sp>
      <p:sp>
        <p:nvSpPr>
          <p:cNvPr id="88" name="Google Shape;88;p8"/>
          <p:cNvSpPr txBox="1"/>
          <p:nvPr>
            <p:ph type="title"/>
          </p:nvPr>
        </p:nvSpPr>
        <p:spPr>
          <a:xfrm>
            <a:off x="5660525" y="1709031"/>
            <a:ext cx="5736300" cy="21174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4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9pPr>
          </a:lstStyle>
          <a:p/>
        </p:txBody>
      </p:sp>
      <p:sp>
        <p:nvSpPr>
          <p:cNvPr id="89" name="Google Shape;89;p8"/>
          <p:cNvSpPr txBox="1"/>
          <p:nvPr>
            <p:ph idx="2" type="subTitle"/>
          </p:nvPr>
        </p:nvSpPr>
        <p:spPr>
          <a:xfrm>
            <a:off x="5660525" y="5318275"/>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400"/>
              <a:buFont typeface="Red Hat Display Medium"/>
              <a:buNone/>
              <a:defRPr sz="1400">
                <a:solidFill>
                  <a:schemeClr val="dk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dk1"/>
              </a:buClr>
              <a:buSzPts val="1200"/>
              <a:buNone/>
              <a:defRPr sz="1200">
                <a:solidFill>
                  <a:schemeClr val="dk1"/>
                </a:solidFill>
              </a:defRPr>
            </a:lvl2pPr>
            <a:lvl3pPr lvl="2">
              <a:lnSpc>
                <a:spcPct val="135000"/>
              </a:lnSpc>
              <a:spcBef>
                <a:spcPts val="0"/>
              </a:spcBef>
              <a:spcAft>
                <a:spcPts val="0"/>
              </a:spcAft>
              <a:buClr>
                <a:schemeClr val="dk1"/>
              </a:buClr>
              <a:buSzPts val="1200"/>
              <a:buNone/>
              <a:defRPr sz="1200">
                <a:solidFill>
                  <a:schemeClr val="dk1"/>
                </a:solidFill>
              </a:defRPr>
            </a:lvl3pPr>
            <a:lvl4pPr lvl="3">
              <a:lnSpc>
                <a:spcPct val="135000"/>
              </a:lnSpc>
              <a:spcBef>
                <a:spcPts val="0"/>
              </a:spcBef>
              <a:spcAft>
                <a:spcPts val="0"/>
              </a:spcAft>
              <a:buClr>
                <a:schemeClr val="dk1"/>
              </a:buClr>
              <a:buSzPts val="1200"/>
              <a:buNone/>
              <a:defRPr sz="1200">
                <a:solidFill>
                  <a:schemeClr val="dk1"/>
                </a:solidFill>
              </a:defRPr>
            </a:lvl4pPr>
            <a:lvl5pPr lvl="4">
              <a:lnSpc>
                <a:spcPct val="135000"/>
              </a:lnSpc>
              <a:spcBef>
                <a:spcPts val="0"/>
              </a:spcBef>
              <a:spcAft>
                <a:spcPts val="0"/>
              </a:spcAft>
              <a:buClr>
                <a:schemeClr val="dk1"/>
              </a:buClr>
              <a:buSzPts val="1200"/>
              <a:buNone/>
              <a:defRPr sz="1200">
                <a:solidFill>
                  <a:schemeClr val="dk1"/>
                </a:solidFill>
              </a:defRPr>
            </a:lvl5pPr>
            <a:lvl6pPr lvl="5">
              <a:lnSpc>
                <a:spcPct val="135000"/>
              </a:lnSpc>
              <a:spcBef>
                <a:spcPts val="0"/>
              </a:spcBef>
              <a:spcAft>
                <a:spcPts val="0"/>
              </a:spcAft>
              <a:buClr>
                <a:schemeClr val="dk1"/>
              </a:buClr>
              <a:buSzPts val="1200"/>
              <a:buNone/>
              <a:defRPr sz="1200">
                <a:solidFill>
                  <a:schemeClr val="dk1"/>
                </a:solidFill>
              </a:defRPr>
            </a:lvl6pPr>
            <a:lvl7pPr lvl="6">
              <a:lnSpc>
                <a:spcPct val="135000"/>
              </a:lnSpc>
              <a:spcBef>
                <a:spcPts val="0"/>
              </a:spcBef>
              <a:spcAft>
                <a:spcPts val="0"/>
              </a:spcAft>
              <a:buClr>
                <a:schemeClr val="dk1"/>
              </a:buClr>
              <a:buSzPts val="1200"/>
              <a:buNone/>
              <a:defRPr sz="1200">
                <a:solidFill>
                  <a:schemeClr val="dk1"/>
                </a:solidFill>
              </a:defRPr>
            </a:lvl7pPr>
            <a:lvl8pPr lvl="7">
              <a:lnSpc>
                <a:spcPct val="135000"/>
              </a:lnSpc>
              <a:spcBef>
                <a:spcPts val="0"/>
              </a:spcBef>
              <a:spcAft>
                <a:spcPts val="0"/>
              </a:spcAft>
              <a:buClr>
                <a:schemeClr val="dk1"/>
              </a:buClr>
              <a:buSzPts val="1200"/>
              <a:buNone/>
              <a:defRPr sz="1200">
                <a:solidFill>
                  <a:schemeClr val="dk1"/>
                </a:solidFill>
              </a:defRPr>
            </a:lvl8pPr>
            <a:lvl9pPr lvl="8">
              <a:lnSpc>
                <a:spcPct val="135000"/>
              </a:lnSpc>
              <a:spcBef>
                <a:spcPts val="0"/>
              </a:spcBef>
              <a:spcAft>
                <a:spcPts val="0"/>
              </a:spcAft>
              <a:buClr>
                <a:schemeClr val="dk1"/>
              </a:buClr>
              <a:buSzPts val="1200"/>
              <a:buNone/>
              <a:defRPr sz="1200">
                <a:solidFill>
                  <a:schemeClr val="dk1"/>
                </a:solidFill>
              </a:defRPr>
            </a:lvl9pPr>
          </a:lstStyle>
          <a:p/>
        </p:txBody>
      </p:sp>
      <p:sp>
        <p:nvSpPr>
          <p:cNvPr id="90" name="Google Shape;90;p8"/>
          <p:cNvSpPr txBox="1"/>
          <p:nvPr>
            <p:ph idx="3"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91" name="Google Shape;91;p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closing 1">
  <p:cSld name="CUSTOM_1_1">
    <p:bg>
      <p:bgPr>
        <a:blipFill>
          <a:blip r:embed="rId2">
            <a:alphaModFix/>
          </a:blip>
          <a:stretch>
            <a:fillRect/>
          </a:stretch>
        </a:blipFill>
      </p:bgPr>
    </p:bg>
    <p:spTree>
      <p:nvGrpSpPr>
        <p:cNvPr id="92" name="Shape 92"/>
        <p:cNvGrpSpPr/>
        <p:nvPr/>
      </p:nvGrpSpPr>
      <p:grpSpPr>
        <a:xfrm>
          <a:off x="0" y="0"/>
          <a:ext cx="0" cy="0"/>
          <a:chOff x="0" y="0"/>
          <a:chExt cx="0" cy="0"/>
        </a:xfrm>
      </p:grpSpPr>
      <p:sp>
        <p:nvSpPr>
          <p:cNvPr id="93" name="Google Shape;93;p9"/>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4" name="Google Shape;94;p9"/>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95" name="Google Shape;95;p9"/>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96" name="Google Shape;96;p9"/>
          <p:cNvSpPr txBox="1"/>
          <p:nvPr>
            <p:ph type="title"/>
          </p:nvPr>
        </p:nvSpPr>
        <p:spPr>
          <a:xfrm>
            <a:off x="5660525" y="568626"/>
            <a:ext cx="5736300" cy="19293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54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9pPr>
          </a:lstStyle>
          <a:p/>
        </p:txBody>
      </p:sp>
      <p:sp>
        <p:nvSpPr>
          <p:cNvPr id="97" name="Google Shape;97;p9"/>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98" name="Google Shape;98;p9"/>
          <p:cNvSpPr txBox="1"/>
          <p:nvPr>
            <p:ph idx="2" type="subTitle"/>
          </p:nvPr>
        </p:nvSpPr>
        <p:spPr>
          <a:xfrm>
            <a:off x="5660525" y="2752400"/>
            <a:ext cx="4446300" cy="15249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400"/>
              <a:buFont typeface="Red Hat Display"/>
              <a:buNone/>
              <a:defRPr sz="1400">
                <a:solidFill>
                  <a:schemeClr val="dk1"/>
                </a:solidFill>
                <a:latin typeface="Red Hat Display"/>
                <a:ea typeface="Red Hat Display"/>
                <a:cs typeface="Red Hat Display"/>
                <a:sym typeface="Red Hat Display"/>
              </a:defRPr>
            </a:lvl1pPr>
            <a:lvl2pPr lvl="1">
              <a:lnSpc>
                <a:spcPct val="180000"/>
              </a:lnSpc>
              <a:spcBef>
                <a:spcPts val="0"/>
              </a:spcBef>
              <a:spcAft>
                <a:spcPts val="0"/>
              </a:spcAft>
              <a:buClr>
                <a:schemeClr val="dk1"/>
              </a:buClr>
              <a:buSzPts val="1400"/>
              <a:buNone/>
              <a:defRPr sz="1400">
                <a:solidFill>
                  <a:schemeClr val="dk1"/>
                </a:solidFill>
              </a:defRPr>
            </a:lvl2pPr>
            <a:lvl3pPr lvl="2">
              <a:lnSpc>
                <a:spcPct val="180000"/>
              </a:lnSpc>
              <a:spcBef>
                <a:spcPts val="0"/>
              </a:spcBef>
              <a:spcAft>
                <a:spcPts val="0"/>
              </a:spcAft>
              <a:buClr>
                <a:schemeClr val="dk1"/>
              </a:buClr>
              <a:buSzPts val="1400"/>
              <a:buNone/>
              <a:defRPr sz="1400">
                <a:solidFill>
                  <a:schemeClr val="dk1"/>
                </a:solidFill>
              </a:defRPr>
            </a:lvl3pPr>
            <a:lvl4pPr lvl="3">
              <a:lnSpc>
                <a:spcPct val="180000"/>
              </a:lnSpc>
              <a:spcBef>
                <a:spcPts val="0"/>
              </a:spcBef>
              <a:spcAft>
                <a:spcPts val="0"/>
              </a:spcAft>
              <a:buClr>
                <a:schemeClr val="dk1"/>
              </a:buClr>
              <a:buSzPts val="1400"/>
              <a:buNone/>
              <a:defRPr sz="1400">
                <a:solidFill>
                  <a:schemeClr val="dk1"/>
                </a:solidFill>
              </a:defRPr>
            </a:lvl4pPr>
            <a:lvl5pPr lvl="4">
              <a:lnSpc>
                <a:spcPct val="180000"/>
              </a:lnSpc>
              <a:spcBef>
                <a:spcPts val="0"/>
              </a:spcBef>
              <a:spcAft>
                <a:spcPts val="0"/>
              </a:spcAft>
              <a:buClr>
                <a:schemeClr val="dk1"/>
              </a:buClr>
              <a:buSzPts val="1400"/>
              <a:buNone/>
              <a:defRPr sz="1400">
                <a:solidFill>
                  <a:schemeClr val="dk1"/>
                </a:solidFill>
              </a:defRPr>
            </a:lvl5pPr>
            <a:lvl6pPr lvl="5">
              <a:lnSpc>
                <a:spcPct val="180000"/>
              </a:lnSpc>
              <a:spcBef>
                <a:spcPts val="0"/>
              </a:spcBef>
              <a:spcAft>
                <a:spcPts val="0"/>
              </a:spcAft>
              <a:buClr>
                <a:schemeClr val="dk1"/>
              </a:buClr>
              <a:buSzPts val="1400"/>
              <a:buNone/>
              <a:defRPr sz="1400">
                <a:solidFill>
                  <a:schemeClr val="dk1"/>
                </a:solidFill>
              </a:defRPr>
            </a:lvl6pPr>
            <a:lvl7pPr lvl="6">
              <a:lnSpc>
                <a:spcPct val="180000"/>
              </a:lnSpc>
              <a:spcBef>
                <a:spcPts val="0"/>
              </a:spcBef>
              <a:spcAft>
                <a:spcPts val="0"/>
              </a:spcAft>
              <a:buClr>
                <a:schemeClr val="dk1"/>
              </a:buClr>
              <a:buSzPts val="1400"/>
              <a:buNone/>
              <a:defRPr sz="1400">
                <a:solidFill>
                  <a:schemeClr val="dk1"/>
                </a:solidFill>
              </a:defRPr>
            </a:lvl7pPr>
            <a:lvl8pPr lvl="7">
              <a:lnSpc>
                <a:spcPct val="180000"/>
              </a:lnSpc>
              <a:spcBef>
                <a:spcPts val="0"/>
              </a:spcBef>
              <a:spcAft>
                <a:spcPts val="0"/>
              </a:spcAft>
              <a:buClr>
                <a:schemeClr val="dk1"/>
              </a:buClr>
              <a:buSzPts val="1400"/>
              <a:buNone/>
              <a:defRPr sz="1400">
                <a:solidFill>
                  <a:schemeClr val="dk1"/>
                </a:solidFill>
              </a:defRPr>
            </a:lvl8pPr>
            <a:lvl9pPr lvl="8">
              <a:lnSpc>
                <a:spcPct val="180000"/>
              </a:lnSpc>
              <a:spcBef>
                <a:spcPts val="0"/>
              </a:spcBef>
              <a:spcAft>
                <a:spcPts val="0"/>
              </a:spcAft>
              <a:buClr>
                <a:schemeClr val="dk1"/>
              </a:buClr>
              <a:buSzPts val="1400"/>
              <a:buNone/>
              <a:defRPr sz="1400">
                <a:solidFill>
                  <a:schemeClr val="dk1"/>
                </a:solidFill>
              </a:defRPr>
            </a:lvl9pPr>
          </a:lstStyle>
          <a:p/>
        </p:txBody>
      </p:sp>
      <p:sp>
        <p:nvSpPr>
          <p:cNvPr id="99" name="Google Shape;99;p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00" name="Google Shape;100;p9"/>
          <p:cNvPicPr preferRelativeResize="0"/>
          <p:nvPr/>
        </p:nvPicPr>
        <p:blipFill>
          <a:blip r:embed="rId4">
            <a:alphaModFix/>
          </a:blip>
          <a:stretch>
            <a:fillRect/>
          </a:stretch>
        </p:blipFill>
        <p:spPr>
          <a:xfrm>
            <a:off x="872046" y="0"/>
            <a:ext cx="3653358" cy="6857999"/>
          </a:xfrm>
          <a:prstGeom prst="rect">
            <a:avLst/>
          </a:prstGeom>
          <a:noFill/>
          <a:ln>
            <a:noFill/>
          </a:ln>
        </p:spPr>
      </p:pic>
      <p:sp>
        <p:nvSpPr>
          <p:cNvPr id="101" name="Google Shape;101;p9"/>
          <p:cNvSpPr txBox="1"/>
          <p:nvPr/>
        </p:nvSpPr>
        <p:spPr>
          <a:xfrm>
            <a:off x="5903450" y="4742945"/>
            <a:ext cx="29547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youtube.com/c/RedHatEnterpriseLinux</a:t>
            </a:r>
            <a:endParaRPr sz="12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200">
              <a:solidFill>
                <a:schemeClr val="dk1"/>
              </a:solidFill>
              <a:latin typeface="Red Hat Display"/>
              <a:ea typeface="Red Hat Display"/>
              <a:cs typeface="Red Hat Display"/>
              <a:sym typeface="Red Hat Display"/>
            </a:endParaRPr>
          </a:p>
        </p:txBody>
      </p:sp>
      <p:sp>
        <p:nvSpPr>
          <p:cNvPr id="102" name="Google Shape;102;p9"/>
          <p:cNvSpPr txBox="1"/>
          <p:nvPr/>
        </p:nvSpPr>
        <p:spPr>
          <a:xfrm>
            <a:off x="5889600" y="51743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twitter.com/RHEL</a:t>
            </a:r>
            <a:endParaRPr sz="1200">
              <a:solidFill>
                <a:schemeClr val="dk1"/>
              </a:solidFill>
              <a:latin typeface="Red Hat Display"/>
              <a:ea typeface="Red Hat Display"/>
              <a:cs typeface="Red Hat Display"/>
              <a:sym typeface="Red Hat Display"/>
            </a:endParaRPr>
          </a:p>
        </p:txBody>
      </p:sp>
      <p:pic>
        <p:nvPicPr>
          <p:cNvPr id="103" name="Google Shape;103;p9"/>
          <p:cNvPicPr preferRelativeResize="0"/>
          <p:nvPr/>
        </p:nvPicPr>
        <p:blipFill rotWithShape="1">
          <a:blip r:embed="rId5">
            <a:alphaModFix/>
          </a:blip>
          <a:srcRect b="0" l="2507" r="2498" t="0"/>
          <a:stretch/>
        </p:blipFill>
        <p:spPr>
          <a:xfrm>
            <a:off x="5660534" y="5174306"/>
            <a:ext cx="229074" cy="241150"/>
          </a:xfrm>
          <a:prstGeom prst="rect">
            <a:avLst/>
          </a:prstGeom>
          <a:noFill/>
          <a:ln>
            <a:noFill/>
          </a:ln>
        </p:spPr>
      </p:pic>
      <p:pic>
        <p:nvPicPr>
          <p:cNvPr id="104" name="Google Shape;104;p9"/>
          <p:cNvPicPr preferRelativeResize="0"/>
          <p:nvPr/>
        </p:nvPicPr>
        <p:blipFill rotWithShape="1">
          <a:blip r:embed="rId6">
            <a:alphaModFix/>
          </a:blip>
          <a:srcRect b="0" l="2507" r="2498" t="0"/>
          <a:stretch/>
        </p:blipFill>
        <p:spPr>
          <a:xfrm>
            <a:off x="5660534" y="4669223"/>
            <a:ext cx="229075" cy="241150"/>
          </a:xfrm>
          <a:prstGeom prst="rect">
            <a:avLst/>
          </a:prstGeom>
          <a:noFill/>
          <a:ln>
            <a:noFill/>
          </a:ln>
        </p:spPr>
      </p:pic>
      <p:pic>
        <p:nvPicPr>
          <p:cNvPr id="105" name="Google Shape;105;p9"/>
          <p:cNvPicPr preferRelativeResize="0"/>
          <p:nvPr/>
        </p:nvPicPr>
        <p:blipFill>
          <a:blip r:embed="rId7">
            <a:alphaModFix/>
          </a:blip>
          <a:stretch>
            <a:fillRect/>
          </a:stretch>
        </p:blipFill>
        <p:spPr>
          <a:xfrm>
            <a:off x="5660525" y="5649801"/>
            <a:ext cx="229075" cy="229075"/>
          </a:xfrm>
          <a:prstGeom prst="rect">
            <a:avLst/>
          </a:prstGeom>
          <a:noFill/>
          <a:ln>
            <a:noFill/>
          </a:ln>
        </p:spPr>
      </p:pic>
      <p:sp>
        <p:nvSpPr>
          <p:cNvPr id="106" name="Google Shape;106;p9"/>
          <p:cNvSpPr txBox="1"/>
          <p:nvPr/>
        </p:nvSpPr>
        <p:spPr>
          <a:xfrm>
            <a:off x="5889600" y="5643738"/>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reddit.com/r/redhat</a:t>
            </a:r>
            <a:endParaRPr sz="1200">
              <a:solidFill>
                <a:schemeClr val="dk1"/>
              </a:solidFill>
              <a:latin typeface="Red Hat Display"/>
              <a:ea typeface="Red Hat Display"/>
              <a:cs typeface="Red Hat Display"/>
              <a:sym typeface="Red Hat Display"/>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ebinar title">
  <p:cSld name="TITLE_3">
    <p:bg>
      <p:bgPr>
        <a:solidFill>
          <a:srgbClr val="EBEBEB">
            <a:alpha val="0"/>
          </a:srgbClr>
        </a:solidFill>
      </p:bgPr>
    </p:bg>
    <p:spTree>
      <p:nvGrpSpPr>
        <p:cNvPr id="107" name="Shape 107"/>
        <p:cNvGrpSpPr/>
        <p:nvPr/>
      </p:nvGrpSpPr>
      <p:grpSpPr>
        <a:xfrm>
          <a:off x="0" y="0"/>
          <a:ext cx="0" cy="0"/>
          <a:chOff x="0" y="0"/>
          <a:chExt cx="0" cy="0"/>
        </a:xfrm>
      </p:grpSpPr>
      <p:pic>
        <p:nvPicPr>
          <p:cNvPr id="108" name="Google Shape;108;p10"/>
          <p:cNvPicPr preferRelativeResize="0"/>
          <p:nvPr/>
        </p:nvPicPr>
        <p:blipFill>
          <a:blip r:embed="rId2">
            <a:alphaModFix/>
          </a:blip>
          <a:stretch>
            <a:fillRect/>
          </a:stretch>
        </p:blipFill>
        <p:spPr>
          <a:xfrm>
            <a:off x="1219200" y="762000"/>
            <a:ext cx="2145944" cy="507600"/>
          </a:xfrm>
          <a:prstGeom prst="rect">
            <a:avLst/>
          </a:prstGeom>
          <a:noFill/>
          <a:ln>
            <a:noFill/>
          </a:ln>
        </p:spPr>
      </p:pic>
      <p:sp>
        <p:nvSpPr>
          <p:cNvPr id="109" name="Google Shape;109;p10"/>
          <p:cNvSpPr txBox="1"/>
          <p:nvPr>
            <p:ph idx="1" type="subTitle"/>
          </p:nvPr>
        </p:nvSpPr>
        <p:spPr>
          <a:xfrm>
            <a:off x="1169325" y="4436225"/>
            <a:ext cx="7533300" cy="9144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rgbClr val="EE0000"/>
              </a:buClr>
              <a:buSzPts val="2800"/>
              <a:buFont typeface="Red Hat Display"/>
              <a:buNone/>
              <a:defRPr sz="2800">
                <a:solidFill>
                  <a:srgbClr val="EE0000"/>
                </a:solidFill>
                <a:latin typeface="Red Hat Display"/>
                <a:ea typeface="Red Hat Display"/>
                <a:cs typeface="Red Hat Display"/>
                <a:sym typeface="Red Hat Display"/>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10" name="Google Shape;110;p10"/>
          <p:cNvSpPr txBox="1"/>
          <p:nvPr>
            <p:ph type="title"/>
          </p:nvPr>
        </p:nvSpPr>
        <p:spPr>
          <a:xfrm>
            <a:off x="1169475" y="2658025"/>
            <a:ext cx="9871800" cy="16002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8000">
                <a:solidFill>
                  <a:srgbClr val="EE0000"/>
                </a:solidFill>
                <a:latin typeface="Red Hat Display Medium"/>
                <a:ea typeface="Red Hat Display Medium"/>
                <a:cs typeface="Red Hat Display Medium"/>
                <a:sym typeface="Red Hat Display Medium"/>
              </a:defRPr>
            </a:lvl1pPr>
            <a:lvl2pPr lvl="1">
              <a:lnSpc>
                <a:spcPct val="105000"/>
              </a:lnSpc>
              <a:spcBef>
                <a:spcPts val="0"/>
              </a:spcBef>
              <a:spcAft>
                <a:spcPts val="0"/>
              </a:spcAft>
              <a:buNone/>
              <a:defRPr b="1" sz="8000">
                <a:solidFill>
                  <a:schemeClr val="lt1"/>
                </a:solidFill>
              </a:defRPr>
            </a:lvl2pPr>
            <a:lvl3pPr lvl="2">
              <a:lnSpc>
                <a:spcPct val="105000"/>
              </a:lnSpc>
              <a:spcBef>
                <a:spcPts val="0"/>
              </a:spcBef>
              <a:spcAft>
                <a:spcPts val="0"/>
              </a:spcAft>
              <a:buNone/>
              <a:defRPr b="1" sz="8000">
                <a:solidFill>
                  <a:schemeClr val="lt1"/>
                </a:solidFill>
              </a:defRPr>
            </a:lvl3pPr>
            <a:lvl4pPr lvl="3">
              <a:lnSpc>
                <a:spcPct val="105000"/>
              </a:lnSpc>
              <a:spcBef>
                <a:spcPts val="0"/>
              </a:spcBef>
              <a:spcAft>
                <a:spcPts val="0"/>
              </a:spcAft>
              <a:buNone/>
              <a:defRPr b="1" sz="8000">
                <a:solidFill>
                  <a:schemeClr val="lt1"/>
                </a:solidFill>
              </a:defRPr>
            </a:lvl4pPr>
            <a:lvl5pPr lvl="4">
              <a:lnSpc>
                <a:spcPct val="105000"/>
              </a:lnSpc>
              <a:spcBef>
                <a:spcPts val="0"/>
              </a:spcBef>
              <a:spcAft>
                <a:spcPts val="0"/>
              </a:spcAft>
              <a:buNone/>
              <a:defRPr b="1" sz="8000">
                <a:solidFill>
                  <a:schemeClr val="lt1"/>
                </a:solidFill>
              </a:defRPr>
            </a:lvl5pPr>
            <a:lvl6pPr lvl="5">
              <a:lnSpc>
                <a:spcPct val="105000"/>
              </a:lnSpc>
              <a:spcBef>
                <a:spcPts val="0"/>
              </a:spcBef>
              <a:spcAft>
                <a:spcPts val="0"/>
              </a:spcAft>
              <a:buNone/>
              <a:defRPr b="1" sz="8000">
                <a:solidFill>
                  <a:schemeClr val="lt1"/>
                </a:solidFill>
              </a:defRPr>
            </a:lvl6pPr>
            <a:lvl7pPr lvl="6">
              <a:lnSpc>
                <a:spcPct val="105000"/>
              </a:lnSpc>
              <a:spcBef>
                <a:spcPts val="0"/>
              </a:spcBef>
              <a:spcAft>
                <a:spcPts val="0"/>
              </a:spcAft>
              <a:buNone/>
              <a:defRPr b="1" sz="8000">
                <a:solidFill>
                  <a:schemeClr val="lt1"/>
                </a:solidFill>
              </a:defRPr>
            </a:lvl7pPr>
            <a:lvl8pPr lvl="7">
              <a:lnSpc>
                <a:spcPct val="105000"/>
              </a:lnSpc>
              <a:spcBef>
                <a:spcPts val="0"/>
              </a:spcBef>
              <a:spcAft>
                <a:spcPts val="0"/>
              </a:spcAft>
              <a:buNone/>
              <a:defRPr b="1" sz="8000">
                <a:solidFill>
                  <a:schemeClr val="lt1"/>
                </a:solidFill>
              </a:defRPr>
            </a:lvl8pPr>
            <a:lvl9pPr lvl="8">
              <a:lnSpc>
                <a:spcPct val="105000"/>
              </a:lnSpc>
              <a:spcBef>
                <a:spcPts val="0"/>
              </a:spcBef>
              <a:spcAft>
                <a:spcPts val="0"/>
              </a:spcAft>
              <a:buNone/>
              <a:defRPr b="1" sz="8000">
                <a:solidFill>
                  <a:schemeClr val="lt1"/>
                </a:solidFill>
              </a:defRPr>
            </a:lvl9pPr>
          </a:lstStyle>
          <a:p/>
        </p:txBody>
      </p:sp>
      <p:sp>
        <p:nvSpPr>
          <p:cNvPr id="111" name="Google Shape;111;p10"/>
          <p:cNvSpPr txBox="1"/>
          <p:nvPr>
            <p:ph idx="2" type="subTitle"/>
          </p:nvPr>
        </p:nvSpPr>
        <p:spPr>
          <a:xfrm>
            <a:off x="1169325" y="5454694"/>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rgbClr val="000000"/>
              </a:buClr>
              <a:buSzPts val="1400"/>
              <a:buFont typeface="Red Hat Display Medium"/>
              <a:buNone/>
              <a:defRPr sz="1400">
                <a:latin typeface="Red Hat Display Medium"/>
                <a:ea typeface="Red Hat Display Medium"/>
                <a:cs typeface="Red Hat Display Medium"/>
                <a:sym typeface="Red Hat Display Medium"/>
              </a:defRPr>
            </a:lvl1pPr>
            <a:lvl2pPr lvl="1">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2pPr>
            <a:lvl3pPr lvl="2">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3pPr>
            <a:lvl4pPr lvl="3">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4pPr>
            <a:lvl5pPr lvl="4">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5pPr>
            <a:lvl6pPr lvl="5">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6pPr>
            <a:lvl7pPr lvl="6">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7pPr>
            <a:lvl8pPr lvl="7">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8pPr>
            <a:lvl9pPr lvl="8">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9pPr>
          </a:lstStyle>
          <a:p/>
        </p:txBody>
      </p:sp>
      <p:sp>
        <p:nvSpPr>
          <p:cNvPr id="112" name="Google Shape;112;p10"/>
          <p:cNvSpPr txBox="1"/>
          <p:nvPr>
            <p:ph idx="3" type="subTitle"/>
          </p:nvPr>
        </p:nvSpPr>
        <p:spPr>
          <a:xfrm>
            <a:off x="3557450" y="5454694"/>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rgbClr val="000000"/>
              </a:buClr>
              <a:buSzPts val="1400"/>
              <a:buFont typeface="Red Hat Display Medium"/>
              <a:buNone/>
              <a:defRPr sz="1400">
                <a:latin typeface="Red Hat Display Medium"/>
                <a:ea typeface="Red Hat Display Medium"/>
                <a:cs typeface="Red Hat Display Medium"/>
                <a:sym typeface="Red Hat Display Medium"/>
              </a:defRPr>
            </a:lvl1pPr>
            <a:lvl2pPr lvl="1">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2pPr>
            <a:lvl3pPr lvl="2">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3pPr>
            <a:lvl4pPr lvl="3">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4pPr>
            <a:lvl5pPr lvl="4">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5pPr>
            <a:lvl6pPr lvl="5">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6pPr>
            <a:lvl7pPr lvl="6">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7pPr>
            <a:lvl8pPr lvl="7">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8pPr>
            <a:lvl9pPr lvl="8">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9pPr>
          </a:lstStyle>
          <a:p/>
        </p:txBody>
      </p:sp>
      <p:cxnSp>
        <p:nvCxnSpPr>
          <p:cNvPr id="113" name="Google Shape;113;p10"/>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14" name="Google Shape;114;p1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A">
  <p:cSld name="CUSTOM_2">
    <p:bg>
      <p:bgPr>
        <a:blipFill>
          <a:blip r:embed="rId2">
            <a:alphaModFix/>
          </a:blip>
          <a:stretch>
            <a:fillRect/>
          </a:stretch>
        </a:blipFill>
      </p:bgPr>
    </p:bg>
    <p:spTree>
      <p:nvGrpSpPr>
        <p:cNvPr id="115" name="Shape 115"/>
        <p:cNvGrpSpPr/>
        <p:nvPr/>
      </p:nvGrpSpPr>
      <p:grpSpPr>
        <a:xfrm>
          <a:off x="0" y="0"/>
          <a:ext cx="0" cy="0"/>
          <a:chOff x="0" y="0"/>
          <a:chExt cx="0" cy="0"/>
        </a:xfrm>
      </p:grpSpPr>
      <p:sp>
        <p:nvSpPr>
          <p:cNvPr id="116" name="Google Shape;116;p11"/>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a:spcBef>
                <a:spcPts val="0"/>
              </a:spcBef>
              <a:spcAft>
                <a:spcPts val="0"/>
              </a:spcAft>
              <a:buNone/>
              <a:defRPr sz="4800">
                <a:solidFill>
                  <a:schemeClr val="lt1"/>
                </a:solidFill>
                <a:latin typeface="Red Hat Display Medium"/>
                <a:ea typeface="Red Hat Display Medium"/>
                <a:cs typeface="Red Hat Display Medium"/>
                <a:sym typeface="Red Hat Display Medium"/>
              </a:defRPr>
            </a:lvl1pPr>
            <a:lvl2pPr lvl="1">
              <a:spcBef>
                <a:spcPts val="0"/>
              </a:spcBef>
              <a:spcAft>
                <a:spcPts val="0"/>
              </a:spcAft>
              <a:buNone/>
              <a:defRPr sz="6000">
                <a:solidFill>
                  <a:schemeClr val="lt1"/>
                </a:solidFill>
                <a:latin typeface="Red Hat Display Medium"/>
                <a:ea typeface="Red Hat Display Medium"/>
                <a:cs typeface="Red Hat Display Medium"/>
                <a:sym typeface="Red Hat Display Medium"/>
              </a:defRPr>
            </a:lvl2pPr>
            <a:lvl3pPr lvl="2">
              <a:spcBef>
                <a:spcPts val="0"/>
              </a:spcBef>
              <a:spcAft>
                <a:spcPts val="0"/>
              </a:spcAft>
              <a:buNone/>
              <a:defRPr sz="6000">
                <a:solidFill>
                  <a:schemeClr val="lt1"/>
                </a:solidFill>
                <a:latin typeface="Red Hat Display Medium"/>
                <a:ea typeface="Red Hat Display Medium"/>
                <a:cs typeface="Red Hat Display Medium"/>
                <a:sym typeface="Red Hat Display Medium"/>
              </a:defRPr>
            </a:lvl3pPr>
            <a:lvl4pPr lvl="3">
              <a:spcBef>
                <a:spcPts val="0"/>
              </a:spcBef>
              <a:spcAft>
                <a:spcPts val="0"/>
              </a:spcAft>
              <a:buNone/>
              <a:defRPr sz="6000">
                <a:solidFill>
                  <a:schemeClr val="lt1"/>
                </a:solidFill>
                <a:latin typeface="Red Hat Display Medium"/>
                <a:ea typeface="Red Hat Display Medium"/>
                <a:cs typeface="Red Hat Display Medium"/>
                <a:sym typeface="Red Hat Display Medium"/>
              </a:defRPr>
            </a:lvl4pPr>
            <a:lvl5pPr lvl="4">
              <a:spcBef>
                <a:spcPts val="0"/>
              </a:spcBef>
              <a:spcAft>
                <a:spcPts val="0"/>
              </a:spcAft>
              <a:buNone/>
              <a:defRPr sz="6000">
                <a:solidFill>
                  <a:schemeClr val="lt1"/>
                </a:solidFill>
                <a:latin typeface="Red Hat Display Medium"/>
                <a:ea typeface="Red Hat Display Medium"/>
                <a:cs typeface="Red Hat Display Medium"/>
                <a:sym typeface="Red Hat Display Medium"/>
              </a:defRPr>
            </a:lvl5pPr>
            <a:lvl6pPr lvl="5">
              <a:spcBef>
                <a:spcPts val="0"/>
              </a:spcBef>
              <a:spcAft>
                <a:spcPts val="0"/>
              </a:spcAft>
              <a:buNone/>
              <a:defRPr sz="6000">
                <a:solidFill>
                  <a:schemeClr val="lt1"/>
                </a:solidFill>
                <a:latin typeface="Red Hat Display Medium"/>
                <a:ea typeface="Red Hat Display Medium"/>
                <a:cs typeface="Red Hat Display Medium"/>
                <a:sym typeface="Red Hat Display Medium"/>
              </a:defRPr>
            </a:lvl6pPr>
            <a:lvl7pPr lvl="6">
              <a:spcBef>
                <a:spcPts val="0"/>
              </a:spcBef>
              <a:spcAft>
                <a:spcPts val="0"/>
              </a:spcAft>
              <a:buNone/>
              <a:defRPr sz="6000">
                <a:solidFill>
                  <a:schemeClr val="lt1"/>
                </a:solidFill>
                <a:latin typeface="Red Hat Display Medium"/>
                <a:ea typeface="Red Hat Display Medium"/>
                <a:cs typeface="Red Hat Display Medium"/>
                <a:sym typeface="Red Hat Display Medium"/>
              </a:defRPr>
            </a:lvl7pPr>
            <a:lvl8pPr lvl="7">
              <a:spcBef>
                <a:spcPts val="0"/>
              </a:spcBef>
              <a:spcAft>
                <a:spcPts val="0"/>
              </a:spcAft>
              <a:buNone/>
              <a:defRPr sz="6000">
                <a:solidFill>
                  <a:schemeClr val="lt1"/>
                </a:solidFill>
                <a:latin typeface="Red Hat Display Medium"/>
                <a:ea typeface="Red Hat Display Medium"/>
                <a:cs typeface="Red Hat Display Medium"/>
                <a:sym typeface="Red Hat Display Medium"/>
              </a:defRPr>
            </a:lvl8pPr>
            <a:lvl9pPr lvl="8">
              <a:spcBef>
                <a:spcPts val="0"/>
              </a:spcBef>
              <a:spcAft>
                <a:spcPts val="0"/>
              </a:spcAft>
              <a:buNone/>
              <a:defRPr sz="6000">
                <a:solidFill>
                  <a:schemeClr val="lt1"/>
                </a:solidFill>
                <a:latin typeface="Red Hat Display Medium"/>
                <a:ea typeface="Red Hat Display Medium"/>
                <a:cs typeface="Red Hat Display Medium"/>
                <a:sym typeface="Red Hat Display Medium"/>
              </a:defRPr>
            </a:lvl9pPr>
          </a:lstStyle>
          <a:p/>
        </p:txBody>
      </p:sp>
      <p:cxnSp>
        <p:nvCxnSpPr>
          <p:cNvPr id="117" name="Google Shape;117;p11"/>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18" name="Google Shape;118;p11"/>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19" name="Google Shape;119;p1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120" name="Google Shape;120;p11"/>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400">
                <a:solidFill>
                  <a:srgbClr val="141414"/>
                </a:solidFill>
                <a:latin typeface="Red Hat Display"/>
                <a:ea typeface="Red Hat Display"/>
                <a:cs typeface="Red Hat Display"/>
                <a:sym typeface="Red Hat Display"/>
              </a:defRPr>
            </a:lvl1pPr>
            <a:lvl2pPr lvl="1">
              <a:lnSpc>
                <a:spcPct val="174000"/>
              </a:lnSpc>
              <a:spcBef>
                <a:spcPts val="0"/>
              </a:spcBef>
              <a:spcAft>
                <a:spcPts val="0"/>
              </a:spcAft>
              <a:buNone/>
              <a:defRPr sz="1400">
                <a:solidFill>
                  <a:srgbClr val="141414"/>
                </a:solidFill>
              </a:defRPr>
            </a:lvl2pPr>
            <a:lvl3pPr lvl="2">
              <a:lnSpc>
                <a:spcPct val="174000"/>
              </a:lnSpc>
              <a:spcBef>
                <a:spcPts val="0"/>
              </a:spcBef>
              <a:spcAft>
                <a:spcPts val="0"/>
              </a:spcAft>
              <a:buNone/>
              <a:defRPr sz="1400">
                <a:solidFill>
                  <a:srgbClr val="141414"/>
                </a:solidFill>
              </a:defRPr>
            </a:lvl3pPr>
            <a:lvl4pPr lvl="3">
              <a:lnSpc>
                <a:spcPct val="174000"/>
              </a:lnSpc>
              <a:spcBef>
                <a:spcPts val="0"/>
              </a:spcBef>
              <a:spcAft>
                <a:spcPts val="0"/>
              </a:spcAft>
              <a:buNone/>
              <a:defRPr sz="1400">
                <a:solidFill>
                  <a:srgbClr val="141414"/>
                </a:solidFill>
              </a:defRPr>
            </a:lvl4pPr>
            <a:lvl5pPr lvl="4">
              <a:lnSpc>
                <a:spcPct val="174000"/>
              </a:lnSpc>
              <a:spcBef>
                <a:spcPts val="0"/>
              </a:spcBef>
              <a:spcAft>
                <a:spcPts val="0"/>
              </a:spcAft>
              <a:buNone/>
              <a:defRPr sz="1400">
                <a:solidFill>
                  <a:srgbClr val="141414"/>
                </a:solidFill>
              </a:defRPr>
            </a:lvl5pPr>
            <a:lvl6pPr lvl="5">
              <a:lnSpc>
                <a:spcPct val="174000"/>
              </a:lnSpc>
              <a:spcBef>
                <a:spcPts val="0"/>
              </a:spcBef>
              <a:spcAft>
                <a:spcPts val="0"/>
              </a:spcAft>
              <a:buNone/>
              <a:defRPr sz="1400">
                <a:solidFill>
                  <a:srgbClr val="141414"/>
                </a:solidFill>
              </a:defRPr>
            </a:lvl6pPr>
            <a:lvl7pPr lvl="6">
              <a:lnSpc>
                <a:spcPct val="174000"/>
              </a:lnSpc>
              <a:spcBef>
                <a:spcPts val="0"/>
              </a:spcBef>
              <a:spcAft>
                <a:spcPts val="0"/>
              </a:spcAft>
              <a:buNone/>
              <a:defRPr sz="1400">
                <a:solidFill>
                  <a:srgbClr val="141414"/>
                </a:solidFill>
              </a:defRPr>
            </a:lvl7pPr>
            <a:lvl8pPr lvl="7">
              <a:lnSpc>
                <a:spcPct val="174000"/>
              </a:lnSpc>
              <a:spcBef>
                <a:spcPts val="0"/>
              </a:spcBef>
              <a:spcAft>
                <a:spcPts val="0"/>
              </a:spcAft>
              <a:buNone/>
              <a:defRPr sz="1400">
                <a:solidFill>
                  <a:srgbClr val="141414"/>
                </a:solidFill>
              </a:defRPr>
            </a:lvl8pPr>
            <a:lvl9pPr lvl="8">
              <a:lnSpc>
                <a:spcPct val="174000"/>
              </a:lnSpc>
              <a:spcBef>
                <a:spcPts val="0"/>
              </a:spcBef>
              <a:spcAft>
                <a:spcPts val="0"/>
              </a:spcAft>
              <a:buNone/>
              <a:defRPr sz="1400">
                <a:solidFill>
                  <a:srgbClr val="141414"/>
                </a:solidFill>
              </a:defRPr>
            </a:lvl9pPr>
          </a:lstStyle>
          <a:p/>
        </p:txBody>
      </p:sp>
      <p:pic>
        <p:nvPicPr>
          <p:cNvPr id="121" name="Google Shape;121;p11"/>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sp>
        <p:nvSpPr>
          <p:cNvPr id="122" name="Google Shape;122;p1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B">
  <p:cSld name="CUSTOM_2_1">
    <p:bg>
      <p:bgPr>
        <a:blipFill>
          <a:blip r:embed="rId2">
            <a:alphaModFix/>
          </a:blip>
          <a:stretch>
            <a:fillRect/>
          </a:stretch>
        </a:blipFill>
      </p:bgPr>
    </p:bg>
    <p:spTree>
      <p:nvGrpSpPr>
        <p:cNvPr id="123" name="Shape 123"/>
        <p:cNvGrpSpPr/>
        <p:nvPr/>
      </p:nvGrpSpPr>
      <p:grpSpPr>
        <a:xfrm>
          <a:off x="0" y="0"/>
          <a:ext cx="0" cy="0"/>
          <a:chOff x="0" y="0"/>
          <a:chExt cx="0" cy="0"/>
        </a:xfrm>
      </p:grpSpPr>
      <p:sp>
        <p:nvSpPr>
          <p:cNvPr id="124" name="Google Shape;124;p12"/>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a:spcBef>
                <a:spcPts val="0"/>
              </a:spcBef>
              <a:spcAft>
                <a:spcPts val="0"/>
              </a:spcAft>
              <a:buNone/>
              <a:defRPr sz="4800">
                <a:solidFill>
                  <a:schemeClr val="accent1"/>
                </a:solidFill>
                <a:latin typeface="Red Hat Display Medium"/>
                <a:ea typeface="Red Hat Display Medium"/>
                <a:cs typeface="Red Hat Display Medium"/>
                <a:sym typeface="Red Hat Display Medium"/>
              </a:defRPr>
            </a:lvl1pPr>
            <a:lvl2pPr lvl="1">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2pPr>
            <a:lvl3pPr lvl="2">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3pPr>
            <a:lvl4pPr lvl="3">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4pPr>
            <a:lvl5pPr lvl="4">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5pPr>
            <a:lvl6pPr lvl="5">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6pPr>
            <a:lvl7pPr lvl="6">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7pPr>
            <a:lvl8pPr lvl="7">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8pPr>
            <a:lvl9pPr lvl="8">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9pPr>
          </a:lstStyle>
          <a:p/>
        </p:txBody>
      </p:sp>
      <p:cxnSp>
        <p:nvCxnSpPr>
          <p:cNvPr id="125" name="Google Shape;125;p12"/>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26" name="Google Shape;126;p12"/>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27" name="Google Shape;127;p1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sp>
        <p:nvSpPr>
          <p:cNvPr id="128" name="Google Shape;128;p12"/>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400">
                <a:solidFill>
                  <a:schemeClr val="lt1"/>
                </a:solidFill>
                <a:latin typeface="Red Hat Display"/>
                <a:ea typeface="Red Hat Display"/>
                <a:cs typeface="Red Hat Display"/>
                <a:sym typeface="Red Hat Display"/>
              </a:defRPr>
            </a:lvl1pPr>
            <a:lvl2pPr lvl="1">
              <a:lnSpc>
                <a:spcPct val="174000"/>
              </a:lnSpc>
              <a:spcBef>
                <a:spcPts val="0"/>
              </a:spcBef>
              <a:spcAft>
                <a:spcPts val="0"/>
              </a:spcAft>
              <a:buNone/>
              <a:defRPr sz="1400">
                <a:solidFill>
                  <a:schemeClr val="lt1"/>
                </a:solidFill>
              </a:defRPr>
            </a:lvl2pPr>
            <a:lvl3pPr lvl="2">
              <a:lnSpc>
                <a:spcPct val="174000"/>
              </a:lnSpc>
              <a:spcBef>
                <a:spcPts val="0"/>
              </a:spcBef>
              <a:spcAft>
                <a:spcPts val="0"/>
              </a:spcAft>
              <a:buNone/>
              <a:defRPr sz="1400">
                <a:solidFill>
                  <a:schemeClr val="lt1"/>
                </a:solidFill>
              </a:defRPr>
            </a:lvl3pPr>
            <a:lvl4pPr lvl="3">
              <a:lnSpc>
                <a:spcPct val="174000"/>
              </a:lnSpc>
              <a:spcBef>
                <a:spcPts val="0"/>
              </a:spcBef>
              <a:spcAft>
                <a:spcPts val="0"/>
              </a:spcAft>
              <a:buNone/>
              <a:defRPr sz="1400">
                <a:solidFill>
                  <a:schemeClr val="lt1"/>
                </a:solidFill>
              </a:defRPr>
            </a:lvl4pPr>
            <a:lvl5pPr lvl="4">
              <a:lnSpc>
                <a:spcPct val="174000"/>
              </a:lnSpc>
              <a:spcBef>
                <a:spcPts val="0"/>
              </a:spcBef>
              <a:spcAft>
                <a:spcPts val="0"/>
              </a:spcAft>
              <a:buNone/>
              <a:defRPr sz="1400">
                <a:solidFill>
                  <a:schemeClr val="lt1"/>
                </a:solidFill>
              </a:defRPr>
            </a:lvl5pPr>
            <a:lvl6pPr lvl="5">
              <a:lnSpc>
                <a:spcPct val="174000"/>
              </a:lnSpc>
              <a:spcBef>
                <a:spcPts val="0"/>
              </a:spcBef>
              <a:spcAft>
                <a:spcPts val="0"/>
              </a:spcAft>
              <a:buNone/>
              <a:defRPr sz="1400">
                <a:solidFill>
                  <a:schemeClr val="lt1"/>
                </a:solidFill>
              </a:defRPr>
            </a:lvl6pPr>
            <a:lvl7pPr lvl="6">
              <a:lnSpc>
                <a:spcPct val="174000"/>
              </a:lnSpc>
              <a:spcBef>
                <a:spcPts val="0"/>
              </a:spcBef>
              <a:spcAft>
                <a:spcPts val="0"/>
              </a:spcAft>
              <a:buNone/>
              <a:defRPr sz="1400">
                <a:solidFill>
                  <a:schemeClr val="lt1"/>
                </a:solidFill>
              </a:defRPr>
            </a:lvl7pPr>
            <a:lvl8pPr lvl="7">
              <a:lnSpc>
                <a:spcPct val="174000"/>
              </a:lnSpc>
              <a:spcBef>
                <a:spcPts val="0"/>
              </a:spcBef>
              <a:spcAft>
                <a:spcPts val="0"/>
              </a:spcAft>
              <a:buNone/>
              <a:defRPr sz="1400">
                <a:solidFill>
                  <a:schemeClr val="lt1"/>
                </a:solidFill>
              </a:defRPr>
            </a:lvl8pPr>
            <a:lvl9pPr lvl="8">
              <a:lnSpc>
                <a:spcPct val="174000"/>
              </a:lnSpc>
              <a:spcBef>
                <a:spcPts val="0"/>
              </a:spcBef>
              <a:spcAft>
                <a:spcPts val="0"/>
              </a:spcAft>
              <a:buNone/>
              <a:defRPr sz="1400">
                <a:solidFill>
                  <a:schemeClr val="lt1"/>
                </a:solidFill>
              </a:defRPr>
            </a:lvl9pPr>
          </a:lstStyle>
          <a:p/>
        </p:txBody>
      </p:sp>
      <p:pic>
        <p:nvPicPr>
          <p:cNvPr id="129" name="Google Shape;129;p12"/>
          <p:cNvPicPr preferRelativeResize="0"/>
          <p:nvPr/>
        </p:nvPicPr>
        <p:blipFill>
          <a:blip r:embed="rId3">
            <a:alphaModFix/>
          </a:blip>
          <a:stretch>
            <a:fillRect/>
          </a:stretch>
        </p:blipFill>
        <p:spPr>
          <a:xfrm>
            <a:off x="10711279" y="6312505"/>
            <a:ext cx="975850" cy="229612"/>
          </a:xfrm>
          <a:prstGeom prst="rect">
            <a:avLst/>
          </a:prstGeom>
          <a:noFill/>
          <a:ln>
            <a:noFill/>
          </a:ln>
        </p:spPr>
      </p:pic>
      <p:sp>
        <p:nvSpPr>
          <p:cNvPr id="130" name="Google Shape;130;p1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call out A">
  <p:cSld name="CUSTOM_2_1_2">
    <p:bg>
      <p:bgPr>
        <a:blipFill>
          <a:blip r:embed="rId2">
            <a:alphaModFix/>
          </a:blip>
          <a:stretch>
            <a:fillRect/>
          </a:stretch>
        </a:blipFill>
      </p:bgPr>
    </p:bg>
    <p:spTree>
      <p:nvGrpSpPr>
        <p:cNvPr id="131" name="Shape 131"/>
        <p:cNvGrpSpPr/>
        <p:nvPr/>
      </p:nvGrpSpPr>
      <p:grpSpPr>
        <a:xfrm>
          <a:off x="0" y="0"/>
          <a:ext cx="0" cy="0"/>
          <a:chOff x="0" y="0"/>
          <a:chExt cx="0" cy="0"/>
        </a:xfrm>
      </p:grpSpPr>
      <p:cxnSp>
        <p:nvCxnSpPr>
          <p:cNvPr id="132" name="Google Shape;132;p13"/>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33" name="Google Shape;133;p13"/>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34" name="Google Shape;134;p1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pic>
        <p:nvPicPr>
          <p:cNvPr id="135" name="Google Shape;135;p13"/>
          <p:cNvPicPr preferRelativeResize="0"/>
          <p:nvPr/>
        </p:nvPicPr>
        <p:blipFill>
          <a:blip r:embed="rId3">
            <a:alphaModFix/>
          </a:blip>
          <a:stretch>
            <a:fillRect/>
          </a:stretch>
        </p:blipFill>
        <p:spPr>
          <a:xfrm>
            <a:off x="10711279" y="6312505"/>
            <a:ext cx="975850" cy="229612"/>
          </a:xfrm>
          <a:prstGeom prst="rect">
            <a:avLst/>
          </a:prstGeom>
          <a:noFill/>
          <a:ln>
            <a:noFill/>
          </a:ln>
        </p:spPr>
      </p:pic>
      <p:sp>
        <p:nvSpPr>
          <p:cNvPr id="136" name="Google Shape;136;p1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137" name="Google Shape;137;p13"/>
          <p:cNvSpPr txBox="1"/>
          <p:nvPr>
            <p:ph idx="2" type="subTitle"/>
          </p:nvPr>
        </p:nvSpPr>
        <p:spPr>
          <a:xfrm>
            <a:off x="9251450" y="2239588"/>
            <a:ext cx="2124300" cy="31572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400">
                <a:solidFill>
                  <a:srgbClr val="FFFFFF"/>
                </a:solidFill>
                <a:latin typeface="Red Hat Display"/>
                <a:ea typeface="Red Hat Display"/>
                <a:cs typeface="Red Hat Display"/>
                <a:sym typeface="Red Hat Display"/>
              </a:defRPr>
            </a:lvl1pPr>
            <a:lvl2pPr lvl="1">
              <a:lnSpc>
                <a:spcPct val="174000"/>
              </a:lnSpc>
              <a:spcBef>
                <a:spcPts val="0"/>
              </a:spcBef>
              <a:spcAft>
                <a:spcPts val="0"/>
              </a:spcAft>
              <a:buNone/>
              <a:defRPr sz="1400">
                <a:solidFill>
                  <a:srgbClr val="FFFFFF"/>
                </a:solidFill>
              </a:defRPr>
            </a:lvl2pPr>
            <a:lvl3pPr lvl="2">
              <a:lnSpc>
                <a:spcPct val="174000"/>
              </a:lnSpc>
              <a:spcBef>
                <a:spcPts val="0"/>
              </a:spcBef>
              <a:spcAft>
                <a:spcPts val="0"/>
              </a:spcAft>
              <a:buNone/>
              <a:defRPr sz="1400">
                <a:solidFill>
                  <a:srgbClr val="FFFFFF"/>
                </a:solidFill>
              </a:defRPr>
            </a:lvl3pPr>
            <a:lvl4pPr lvl="3">
              <a:lnSpc>
                <a:spcPct val="174000"/>
              </a:lnSpc>
              <a:spcBef>
                <a:spcPts val="0"/>
              </a:spcBef>
              <a:spcAft>
                <a:spcPts val="0"/>
              </a:spcAft>
              <a:buNone/>
              <a:defRPr sz="1400">
                <a:solidFill>
                  <a:srgbClr val="FFFFFF"/>
                </a:solidFill>
              </a:defRPr>
            </a:lvl4pPr>
            <a:lvl5pPr lvl="4">
              <a:lnSpc>
                <a:spcPct val="174000"/>
              </a:lnSpc>
              <a:spcBef>
                <a:spcPts val="0"/>
              </a:spcBef>
              <a:spcAft>
                <a:spcPts val="0"/>
              </a:spcAft>
              <a:buNone/>
              <a:defRPr sz="1400">
                <a:solidFill>
                  <a:srgbClr val="FFFFFF"/>
                </a:solidFill>
              </a:defRPr>
            </a:lvl5pPr>
            <a:lvl6pPr lvl="5">
              <a:lnSpc>
                <a:spcPct val="174000"/>
              </a:lnSpc>
              <a:spcBef>
                <a:spcPts val="0"/>
              </a:spcBef>
              <a:spcAft>
                <a:spcPts val="0"/>
              </a:spcAft>
              <a:buNone/>
              <a:defRPr sz="1400">
                <a:solidFill>
                  <a:srgbClr val="FFFFFF"/>
                </a:solidFill>
              </a:defRPr>
            </a:lvl6pPr>
            <a:lvl7pPr lvl="6">
              <a:lnSpc>
                <a:spcPct val="174000"/>
              </a:lnSpc>
              <a:spcBef>
                <a:spcPts val="0"/>
              </a:spcBef>
              <a:spcAft>
                <a:spcPts val="0"/>
              </a:spcAft>
              <a:buNone/>
              <a:defRPr sz="1400">
                <a:solidFill>
                  <a:srgbClr val="FFFFFF"/>
                </a:solidFill>
              </a:defRPr>
            </a:lvl7pPr>
            <a:lvl8pPr lvl="7">
              <a:lnSpc>
                <a:spcPct val="174000"/>
              </a:lnSpc>
              <a:spcBef>
                <a:spcPts val="0"/>
              </a:spcBef>
              <a:spcAft>
                <a:spcPts val="0"/>
              </a:spcAft>
              <a:buNone/>
              <a:defRPr sz="1400">
                <a:solidFill>
                  <a:srgbClr val="FFFFFF"/>
                </a:solidFill>
              </a:defRPr>
            </a:lvl8pPr>
            <a:lvl9pPr lvl="8">
              <a:lnSpc>
                <a:spcPct val="174000"/>
              </a:lnSpc>
              <a:spcBef>
                <a:spcPts val="0"/>
              </a:spcBef>
              <a:spcAft>
                <a:spcPts val="0"/>
              </a:spcAft>
              <a:buNone/>
              <a:defRPr sz="1400">
                <a:solidFill>
                  <a:srgbClr val="FFFFFF"/>
                </a:solidFill>
              </a:defRPr>
            </a:lvl9pPr>
          </a:lstStyle>
          <a:p/>
        </p:txBody>
      </p:sp>
      <p:sp>
        <p:nvSpPr>
          <p:cNvPr id="138" name="Google Shape;138;p13"/>
          <p:cNvSpPr txBox="1"/>
          <p:nvPr>
            <p:ph idx="3" type="subTitle"/>
          </p:nvPr>
        </p:nvSpPr>
        <p:spPr>
          <a:xfrm>
            <a:off x="9251450" y="1687025"/>
            <a:ext cx="2124300" cy="354600"/>
          </a:xfrm>
          <a:prstGeom prst="rect">
            <a:avLst/>
          </a:prstGeom>
        </p:spPr>
        <p:txBody>
          <a:bodyPr anchorCtr="0" anchor="b" bIns="0" lIns="0" spcFirstLastPara="1" rIns="0" wrap="square" tIns="0">
            <a:noAutofit/>
          </a:bodyPr>
          <a:lstStyle>
            <a:lvl1pPr lvl="0">
              <a:lnSpc>
                <a:spcPct val="135000"/>
              </a:lnSpc>
              <a:spcBef>
                <a:spcPts val="0"/>
              </a:spcBef>
              <a:spcAft>
                <a:spcPts val="0"/>
              </a:spcAft>
              <a:buClr>
                <a:srgbClr val="FFFFFF"/>
              </a:buClr>
              <a:buSzPts val="1400"/>
              <a:buFont typeface="Red Hat Display Medium"/>
              <a:buNone/>
              <a:defRPr sz="1400">
                <a:solidFill>
                  <a:srgbClr val="FFFFFF"/>
                </a:solidFill>
                <a:latin typeface="Red Hat Display Medium"/>
                <a:ea typeface="Red Hat Display Medium"/>
                <a:cs typeface="Red Hat Display Medium"/>
                <a:sym typeface="Red Hat Display Medium"/>
              </a:defRPr>
            </a:lvl1pPr>
            <a:lvl2pPr lvl="1">
              <a:spcBef>
                <a:spcPts val="0"/>
              </a:spcBef>
              <a:spcAft>
                <a:spcPts val="0"/>
              </a:spcAft>
              <a:buClr>
                <a:srgbClr val="FFFFFF"/>
              </a:buClr>
              <a:buSzPts val="1800"/>
              <a:buNone/>
              <a:defRPr>
                <a:solidFill>
                  <a:srgbClr val="FFFFFF"/>
                </a:solidFill>
              </a:defRPr>
            </a:lvl2pPr>
            <a:lvl3pPr lvl="2">
              <a:spcBef>
                <a:spcPts val="500"/>
              </a:spcBef>
              <a:spcAft>
                <a:spcPts val="0"/>
              </a:spcAft>
              <a:buClr>
                <a:srgbClr val="FFFFFF"/>
              </a:buClr>
              <a:buSzPts val="1800"/>
              <a:buNone/>
              <a:defRPr>
                <a:solidFill>
                  <a:srgbClr val="FFFFFF"/>
                </a:solidFill>
              </a:defRPr>
            </a:lvl3pPr>
            <a:lvl4pPr lvl="3">
              <a:spcBef>
                <a:spcPts val="500"/>
              </a:spcBef>
              <a:spcAft>
                <a:spcPts val="0"/>
              </a:spcAft>
              <a:buClr>
                <a:srgbClr val="FFFFFF"/>
              </a:buClr>
              <a:buSzPts val="1800"/>
              <a:buNone/>
              <a:defRPr>
                <a:solidFill>
                  <a:srgbClr val="FFFFFF"/>
                </a:solidFill>
              </a:defRPr>
            </a:lvl4pPr>
            <a:lvl5pPr lvl="4">
              <a:spcBef>
                <a:spcPts val="500"/>
              </a:spcBef>
              <a:spcAft>
                <a:spcPts val="0"/>
              </a:spcAft>
              <a:buClr>
                <a:srgbClr val="FFFFFF"/>
              </a:buClr>
              <a:buSzPts val="1800"/>
              <a:buNone/>
              <a:defRPr>
                <a:solidFill>
                  <a:srgbClr val="FFFFFF"/>
                </a:solidFill>
              </a:defRPr>
            </a:lvl5pPr>
            <a:lvl6pPr lvl="5">
              <a:spcBef>
                <a:spcPts val="500"/>
              </a:spcBef>
              <a:spcAft>
                <a:spcPts val="0"/>
              </a:spcAft>
              <a:buClr>
                <a:srgbClr val="FFFFFF"/>
              </a:buClr>
              <a:buSzPts val="1800"/>
              <a:buNone/>
              <a:defRPr>
                <a:solidFill>
                  <a:srgbClr val="FFFFFF"/>
                </a:solidFill>
              </a:defRPr>
            </a:lvl6pPr>
            <a:lvl7pPr lvl="6">
              <a:spcBef>
                <a:spcPts val="500"/>
              </a:spcBef>
              <a:spcAft>
                <a:spcPts val="0"/>
              </a:spcAft>
              <a:buClr>
                <a:srgbClr val="FFFFFF"/>
              </a:buClr>
              <a:buSzPts val="1800"/>
              <a:buNone/>
              <a:defRPr>
                <a:solidFill>
                  <a:srgbClr val="FFFFFF"/>
                </a:solidFill>
              </a:defRPr>
            </a:lvl7pPr>
            <a:lvl8pPr lvl="7">
              <a:spcBef>
                <a:spcPts val="500"/>
              </a:spcBef>
              <a:spcAft>
                <a:spcPts val="0"/>
              </a:spcAft>
              <a:buClr>
                <a:srgbClr val="FFFFFF"/>
              </a:buClr>
              <a:buSzPts val="1800"/>
              <a:buNone/>
              <a:defRPr>
                <a:solidFill>
                  <a:srgbClr val="FFFFFF"/>
                </a:solidFill>
              </a:defRPr>
            </a:lvl8pPr>
            <a:lvl9pPr lvl="8">
              <a:spcBef>
                <a:spcPts val="500"/>
              </a:spcBef>
              <a:spcAft>
                <a:spcPts val="500"/>
              </a:spcAft>
              <a:buClr>
                <a:srgbClr val="FFFFFF"/>
              </a:buClr>
              <a:buSzPts val="1800"/>
              <a:buNone/>
              <a:defRPr>
                <a:solidFill>
                  <a:srgbClr val="FFFFFF"/>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C">
  <p:cSld name="CUSTOM_2_1_1">
    <p:bg>
      <p:bgPr>
        <a:blipFill>
          <a:blip r:embed="rId2">
            <a:alphaModFix/>
          </a:blip>
          <a:stretch>
            <a:fillRect/>
          </a:stretch>
        </a:blipFill>
      </p:bgPr>
    </p:bg>
    <p:spTree>
      <p:nvGrpSpPr>
        <p:cNvPr id="139" name="Shape 139"/>
        <p:cNvGrpSpPr/>
        <p:nvPr/>
      </p:nvGrpSpPr>
      <p:grpSpPr>
        <a:xfrm>
          <a:off x="0" y="0"/>
          <a:ext cx="0" cy="0"/>
          <a:chOff x="0" y="0"/>
          <a:chExt cx="0" cy="0"/>
        </a:xfrm>
      </p:grpSpPr>
      <p:sp>
        <p:nvSpPr>
          <p:cNvPr id="140" name="Google Shape;140;p14"/>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a:spcBef>
                <a:spcPts val="0"/>
              </a:spcBef>
              <a:spcAft>
                <a:spcPts val="0"/>
              </a:spcAft>
              <a:buNone/>
              <a:defRPr sz="4800">
                <a:solidFill>
                  <a:schemeClr val="accent1"/>
                </a:solidFill>
                <a:latin typeface="Red Hat Display Medium"/>
                <a:ea typeface="Red Hat Display Medium"/>
                <a:cs typeface="Red Hat Display Medium"/>
                <a:sym typeface="Red Hat Display Medium"/>
              </a:defRPr>
            </a:lvl1pPr>
            <a:lvl2pPr lvl="1">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2pPr>
            <a:lvl3pPr lvl="2">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3pPr>
            <a:lvl4pPr lvl="3">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4pPr>
            <a:lvl5pPr lvl="4">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5pPr>
            <a:lvl6pPr lvl="5">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6pPr>
            <a:lvl7pPr lvl="6">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7pPr>
            <a:lvl8pPr lvl="7">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8pPr>
            <a:lvl9pPr lvl="8">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9pPr>
          </a:lstStyle>
          <a:p/>
        </p:txBody>
      </p:sp>
      <p:cxnSp>
        <p:nvCxnSpPr>
          <p:cNvPr id="141" name="Google Shape;141;p14"/>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42" name="Google Shape;142;p14"/>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43" name="Google Shape;143;p1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sp>
        <p:nvSpPr>
          <p:cNvPr id="144" name="Google Shape;144;p14"/>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a:lnSpc>
                <a:spcPct val="174000"/>
              </a:lnSpc>
              <a:spcBef>
                <a:spcPts val="0"/>
              </a:spcBef>
              <a:spcAft>
                <a:spcPts val="0"/>
              </a:spcAft>
              <a:buNone/>
              <a:defRPr sz="1400">
                <a:solidFill>
                  <a:srgbClr val="EBEBEB"/>
                </a:solidFill>
              </a:defRPr>
            </a:lvl1pPr>
            <a:lvl2pPr lvl="1">
              <a:lnSpc>
                <a:spcPct val="174000"/>
              </a:lnSpc>
              <a:spcBef>
                <a:spcPts val="0"/>
              </a:spcBef>
              <a:spcAft>
                <a:spcPts val="0"/>
              </a:spcAft>
              <a:buNone/>
              <a:defRPr sz="1400">
                <a:solidFill>
                  <a:srgbClr val="EBEBEB"/>
                </a:solidFill>
              </a:defRPr>
            </a:lvl2pPr>
            <a:lvl3pPr lvl="2">
              <a:lnSpc>
                <a:spcPct val="174000"/>
              </a:lnSpc>
              <a:spcBef>
                <a:spcPts val="0"/>
              </a:spcBef>
              <a:spcAft>
                <a:spcPts val="0"/>
              </a:spcAft>
              <a:buNone/>
              <a:defRPr sz="1400">
                <a:solidFill>
                  <a:srgbClr val="EBEBEB"/>
                </a:solidFill>
              </a:defRPr>
            </a:lvl3pPr>
            <a:lvl4pPr lvl="3">
              <a:lnSpc>
                <a:spcPct val="174000"/>
              </a:lnSpc>
              <a:spcBef>
                <a:spcPts val="0"/>
              </a:spcBef>
              <a:spcAft>
                <a:spcPts val="0"/>
              </a:spcAft>
              <a:buNone/>
              <a:defRPr sz="1400">
                <a:solidFill>
                  <a:srgbClr val="EBEBEB"/>
                </a:solidFill>
              </a:defRPr>
            </a:lvl4pPr>
            <a:lvl5pPr lvl="4">
              <a:lnSpc>
                <a:spcPct val="174000"/>
              </a:lnSpc>
              <a:spcBef>
                <a:spcPts val="0"/>
              </a:spcBef>
              <a:spcAft>
                <a:spcPts val="0"/>
              </a:spcAft>
              <a:buNone/>
              <a:defRPr sz="1400">
                <a:solidFill>
                  <a:srgbClr val="EBEBEB"/>
                </a:solidFill>
              </a:defRPr>
            </a:lvl5pPr>
            <a:lvl6pPr lvl="5">
              <a:lnSpc>
                <a:spcPct val="174000"/>
              </a:lnSpc>
              <a:spcBef>
                <a:spcPts val="0"/>
              </a:spcBef>
              <a:spcAft>
                <a:spcPts val="0"/>
              </a:spcAft>
              <a:buNone/>
              <a:defRPr sz="1400">
                <a:solidFill>
                  <a:srgbClr val="EBEBEB"/>
                </a:solidFill>
              </a:defRPr>
            </a:lvl6pPr>
            <a:lvl7pPr lvl="6">
              <a:lnSpc>
                <a:spcPct val="174000"/>
              </a:lnSpc>
              <a:spcBef>
                <a:spcPts val="0"/>
              </a:spcBef>
              <a:spcAft>
                <a:spcPts val="0"/>
              </a:spcAft>
              <a:buNone/>
              <a:defRPr sz="1400">
                <a:solidFill>
                  <a:srgbClr val="EBEBEB"/>
                </a:solidFill>
              </a:defRPr>
            </a:lvl7pPr>
            <a:lvl8pPr lvl="7">
              <a:lnSpc>
                <a:spcPct val="174000"/>
              </a:lnSpc>
              <a:spcBef>
                <a:spcPts val="0"/>
              </a:spcBef>
              <a:spcAft>
                <a:spcPts val="0"/>
              </a:spcAft>
              <a:buNone/>
              <a:defRPr sz="1400">
                <a:solidFill>
                  <a:srgbClr val="EBEBEB"/>
                </a:solidFill>
              </a:defRPr>
            </a:lvl8pPr>
            <a:lvl9pPr lvl="8">
              <a:lnSpc>
                <a:spcPct val="174000"/>
              </a:lnSpc>
              <a:spcBef>
                <a:spcPts val="0"/>
              </a:spcBef>
              <a:spcAft>
                <a:spcPts val="0"/>
              </a:spcAft>
              <a:buNone/>
              <a:defRPr sz="1400">
                <a:solidFill>
                  <a:srgbClr val="EBEBEB"/>
                </a:solidFill>
              </a:defRPr>
            </a:lvl9pPr>
          </a:lstStyle>
          <a:p/>
        </p:txBody>
      </p:sp>
      <p:pic>
        <p:nvPicPr>
          <p:cNvPr id="145" name="Google Shape;145;p14"/>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sp>
        <p:nvSpPr>
          <p:cNvPr id="146" name="Google Shape;146;p14"/>
          <p:cNvSpPr txBox="1"/>
          <p:nvPr>
            <p:ph idx="3" type="subTitle"/>
          </p:nvPr>
        </p:nvSpPr>
        <p:spPr>
          <a:xfrm>
            <a:off x="9251450" y="1743719"/>
            <a:ext cx="2124300" cy="33090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400">
                <a:solidFill>
                  <a:schemeClr val="dk1"/>
                </a:solidFill>
                <a:latin typeface="Red Hat Display"/>
                <a:ea typeface="Red Hat Display"/>
                <a:cs typeface="Red Hat Display"/>
                <a:sym typeface="Red Hat Display"/>
              </a:defRPr>
            </a:lvl1pPr>
            <a:lvl2pPr lvl="1">
              <a:lnSpc>
                <a:spcPct val="174000"/>
              </a:lnSpc>
              <a:spcBef>
                <a:spcPts val="0"/>
              </a:spcBef>
              <a:spcAft>
                <a:spcPts val="0"/>
              </a:spcAft>
              <a:buNone/>
              <a:defRPr sz="1400">
                <a:solidFill>
                  <a:schemeClr val="dk1"/>
                </a:solidFill>
              </a:defRPr>
            </a:lvl2pPr>
            <a:lvl3pPr lvl="2">
              <a:lnSpc>
                <a:spcPct val="174000"/>
              </a:lnSpc>
              <a:spcBef>
                <a:spcPts val="0"/>
              </a:spcBef>
              <a:spcAft>
                <a:spcPts val="0"/>
              </a:spcAft>
              <a:buNone/>
              <a:defRPr sz="1400">
                <a:solidFill>
                  <a:schemeClr val="dk1"/>
                </a:solidFill>
              </a:defRPr>
            </a:lvl3pPr>
            <a:lvl4pPr lvl="3">
              <a:lnSpc>
                <a:spcPct val="174000"/>
              </a:lnSpc>
              <a:spcBef>
                <a:spcPts val="0"/>
              </a:spcBef>
              <a:spcAft>
                <a:spcPts val="0"/>
              </a:spcAft>
              <a:buNone/>
              <a:defRPr sz="1400">
                <a:solidFill>
                  <a:schemeClr val="dk1"/>
                </a:solidFill>
              </a:defRPr>
            </a:lvl4pPr>
            <a:lvl5pPr lvl="4">
              <a:lnSpc>
                <a:spcPct val="174000"/>
              </a:lnSpc>
              <a:spcBef>
                <a:spcPts val="0"/>
              </a:spcBef>
              <a:spcAft>
                <a:spcPts val="0"/>
              </a:spcAft>
              <a:buNone/>
              <a:defRPr sz="1400">
                <a:solidFill>
                  <a:schemeClr val="dk1"/>
                </a:solidFill>
              </a:defRPr>
            </a:lvl5pPr>
            <a:lvl6pPr lvl="5">
              <a:lnSpc>
                <a:spcPct val="174000"/>
              </a:lnSpc>
              <a:spcBef>
                <a:spcPts val="0"/>
              </a:spcBef>
              <a:spcAft>
                <a:spcPts val="0"/>
              </a:spcAft>
              <a:buNone/>
              <a:defRPr sz="1400">
                <a:solidFill>
                  <a:schemeClr val="dk1"/>
                </a:solidFill>
              </a:defRPr>
            </a:lvl6pPr>
            <a:lvl7pPr lvl="6">
              <a:lnSpc>
                <a:spcPct val="174000"/>
              </a:lnSpc>
              <a:spcBef>
                <a:spcPts val="0"/>
              </a:spcBef>
              <a:spcAft>
                <a:spcPts val="0"/>
              </a:spcAft>
              <a:buNone/>
              <a:defRPr sz="1400">
                <a:solidFill>
                  <a:schemeClr val="dk1"/>
                </a:solidFill>
              </a:defRPr>
            </a:lvl7pPr>
            <a:lvl8pPr lvl="7">
              <a:lnSpc>
                <a:spcPct val="174000"/>
              </a:lnSpc>
              <a:spcBef>
                <a:spcPts val="0"/>
              </a:spcBef>
              <a:spcAft>
                <a:spcPts val="0"/>
              </a:spcAft>
              <a:buNone/>
              <a:defRPr sz="1400">
                <a:solidFill>
                  <a:schemeClr val="dk1"/>
                </a:solidFill>
              </a:defRPr>
            </a:lvl8pPr>
            <a:lvl9pPr lvl="8">
              <a:lnSpc>
                <a:spcPct val="174000"/>
              </a:lnSpc>
              <a:spcBef>
                <a:spcPts val="0"/>
              </a:spcBef>
              <a:spcAft>
                <a:spcPts val="0"/>
              </a:spcAft>
              <a:buNone/>
              <a:defRPr sz="1400">
                <a:solidFill>
                  <a:schemeClr val="dk1"/>
                </a:solidFill>
              </a:defRPr>
            </a:lvl9pPr>
          </a:lstStyle>
          <a:p/>
        </p:txBody>
      </p:sp>
      <p:sp>
        <p:nvSpPr>
          <p:cNvPr id="147" name="Google Shape;147;p1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call out B">
  <p:cSld name="CUSTOM_2_1_1_1">
    <p:bg>
      <p:bgPr>
        <a:blipFill>
          <a:blip r:embed="rId2">
            <a:alphaModFix/>
          </a:blip>
          <a:stretch>
            <a:fillRect/>
          </a:stretch>
        </a:blipFill>
      </p:bgPr>
    </p:bg>
    <p:spTree>
      <p:nvGrpSpPr>
        <p:cNvPr id="148" name="Shape 148"/>
        <p:cNvGrpSpPr/>
        <p:nvPr/>
      </p:nvGrpSpPr>
      <p:grpSpPr>
        <a:xfrm>
          <a:off x="0" y="0"/>
          <a:ext cx="0" cy="0"/>
          <a:chOff x="0" y="0"/>
          <a:chExt cx="0" cy="0"/>
        </a:xfrm>
      </p:grpSpPr>
      <p:sp>
        <p:nvSpPr>
          <p:cNvPr id="149" name="Google Shape;149;p15"/>
          <p:cNvSpPr txBox="1"/>
          <p:nvPr>
            <p:ph idx="1" type="subTitle"/>
          </p:nvPr>
        </p:nvSpPr>
        <p:spPr>
          <a:xfrm>
            <a:off x="9251450" y="2239588"/>
            <a:ext cx="2124300" cy="31572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400">
                <a:solidFill>
                  <a:schemeClr val="dk1"/>
                </a:solidFill>
                <a:latin typeface="Red Hat Display"/>
                <a:ea typeface="Red Hat Display"/>
                <a:cs typeface="Red Hat Display"/>
                <a:sym typeface="Red Hat Display"/>
              </a:defRPr>
            </a:lvl1pPr>
            <a:lvl2pPr lvl="1">
              <a:lnSpc>
                <a:spcPct val="174000"/>
              </a:lnSpc>
              <a:spcBef>
                <a:spcPts val="0"/>
              </a:spcBef>
              <a:spcAft>
                <a:spcPts val="0"/>
              </a:spcAft>
              <a:buNone/>
              <a:defRPr sz="1400">
                <a:solidFill>
                  <a:schemeClr val="dk1"/>
                </a:solidFill>
              </a:defRPr>
            </a:lvl2pPr>
            <a:lvl3pPr lvl="2">
              <a:lnSpc>
                <a:spcPct val="174000"/>
              </a:lnSpc>
              <a:spcBef>
                <a:spcPts val="0"/>
              </a:spcBef>
              <a:spcAft>
                <a:spcPts val="0"/>
              </a:spcAft>
              <a:buNone/>
              <a:defRPr sz="1400">
                <a:solidFill>
                  <a:schemeClr val="dk1"/>
                </a:solidFill>
              </a:defRPr>
            </a:lvl3pPr>
            <a:lvl4pPr lvl="3">
              <a:lnSpc>
                <a:spcPct val="174000"/>
              </a:lnSpc>
              <a:spcBef>
                <a:spcPts val="0"/>
              </a:spcBef>
              <a:spcAft>
                <a:spcPts val="0"/>
              </a:spcAft>
              <a:buNone/>
              <a:defRPr sz="1400">
                <a:solidFill>
                  <a:schemeClr val="dk1"/>
                </a:solidFill>
              </a:defRPr>
            </a:lvl4pPr>
            <a:lvl5pPr lvl="4">
              <a:lnSpc>
                <a:spcPct val="174000"/>
              </a:lnSpc>
              <a:spcBef>
                <a:spcPts val="0"/>
              </a:spcBef>
              <a:spcAft>
                <a:spcPts val="0"/>
              </a:spcAft>
              <a:buNone/>
              <a:defRPr sz="1400">
                <a:solidFill>
                  <a:schemeClr val="dk1"/>
                </a:solidFill>
              </a:defRPr>
            </a:lvl5pPr>
            <a:lvl6pPr lvl="5">
              <a:lnSpc>
                <a:spcPct val="174000"/>
              </a:lnSpc>
              <a:spcBef>
                <a:spcPts val="0"/>
              </a:spcBef>
              <a:spcAft>
                <a:spcPts val="0"/>
              </a:spcAft>
              <a:buNone/>
              <a:defRPr sz="1400">
                <a:solidFill>
                  <a:schemeClr val="dk1"/>
                </a:solidFill>
              </a:defRPr>
            </a:lvl6pPr>
            <a:lvl7pPr lvl="6">
              <a:lnSpc>
                <a:spcPct val="174000"/>
              </a:lnSpc>
              <a:spcBef>
                <a:spcPts val="0"/>
              </a:spcBef>
              <a:spcAft>
                <a:spcPts val="0"/>
              </a:spcAft>
              <a:buNone/>
              <a:defRPr sz="1400">
                <a:solidFill>
                  <a:schemeClr val="dk1"/>
                </a:solidFill>
              </a:defRPr>
            </a:lvl7pPr>
            <a:lvl8pPr lvl="7">
              <a:lnSpc>
                <a:spcPct val="174000"/>
              </a:lnSpc>
              <a:spcBef>
                <a:spcPts val="0"/>
              </a:spcBef>
              <a:spcAft>
                <a:spcPts val="0"/>
              </a:spcAft>
              <a:buNone/>
              <a:defRPr sz="1400">
                <a:solidFill>
                  <a:schemeClr val="dk1"/>
                </a:solidFill>
              </a:defRPr>
            </a:lvl8pPr>
            <a:lvl9pPr lvl="8">
              <a:lnSpc>
                <a:spcPct val="174000"/>
              </a:lnSpc>
              <a:spcBef>
                <a:spcPts val="0"/>
              </a:spcBef>
              <a:spcAft>
                <a:spcPts val="0"/>
              </a:spcAft>
              <a:buNone/>
              <a:defRPr sz="1400">
                <a:solidFill>
                  <a:schemeClr val="dk1"/>
                </a:solidFill>
              </a:defRPr>
            </a:lvl9pPr>
          </a:lstStyle>
          <a:p/>
        </p:txBody>
      </p:sp>
      <p:sp>
        <p:nvSpPr>
          <p:cNvPr id="150" name="Google Shape;150;p15"/>
          <p:cNvSpPr txBox="1"/>
          <p:nvPr>
            <p:ph idx="2" type="subTitle"/>
          </p:nvPr>
        </p:nvSpPr>
        <p:spPr>
          <a:xfrm>
            <a:off x="9251450" y="1687025"/>
            <a:ext cx="2124300" cy="354600"/>
          </a:xfrm>
          <a:prstGeom prst="rect">
            <a:avLst/>
          </a:prstGeom>
        </p:spPr>
        <p:txBody>
          <a:bodyPr anchorCtr="0" anchor="b" bIns="0" lIns="0" spcFirstLastPara="1" rIns="0" wrap="square" tIns="0">
            <a:noAutofit/>
          </a:bodyPr>
          <a:lstStyle>
            <a:lvl1pPr lvl="0">
              <a:lnSpc>
                <a:spcPct val="135000"/>
              </a:lnSpc>
              <a:spcBef>
                <a:spcPts val="0"/>
              </a:spcBef>
              <a:spcAft>
                <a:spcPts val="0"/>
              </a:spcAft>
              <a:buSzPts val="1400"/>
              <a:buFont typeface="Red Hat Display Medium"/>
              <a:buNone/>
              <a:defRPr sz="1400">
                <a:latin typeface="Red Hat Display Medium"/>
                <a:ea typeface="Red Hat Display Medium"/>
                <a:cs typeface="Red Hat Display Medium"/>
                <a:sym typeface="Red Hat Display Medium"/>
              </a:defRPr>
            </a:lvl1pPr>
            <a:lvl2pPr lvl="1">
              <a:spcBef>
                <a:spcPts val="0"/>
              </a:spcBef>
              <a:spcAft>
                <a:spcPts val="0"/>
              </a:spcAft>
              <a:buSzPts val="1800"/>
              <a:buNone/>
              <a:defRPr/>
            </a:lvl2pPr>
            <a:lvl3pPr lvl="2">
              <a:spcBef>
                <a:spcPts val="500"/>
              </a:spcBef>
              <a:spcAft>
                <a:spcPts val="0"/>
              </a:spcAft>
              <a:buSzPts val="1800"/>
              <a:buNone/>
              <a:defRPr/>
            </a:lvl3pPr>
            <a:lvl4pPr lvl="3">
              <a:spcBef>
                <a:spcPts val="500"/>
              </a:spcBef>
              <a:spcAft>
                <a:spcPts val="0"/>
              </a:spcAft>
              <a:buSzPts val="1800"/>
              <a:buNone/>
              <a:defRPr/>
            </a:lvl4pPr>
            <a:lvl5pPr lvl="4">
              <a:spcBef>
                <a:spcPts val="500"/>
              </a:spcBef>
              <a:spcAft>
                <a:spcPts val="0"/>
              </a:spcAft>
              <a:buSzPts val="1800"/>
              <a:buNone/>
              <a:defRPr/>
            </a:lvl5pPr>
            <a:lvl6pPr lvl="5">
              <a:spcBef>
                <a:spcPts val="500"/>
              </a:spcBef>
              <a:spcAft>
                <a:spcPts val="0"/>
              </a:spcAft>
              <a:buSzPts val="1800"/>
              <a:buNone/>
              <a:defRPr/>
            </a:lvl6pPr>
            <a:lvl7pPr lvl="6">
              <a:spcBef>
                <a:spcPts val="500"/>
              </a:spcBef>
              <a:spcAft>
                <a:spcPts val="0"/>
              </a:spcAft>
              <a:buSzPts val="1800"/>
              <a:buNone/>
              <a:defRPr/>
            </a:lvl7pPr>
            <a:lvl8pPr lvl="7">
              <a:spcBef>
                <a:spcPts val="500"/>
              </a:spcBef>
              <a:spcAft>
                <a:spcPts val="0"/>
              </a:spcAft>
              <a:buSzPts val="1800"/>
              <a:buNone/>
              <a:defRPr/>
            </a:lvl8pPr>
            <a:lvl9pPr lvl="8">
              <a:spcBef>
                <a:spcPts val="500"/>
              </a:spcBef>
              <a:spcAft>
                <a:spcPts val="500"/>
              </a:spcAft>
              <a:buSzPts val="1800"/>
              <a:buNone/>
              <a:defRPr/>
            </a:lvl9pPr>
          </a:lstStyle>
          <a:p/>
        </p:txBody>
      </p:sp>
      <p:cxnSp>
        <p:nvCxnSpPr>
          <p:cNvPr id="151" name="Google Shape;151;p15"/>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52" name="Google Shape;152;p15"/>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53" name="Google Shape;153;p15"/>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pic>
        <p:nvPicPr>
          <p:cNvPr id="154" name="Google Shape;154;p15"/>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sp>
        <p:nvSpPr>
          <p:cNvPr id="155" name="Google Shape;155;p1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D">
  <p:cSld name="CUSTOM_3">
    <p:bg>
      <p:bgPr>
        <a:blipFill>
          <a:blip r:embed="rId2">
            <a:alphaModFix/>
          </a:blip>
          <a:stretch>
            <a:fillRect/>
          </a:stretch>
        </a:blipFill>
      </p:bgPr>
    </p:bg>
    <p:spTree>
      <p:nvGrpSpPr>
        <p:cNvPr id="156" name="Shape 156"/>
        <p:cNvGrpSpPr/>
        <p:nvPr/>
      </p:nvGrpSpPr>
      <p:grpSpPr>
        <a:xfrm>
          <a:off x="0" y="0"/>
          <a:ext cx="0" cy="0"/>
          <a:chOff x="0" y="0"/>
          <a:chExt cx="0" cy="0"/>
        </a:xfrm>
      </p:grpSpPr>
      <p:sp>
        <p:nvSpPr>
          <p:cNvPr id="157" name="Google Shape;157;p16"/>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5400">
                <a:solidFill>
                  <a:schemeClr val="accent1"/>
                </a:solidFill>
              </a:defRPr>
            </a:lvl1pPr>
            <a:lvl2pPr lvl="1">
              <a:lnSpc>
                <a:spcPct val="100000"/>
              </a:lnSpc>
              <a:spcBef>
                <a:spcPts val="0"/>
              </a:spcBef>
              <a:spcAft>
                <a:spcPts val="0"/>
              </a:spcAft>
              <a:buNone/>
              <a:defRPr sz="5400">
                <a:solidFill>
                  <a:schemeClr val="accent1"/>
                </a:solidFill>
              </a:defRPr>
            </a:lvl2pPr>
            <a:lvl3pPr lvl="2">
              <a:lnSpc>
                <a:spcPct val="100000"/>
              </a:lnSpc>
              <a:spcBef>
                <a:spcPts val="0"/>
              </a:spcBef>
              <a:spcAft>
                <a:spcPts val="0"/>
              </a:spcAft>
              <a:buNone/>
              <a:defRPr sz="5400">
                <a:solidFill>
                  <a:schemeClr val="accent1"/>
                </a:solidFill>
              </a:defRPr>
            </a:lvl3pPr>
            <a:lvl4pPr lvl="3">
              <a:lnSpc>
                <a:spcPct val="100000"/>
              </a:lnSpc>
              <a:spcBef>
                <a:spcPts val="0"/>
              </a:spcBef>
              <a:spcAft>
                <a:spcPts val="0"/>
              </a:spcAft>
              <a:buNone/>
              <a:defRPr sz="5400">
                <a:solidFill>
                  <a:schemeClr val="accent1"/>
                </a:solidFill>
              </a:defRPr>
            </a:lvl4pPr>
            <a:lvl5pPr lvl="4">
              <a:lnSpc>
                <a:spcPct val="100000"/>
              </a:lnSpc>
              <a:spcBef>
                <a:spcPts val="0"/>
              </a:spcBef>
              <a:spcAft>
                <a:spcPts val="0"/>
              </a:spcAft>
              <a:buNone/>
              <a:defRPr sz="5400">
                <a:solidFill>
                  <a:schemeClr val="accent1"/>
                </a:solidFill>
              </a:defRPr>
            </a:lvl5pPr>
            <a:lvl6pPr lvl="5">
              <a:lnSpc>
                <a:spcPct val="100000"/>
              </a:lnSpc>
              <a:spcBef>
                <a:spcPts val="0"/>
              </a:spcBef>
              <a:spcAft>
                <a:spcPts val="0"/>
              </a:spcAft>
              <a:buNone/>
              <a:defRPr sz="5400">
                <a:solidFill>
                  <a:schemeClr val="accent1"/>
                </a:solidFill>
              </a:defRPr>
            </a:lvl6pPr>
            <a:lvl7pPr lvl="6">
              <a:lnSpc>
                <a:spcPct val="100000"/>
              </a:lnSpc>
              <a:spcBef>
                <a:spcPts val="0"/>
              </a:spcBef>
              <a:spcAft>
                <a:spcPts val="0"/>
              </a:spcAft>
              <a:buNone/>
              <a:defRPr sz="5400">
                <a:solidFill>
                  <a:schemeClr val="accent1"/>
                </a:solidFill>
              </a:defRPr>
            </a:lvl7pPr>
            <a:lvl8pPr lvl="7">
              <a:lnSpc>
                <a:spcPct val="100000"/>
              </a:lnSpc>
              <a:spcBef>
                <a:spcPts val="0"/>
              </a:spcBef>
              <a:spcAft>
                <a:spcPts val="0"/>
              </a:spcAft>
              <a:buNone/>
              <a:defRPr sz="5400">
                <a:solidFill>
                  <a:schemeClr val="accent1"/>
                </a:solidFill>
              </a:defRPr>
            </a:lvl8pPr>
            <a:lvl9pPr lvl="8">
              <a:lnSpc>
                <a:spcPct val="100000"/>
              </a:lnSpc>
              <a:spcBef>
                <a:spcPts val="0"/>
              </a:spcBef>
              <a:spcAft>
                <a:spcPts val="0"/>
              </a:spcAft>
              <a:buNone/>
              <a:defRPr sz="5400">
                <a:solidFill>
                  <a:schemeClr val="accent1"/>
                </a:solidFill>
              </a:defRPr>
            </a:lvl9pPr>
          </a:lstStyle>
          <a:p/>
        </p:txBody>
      </p:sp>
      <p:cxnSp>
        <p:nvCxnSpPr>
          <p:cNvPr id="158" name="Google Shape;158;p16"/>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59" name="Google Shape;159;p16"/>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160" name="Google Shape;160;p16"/>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cxnSp>
        <p:nvCxnSpPr>
          <p:cNvPr id="161" name="Google Shape;161;p16"/>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sp>
        <p:nvSpPr>
          <p:cNvPr id="162" name="Google Shape;162;p1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63" name="Google Shape;163;p16"/>
          <p:cNvPicPr preferRelativeResize="0"/>
          <p:nvPr/>
        </p:nvPicPr>
        <p:blipFill rotWithShape="1">
          <a:blip r:embed="rId4">
            <a:alphaModFix/>
          </a:blip>
          <a:srcRect b="0" l="50787" r="11711" t="0"/>
          <a:stretch/>
        </p:blipFill>
        <p:spPr>
          <a:xfrm>
            <a:off x="8215045" y="436200"/>
            <a:ext cx="3976960" cy="59652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D 1">
  <p:cSld name="CUSTOM_3_2">
    <p:bg>
      <p:bgPr>
        <a:blipFill>
          <a:blip r:embed="rId2">
            <a:alphaModFix/>
          </a:blip>
          <a:stretch>
            <a:fillRect/>
          </a:stretch>
        </a:blipFill>
      </p:bgPr>
    </p:bg>
    <p:spTree>
      <p:nvGrpSpPr>
        <p:cNvPr id="164" name="Shape 164"/>
        <p:cNvGrpSpPr/>
        <p:nvPr/>
      </p:nvGrpSpPr>
      <p:grpSpPr>
        <a:xfrm>
          <a:off x="0" y="0"/>
          <a:ext cx="0" cy="0"/>
          <a:chOff x="0" y="0"/>
          <a:chExt cx="0" cy="0"/>
        </a:xfrm>
      </p:grpSpPr>
      <p:sp>
        <p:nvSpPr>
          <p:cNvPr id="165" name="Google Shape;165;p17"/>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5400">
                <a:solidFill>
                  <a:schemeClr val="accent1"/>
                </a:solidFill>
              </a:defRPr>
            </a:lvl1pPr>
            <a:lvl2pPr lvl="1">
              <a:lnSpc>
                <a:spcPct val="100000"/>
              </a:lnSpc>
              <a:spcBef>
                <a:spcPts val="0"/>
              </a:spcBef>
              <a:spcAft>
                <a:spcPts val="0"/>
              </a:spcAft>
              <a:buNone/>
              <a:defRPr sz="5400">
                <a:solidFill>
                  <a:schemeClr val="accent1"/>
                </a:solidFill>
              </a:defRPr>
            </a:lvl2pPr>
            <a:lvl3pPr lvl="2">
              <a:lnSpc>
                <a:spcPct val="100000"/>
              </a:lnSpc>
              <a:spcBef>
                <a:spcPts val="0"/>
              </a:spcBef>
              <a:spcAft>
                <a:spcPts val="0"/>
              </a:spcAft>
              <a:buNone/>
              <a:defRPr sz="5400">
                <a:solidFill>
                  <a:schemeClr val="accent1"/>
                </a:solidFill>
              </a:defRPr>
            </a:lvl3pPr>
            <a:lvl4pPr lvl="3">
              <a:lnSpc>
                <a:spcPct val="100000"/>
              </a:lnSpc>
              <a:spcBef>
                <a:spcPts val="0"/>
              </a:spcBef>
              <a:spcAft>
                <a:spcPts val="0"/>
              </a:spcAft>
              <a:buNone/>
              <a:defRPr sz="5400">
                <a:solidFill>
                  <a:schemeClr val="accent1"/>
                </a:solidFill>
              </a:defRPr>
            </a:lvl4pPr>
            <a:lvl5pPr lvl="4">
              <a:lnSpc>
                <a:spcPct val="100000"/>
              </a:lnSpc>
              <a:spcBef>
                <a:spcPts val="0"/>
              </a:spcBef>
              <a:spcAft>
                <a:spcPts val="0"/>
              </a:spcAft>
              <a:buNone/>
              <a:defRPr sz="5400">
                <a:solidFill>
                  <a:schemeClr val="accent1"/>
                </a:solidFill>
              </a:defRPr>
            </a:lvl5pPr>
            <a:lvl6pPr lvl="5">
              <a:lnSpc>
                <a:spcPct val="100000"/>
              </a:lnSpc>
              <a:spcBef>
                <a:spcPts val="0"/>
              </a:spcBef>
              <a:spcAft>
                <a:spcPts val="0"/>
              </a:spcAft>
              <a:buNone/>
              <a:defRPr sz="5400">
                <a:solidFill>
                  <a:schemeClr val="accent1"/>
                </a:solidFill>
              </a:defRPr>
            </a:lvl6pPr>
            <a:lvl7pPr lvl="6">
              <a:lnSpc>
                <a:spcPct val="100000"/>
              </a:lnSpc>
              <a:spcBef>
                <a:spcPts val="0"/>
              </a:spcBef>
              <a:spcAft>
                <a:spcPts val="0"/>
              </a:spcAft>
              <a:buNone/>
              <a:defRPr sz="5400">
                <a:solidFill>
                  <a:schemeClr val="accent1"/>
                </a:solidFill>
              </a:defRPr>
            </a:lvl7pPr>
            <a:lvl8pPr lvl="7">
              <a:lnSpc>
                <a:spcPct val="100000"/>
              </a:lnSpc>
              <a:spcBef>
                <a:spcPts val="0"/>
              </a:spcBef>
              <a:spcAft>
                <a:spcPts val="0"/>
              </a:spcAft>
              <a:buNone/>
              <a:defRPr sz="5400">
                <a:solidFill>
                  <a:schemeClr val="accent1"/>
                </a:solidFill>
              </a:defRPr>
            </a:lvl8pPr>
            <a:lvl9pPr lvl="8">
              <a:lnSpc>
                <a:spcPct val="100000"/>
              </a:lnSpc>
              <a:spcBef>
                <a:spcPts val="0"/>
              </a:spcBef>
              <a:spcAft>
                <a:spcPts val="0"/>
              </a:spcAft>
              <a:buNone/>
              <a:defRPr sz="5400">
                <a:solidFill>
                  <a:schemeClr val="accent1"/>
                </a:solidFill>
              </a:defRPr>
            </a:lvl9pPr>
          </a:lstStyle>
          <a:p/>
        </p:txBody>
      </p:sp>
      <p:cxnSp>
        <p:nvCxnSpPr>
          <p:cNvPr id="166" name="Google Shape;166;p17"/>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67" name="Google Shape;167;p17"/>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168" name="Google Shape;168;p17"/>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cxnSp>
        <p:nvCxnSpPr>
          <p:cNvPr id="169" name="Google Shape;169;p17"/>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sp>
        <p:nvSpPr>
          <p:cNvPr id="170" name="Google Shape;170;p1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divider">
  <p:cSld name="CUSTOM_3_1">
    <p:bg>
      <p:bgPr>
        <a:blipFill>
          <a:blip r:embed="rId2">
            <a:alphaModFix/>
          </a:blip>
          <a:stretch>
            <a:fillRect/>
          </a:stretch>
        </a:blipFill>
      </p:bgPr>
    </p:bg>
    <p:spTree>
      <p:nvGrpSpPr>
        <p:cNvPr id="171" name="Shape 171"/>
        <p:cNvGrpSpPr/>
        <p:nvPr/>
      </p:nvGrpSpPr>
      <p:grpSpPr>
        <a:xfrm>
          <a:off x="0" y="0"/>
          <a:ext cx="0" cy="0"/>
          <a:chOff x="0" y="0"/>
          <a:chExt cx="0" cy="0"/>
        </a:xfrm>
      </p:grpSpPr>
      <p:sp>
        <p:nvSpPr>
          <p:cNvPr id="172" name="Google Shape;172;p18"/>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5400">
                <a:solidFill>
                  <a:schemeClr val="lt1"/>
                </a:solidFill>
              </a:defRPr>
            </a:lvl1pPr>
            <a:lvl2pPr lvl="1">
              <a:lnSpc>
                <a:spcPct val="100000"/>
              </a:lnSpc>
              <a:spcBef>
                <a:spcPts val="0"/>
              </a:spcBef>
              <a:spcAft>
                <a:spcPts val="0"/>
              </a:spcAft>
              <a:buNone/>
              <a:defRPr sz="5400">
                <a:solidFill>
                  <a:schemeClr val="lt1"/>
                </a:solidFill>
              </a:defRPr>
            </a:lvl2pPr>
            <a:lvl3pPr lvl="2">
              <a:lnSpc>
                <a:spcPct val="100000"/>
              </a:lnSpc>
              <a:spcBef>
                <a:spcPts val="0"/>
              </a:spcBef>
              <a:spcAft>
                <a:spcPts val="0"/>
              </a:spcAft>
              <a:buNone/>
              <a:defRPr sz="5400">
                <a:solidFill>
                  <a:schemeClr val="lt1"/>
                </a:solidFill>
              </a:defRPr>
            </a:lvl3pPr>
            <a:lvl4pPr lvl="3">
              <a:lnSpc>
                <a:spcPct val="100000"/>
              </a:lnSpc>
              <a:spcBef>
                <a:spcPts val="0"/>
              </a:spcBef>
              <a:spcAft>
                <a:spcPts val="0"/>
              </a:spcAft>
              <a:buNone/>
              <a:defRPr sz="5400">
                <a:solidFill>
                  <a:schemeClr val="lt1"/>
                </a:solidFill>
              </a:defRPr>
            </a:lvl4pPr>
            <a:lvl5pPr lvl="4">
              <a:lnSpc>
                <a:spcPct val="100000"/>
              </a:lnSpc>
              <a:spcBef>
                <a:spcPts val="0"/>
              </a:spcBef>
              <a:spcAft>
                <a:spcPts val="0"/>
              </a:spcAft>
              <a:buNone/>
              <a:defRPr sz="5400">
                <a:solidFill>
                  <a:schemeClr val="lt1"/>
                </a:solidFill>
              </a:defRPr>
            </a:lvl5pPr>
            <a:lvl6pPr lvl="5">
              <a:lnSpc>
                <a:spcPct val="100000"/>
              </a:lnSpc>
              <a:spcBef>
                <a:spcPts val="0"/>
              </a:spcBef>
              <a:spcAft>
                <a:spcPts val="0"/>
              </a:spcAft>
              <a:buNone/>
              <a:defRPr sz="5400">
                <a:solidFill>
                  <a:schemeClr val="lt1"/>
                </a:solidFill>
              </a:defRPr>
            </a:lvl6pPr>
            <a:lvl7pPr lvl="6">
              <a:lnSpc>
                <a:spcPct val="100000"/>
              </a:lnSpc>
              <a:spcBef>
                <a:spcPts val="0"/>
              </a:spcBef>
              <a:spcAft>
                <a:spcPts val="0"/>
              </a:spcAft>
              <a:buNone/>
              <a:defRPr sz="5400">
                <a:solidFill>
                  <a:schemeClr val="lt1"/>
                </a:solidFill>
              </a:defRPr>
            </a:lvl7pPr>
            <a:lvl8pPr lvl="7">
              <a:lnSpc>
                <a:spcPct val="100000"/>
              </a:lnSpc>
              <a:spcBef>
                <a:spcPts val="0"/>
              </a:spcBef>
              <a:spcAft>
                <a:spcPts val="0"/>
              </a:spcAft>
              <a:buNone/>
              <a:defRPr sz="5400">
                <a:solidFill>
                  <a:schemeClr val="lt1"/>
                </a:solidFill>
              </a:defRPr>
            </a:lvl8pPr>
            <a:lvl9pPr lvl="8">
              <a:lnSpc>
                <a:spcPct val="100000"/>
              </a:lnSpc>
              <a:spcBef>
                <a:spcPts val="0"/>
              </a:spcBef>
              <a:spcAft>
                <a:spcPts val="0"/>
              </a:spcAft>
              <a:buNone/>
              <a:defRPr sz="5400">
                <a:solidFill>
                  <a:schemeClr val="lt1"/>
                </a:solidFill>
              </a:defRPr>
            </a:lvl9pPr>
          </a:lstStyle>
          <a:p/>
        </p:txBody>
      </p:sp>
      <p:cxnSp>
        <p:nvCxnSpPr>
          <p:cNvPr id="173" name="Google Shape;173;p18"/>
          <p:cNvCxnSpPr/>
          <p:nvPr/>
        </p:nvCxnSpPr>
        <p:spPr>
          <a:xfrm rot="10800000">
            <a:off x="447767" y="6401400"/>
            <a:ext cx="0" cy="456600"/>
          </a:xfrm>
          <a:prstGeom prst="straightConnector1">
            <a:avLst/>
          </a:prstGeom>
          <a:noFill/>
          <a:ln cap="flat" cmpd="sng" w="9525">
            <a:solidFill>
              <a:srgbClr val="800000"/>
            </a:solidFill>
            <a:prstDash val="solid"/>
            <a:round/>
            <a:headEnd len="med" w="med" type="none"/>
            <a:tailEnd len="med" w="med" type="none"/>
          </a:ln>
        </p:spPr>
      </p:cxnSp>
      <p:pic>
        <p:nvPicPr>
          <p:cNvPr id="174" name="Google Shape;174;p18"/>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cxnSp>
        <p:nvCxnSpPr>
          <p:cNvPr id="175" name="Google Shape;175;p18"/>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cxnSp>
        <p:nvCxnSpPr>
          <p:cNvPr id="176" name="Google Shape;176;p18"/>
          <p:cNvCxnSpPr/>
          <p:nvPr/>
        </p:nvCxnSpPr>
        <p:spPr>
          <a:xfrm rot="10800000">
            <a:off x="447775" y="100"/>
            <a:ext cx="0" cy="886500"/>
          </a:xfrm>
          <a:prstGeom prst="straightConnector1">
            <a:avLst/>
          </a:prstGeom>
          <a:noFill/>
          <a:ln cap="flat" cmpd="sng" w="9525">
            <a:solidFill>
              <a:srgbClr val="800000"/>
            </a:solidFill>
            <a:prstDash val="solid"/>
            <a:round/>
            <a:headEnd len="med" w="med" type="none"/>
            <a:tailEnd len="med" w="med" type="none"/>
          </a:ln>
        </p:spPr>
      </p:cxnSp>
      <p:sp>
        <p:nvSpPr>
          <p:cNvPr id="177" name="Google Shape;177;p1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178" name="Google Shape;178;p1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divider">
  <p:cSld name="CUSTOM_3_1_1">
    <p:bg>
      <p:bgPr>
        <a:blipFill>
          <a:blip r:embed="rId2">
            <a:alphaModFix/>
          </a:blip>
          <a:stretch>
            <a:fillRect/>
          </a:stretch>
        </a:blipFill>
      </p:bgPr>
    </p:bg>
    <p:spTree>
      <p:nvGrpSpPr>
        <p:cNvPr id="179" name="Shape 179"/>
        <p:cNvGrpSpPr/>
        <p:nvPr/>
      </p:nvGrpSpPr>
      <p:grpSpPr>
        <a:xfrm>
          <a:off x="0" y="0"/>
          <a:ext cx="0" cy="0"/>
          <a:chOff x="0" y="0"/>
          <a:chExt cx="0" cy="0"/>
        </a:xfrm>
      </p:grpSpPr>
      <p:pic>
        <p:nvPicPr>
          <p:cNvPr id="180" name="Google Shape;180;p19"/>
          <p:cNvPicPr preferRelativeResize="0"/>
          <p:nvPr/>
        </p:nvPicPr>
        <p:blipFill>
          <a:blip r:embed="rId3">
            <a:alphaModFix/>
          </a:blip>
          <a:stretch>
            <a:fillRect/>
          </a:stretch>
        </p:blipFill>
        <p:spPr>
          <a:xfrm>
            <a:off x="872058" y="0"/>
            <a:ext cx="3653358" cy="6857999"/>
          </a:xfrm>
          <a:prstGeom prst="rect">
            <a:avLst/>
          </a:prstGeom>
          <a:noFill/>
          <a:ln>
            <a:noFill/>
          </a:ln>
        </p:spPr>
      </p:pic>
      <p:sp>
        <p:nvSpPr>
          <p:cNvPr id="181" name="Google Shape;181;p19"/>
          <p:cNvSpPr txBox="1"/>
          <p:nvPr>
            <p:ph type="title"/>
          </p:nvPr>
        </p:nvSpPr>
        <p:spPr>
          <a:xfrm>
            <a:off x="5674100" y="1632950"/>
            <a:ext cx="5037300" cy="3882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5400">
                <a:solidFill>
                  <a:schemeClr val="lt1"/>
                </a:solidFill>
              </a:defRPr>
            </a:lvl1pPr>
            <a:lvl2pPr lvl="1">
              <a:lnSpc>
                <a:spcPct val="100000"/>
              </a:lnSpc>
              <a:spcBef>
                <a:spcPts val="0"/>
              </a:spcBef>
              <a:spcAft>
                <a:spcPts val="0"/>
              </a:spcAft>
              <a:buNone/>
              <a:defRPr sz="5400">
                <a:solidFill>
                  <a:schemeClr val="lt1"/>
                </a:solidFill>
              </a:defRPr>
            </a:lvl2pPr>
            <a:lvl3pPr lvl="2">
              <a:lnSpc>
                <a:spcPct val="100000"/>
              </a:lnSpc>
              <a:spcBef>
                <a:spcPts val="0"/>
              </a:spcBef>
              <a:spcAft>
                <a:spcPts val="0"/>
              </a:spcAft>
              <a:buNone/>
              <a:defRPr sz="5400">
                <a:solidFill>
                  <a:schemeClr val="lt1"/>
                </a:solidFill>
              </a:defRPr>
            </a:lvl3pPr>
            <a:lvl4pPr lvl="3">
              <a:lnSpc>
                <a:spcPct val="100000"/>
              </a:lnSpc>
              <a:spcBef>
                <a:spcPts val="0"/>
              </a:spcBef>
              <a:spcAft>
                <a:spcPts val="0"/>
              </a:spcAft>
              <a:buNone/>
              <a:defRPr sz="5400">
                <a:solidFill>
                  <a:schemeClr val="lt1"/>
                </a:solidFill>
              </a:defRPr>
            </a:lvl4pPr>
            <a:lvl5pPr lvl="4">
              <a:lnSpc>
                <a:spcPct val="100000"/>
              </a:lnSpc>
              <a:spcBef>
                <a:spcPts val="0"/>
              </a:spcBef>
              <a:spcAft>
                <a:spcPts val="0"/>
              </a:spcAft>
              <a:buNone/>
              <a:defRPr sz="5400">
                <a:solidFill>
                  <a:schemeClr val="lt1"/>
                </a:solidFill>
              </a:defRPr>
            </a:lvl5pPr>
            <a:lvl6pPr lvl="5">
              <a:lnSpc>
                <a:spcPct val="100000"/>
              </a:lnSpc>
              <a:spcBef>
                <a:spcPts val="0"/>
              </a:spcBef>
              <a:spcAft>
                <a:spcPts val="0"/>
              </a:spcAft>
              <a:buNone/>
              <a:defRPr sz="5400">
                <a:solidFill>
                  <a:schemeClr val="lt1"/>
                </a:solidFill>
              </a:defRPr>
            </a:lvl6pPr>
            <a:lvl7pPr lvl="6">
              <a:lnSpc>
                <a:spcPct val="100000"/>
              </a:lnSpc>
              <a:spcBef>
                <a:spcPts val="0"/>
              </a:spcBef>
              <a:spcAft>
                <a:spcPts val="0"/>
              </a:spcAft>
              <a:buNone/>
              <a:defRPr sz="5400">
                <a:solidFill>
                  <a:schemeClr val="lt1"/>
                </a:solidFill>
              </a:defRPr>
            </a:lvl7pPr>
            <a:lvl8pPr lvl="7">
              <a:lnSpc>
                <a:spcPct val="100000"/>
              </a:lnSpc>
              <a:spcBef>
                <a:spcPts val="0"/>
              </a:spcBef>
              <a:spcAft>
                <a:spcPts val="0"/>
              </a:spcAft>
              <a:buNone/>
              <a:defRPr sz="5400">
                <a:solidFill>
                  <a:schemeClr val="lt1"/>
                </a:solidFill>
              </a:defRPr>
            </a:lvl8pPr>
            <a:lvl9pPr lvl="8">
              <a:lnSpc>
                <a:spcPct val="100000"/>
              </a:lnSpc>
              <a:spcBef>
                <a:spcPts val="0"/>
              </a:spcBef>
              <a:spcAft>
                <a:spcPts val="0"/>
              </a:spcAft>
              <a:buNone/>
              <a:defRPr sz="5400">
                <a:solidFill>
                  <a:schemeClr val="lt1"/>
                </a:solidFill>
              </a:defRPr>
            </a:lvl9pPr>
          </a:lstStyle>
          <a:p/>
        </p:txBody>
      </p:sp>
      <p:cxnSp>
        <p:nvCxnSpPr>
          <p:cNvPr id="182" name="Google Shape;182;p19"/>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183" name="Google Shape;183;p19"/>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184" name="Google Shape;184;p19"/>
          <p:cNvPicPr preferRelativeResize="0"/>
          <p:nvPr/>
        </p:nvPicPr>
        <p:blipFill>
          <a:blip r:embed="rId4">
            <a:alphaModFix/>
          </a:blip>
          <a:stretch>
            <a:fillRect/>
          </a:stretch>
        </p:blipFill>
        <p:spPr>
          <a:xfrm>
            <a:off x="10711279" y="6312505"/>
            <a:ext cx="975850" cy="229612"/>
          </a:xfrm>
          <a:prstGeom prst="rect">
            <a:avLst/>
          </a:prstGeom>
          <a:noFill/>
          <a:ln>
            <a:noFill/>
          </a:ln>
        </p:spPr>
      </p:pic>
      <p:sp>
        <p:nvSpPr>
          <p:cNvPr id="185" name="Google Shape;185;p1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divider 1">
  <p:cSld name="CUSTOM_3_1_1_1">
    <p:bg>
      <p:bgPr>
        <a:blipFill>
          <a:blip r:embed="rId2">
            <a:alphaModFix/>
          </a:blip>
          <a:stretch>
            <a:fillRect/>
          </a:stretch>
        </a:blipFill>
      </p:bgPr>
    </p:bg>
    <p:spTree>
      <p:nvGrpSpPr>
        <p:cNvPr id="186" name="Shape 186"/>
        <p:cNvGrpSpPr/>
        <p:nvPr/>
      </p:nvGrpSpPr>
      <p:grpSpPr>
        <a:xfrm>
          <a:off x="0" y="0"/>
          <a:ext cx="0" cy="0"/>
          <a:chOff x="0" y="0"/>
          <a:chExt cx="0" cy="0"/>
        </a:xfrm>
      </p:grpSpPr>
      <p:pic>
        <p:nvPicPr>
          <p:cNvPr id="187" name="Google Shape;187;p20"/>
          <p:cNvPicPr preferRelativeResize="0"/>
          <p:nvPr/>
        </p:nvPicPr>
        <p:blipFill>
          <a:blip r:embed="rId3">
            <a:alphaModFix/>
          </a:blip>
          <a:stretch>
            <a:fillRect/>
          </a:stretch>
        </p:blipFill>
        <p:spPr>
          <a:xfrm>
            <a:off x="872058" y="0"/>
            <a:ext cx="3653358" cy="6857999"/>
          </a:xfrm>
          <a:prstGeom prst="rect">
            <a:avLst/>
          </a:prstGeom>
          <a:noFill/>
          <a:ln>
            <a:noFill/>
          </a:ln>
        </p:spPr>
      </p:pic>
      <p:sp>
        <p:nvSpPr>
          <p:cNvPr id="188" name="Google Shape;188;p20"/>
          <p:cNvSpPr txBox="1"/>
          <p:nvPr>
            <p:ph type="title"/>
          </p:nvPr>
        </p:nvSpPr>
        <p:spPr>
          <a:xfrm>
            <a:off x="5674100" y="1632950"/>
            <a:ext cx="5037300" cy="3882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5400">
                <a:solidFill>
                  <a:schemeClr val="lt1"/>
                </a:solidFill>
              </a:defRPr>
            </a:lvl1pPr>
            <a:lvl2pPr lvl="1">
              <a:lnSpc>
                <a:spcPct val="100000"/>
              </a:lnSpc>
              <a:spcBef>
                <a:spcPts val="0"/>
              </a:spcBef>
              <a:spcAft>
                <a:spcPts val="0"/>
              </a:spcAft>
              <a:buNone/>
              <a:defRPr sz="5400">
                <a:solidFill>
                  <a:schemeClr val="lt1"/>
                </a:solidFill>
              </a:defRPr>
            </a:lvl2pPr>
            <a:lvl3pPr lvl="2">
              <a:lnSpc>
                <a:spcPct val="100000"/>
              </a:lnSpc>
              <a:spcBef>
                <a:spcPts val="0"/>
              </a:spcBef>
              <a:spcAft>
                <a:spcPts val="0"/>
              </a:spcAft>
              <a:buNone/>
              <a:defRPr sz="5400">
                <a:solidFill>
                  <a:schemeClr val="lt1"/>
                </a:solidFill>
              </a:defRPr>
            </a:lvl3pPr>
            <a:lvl4pPr lvl="3">
              <a:lnSpc>
                <a:spcPct val="100000"/>
              </a:lnSpc>
              <a:spcBef>
                <a:spcPts val="0"/>
              </a:spcBef>
              <a:spcAft>
                <a:spcPts val="0"/>
              </a:spcAft>
              <a:buNone/>
              <a:defRPr sz="5400">
                <a:solidFill>
                  <a:schemeClr val="lt1"/>
                </a:solidFill>
              </a:defRPr>
            </a:lvl4pPr>
            <a:lvl5pPr lvl="4">
              <a:lnSpc>
                <a:spcPct val="100000"/>
              </a:lnSpc>
              <a:spcBef>
                <a:spcPts val="0"/>
              </a:spcBef>
              <a:spcAft>
                <a:spcPts val="0"/>
              </a:spcAft>
              <a:buNone/>
              <a:defRPr sz="5400">
                <a:solidFill>
                  <a:schemeClr val="lt1"/>
                </a:solidFill>
              </a:defRPr>
            </a:lvl5pPr>
            <a:lvl6pPr lvl="5">
              <a:lnSpc>
                <a:spcPct val="100000"/>
              </a:lnSpc>
              <a:spcBef>
                <a:spcPts val="0"/>
              </a:spcBef>
              <a:spcAft>
                <a:spcPts val="0"/>
              </a:spcAft>
              <a:buNone/>
              <a:defRPr sz="5400">
                <a:solidFill>
                  <a:schemeClr val="lt1"/>
                </a:solidFill>
              </a:defRPr>
            </a:lvl6pPr>
            <a:lvl7pPr lvl="6">
              <a:lnSpc>
                <a:spcPct val="100000"/>
              </a:lnSpc>
              <a:spcBef>
                <a:spcPts val="0"/>
              </a:spcBef>
              <a:spcAft>
                <a:spcPts val="0"/>
              </a:spcAft>
              <a:buNone/>
              <a:defRPr sz="5400">
                <a:solidFill>
                  <a:schemeClr val="lt1"/>
                </a:solidFill>
              </a:defRPr>
            </a:lvl7pPr>
            <a:lvl8pPr lvl="7">
              <a:lnSpc>
                <a:spcPct val="100000"/>
              </a:lnSpc>
              <a:spcBef>
                <a:spcPts val="0"/>
              </a:spcBef>
              <a:spcAft>
                <a:spcPts val="0"/>
              </a:spcAft>
              <a:buNone/>
              <a:defRPr sz="5400">
                <a:solidFill>
                  <a:schemeClr val="lt1"/>
                </a:solidFill>
              </a:defRPr>
            </a:lvl8pPr>
            <a:lvl9pPr lvl="8">
              <a:lnSpc>
                <a:spcPct val="100000"/>
              </a:lnSpc>
              <a:spcBef>
                <a:spcPts val="0"/>
              </a:spcBef>
              <a:spcAft>
                <a:spcPts val="0"/>
              </a:spcAft>
              <a:buNone/>
              <a:defRPr sz="5400">
                <a:solidFill>
                  <a:schemeClr val="lt1"/>
                </a:solidFill>
              </a:defRPr>
            </a:lvl9pPr>
          </a:lstStyle>
          <a:p/>
        </p:txBody>
      </p:sp>
      <p:cxnSp>
        <p:nvCxnSpPr>
          <p:cNvPr id="189" name="Google Shape;189;p20"/>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190" name="Google Shape;190;p20"/>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191" name="Google Shape;191;p20"/>
          <p:cNvPicPr preferRelativeResize="0"/>
          <p:nvPr/>
        </p:nvPicPr>
        <p:blipFill>
          <a:blip r:embed="rId4">
            <a:alphaModFix/>
          </a:blip>
          <a:stretch>
            <a:fillRect/>
          </a:stretch>
        </p:blipFill>
        <p:spPr>
          <a:xfrm>
            <a:off x="10711279" y="6312505"/>
            <a:ext cx="975850" cy="229612"/>
          </a:xfrm>
          <a:prstGeom prst="rect">
            <a:avLst/>
          </a:prstGeom>
          <a:noFill/>
          <a:ln>
            <a:noFill/>
          </a:ln>
        </p:spPr>
      </p:pic>
      <p:sp>
        <p:nvSpPr>
          <p:cNvPr id="192" name="Google Shape;192;p2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p:cSld name="CUSTOM_4">
    <p:spTree>
      <p:nvGrpSpPr>
        <p:cNvPr id="193" name="Shape 193"/>
        <p:cNvGrpSpPr/>
        <p:nvPr/>
      </p:nvGrpSpPr>
      <p:grpSpPr>
        <a:xfrm>
          <a:off x="0" y="0"/>
          <a:ext cx="0" cy="0"/>
          <a:chOff x="0" y="0"/>
          <a:chExt cx="0" cy="0"/>
        </a:xfrm>
      </p:grpSpPr>
      <p:sp>
        <p:nvSpPr>
          <p:cNvPr id="194" name="Google Shape;194;p2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195" name="Google Shape;195;p2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96" name="Google Shape;196;p2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97" name="Google Shape;197;p2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98" name="Google Shape;198;p21"/>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99" name="Google Shape;199;p21"/>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200" name="Google Shape;200;p21"/>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201" name="Google Shape;201;p21"/>
          <p:cNvSpPr txBox="1"/>
          <p:nvPr>
            <p:ph idx="3"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hevrons">
  <p:cSld name="CUSTOM_4_20">
    <p:spTree>
      <p:nvGrpSpPr>
        <p:cNvPr id="202" name="Shape 202"/>
        <p:cNvGrpSpPr/>
        <p:nvPr/>
      </p:nvGrpSpPr>
      <p:grpSpPr>
        <a:xfrm>
          <a:off x="0" y="0"/>
          <a:ext cx="0" cy="0"/>
          <a:chOff x="0" y="0"/>
          <a:chExt cx="0" cy="0"/>
        </a:xfrm>
      </p:grpSpPr>
      <p:sp>
        <p:nvSpPr>
          <p:cNvPr id="203" name="Google Shape;203;p2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cxnSp>
        <p:nvCxnSpPr>
          <p:cNvPr id="204" name="Google Shape;204;p2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05" name="Google Shape;205;p2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06" name="Google Shape;206;p2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07" name="Google Shape;207;p2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08" name="Google Shape;208;p22"/>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209" name="Google Shape;209;p22"/>
          <p:cNvSpPr/>
          <p:nvPr/>
        </p:nvSpPr>
        <p:spPr>
          <a:xfrm>
            <a:off x="3901500" y="2473638"/>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2"/>
          <p:cNvSpPr/>
          <p:nvPr/>
        </p:nvSpPr>
        <p:spPr>
          <a:xfrm>
            <a:off x="7803000" y="2473650"/>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2"/>
          <p:cNvSpPr/>
          <p:nvPr/>
        </p:nvSpPr>
        <p:spPr>
          <a:xfrm>
            <a:off x="0" y="2473650"/>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2"/>
          <p:cNvSpPr/>
          <p:nvPr/>
        </p:nvSpPr>
        <p:spPr>
          <a:xfrm>
            <a:off x="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2"/>
          <p:cNvSpPr/>
          <p:nvPr/>
        </p:nvSpPr>
        <p:spPr>
          <a:xfrm>
            <a:off x="1107150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2"/>
          <p:cNvSpPr txBox="1"/>
          <p:nvPr>
            <p:ph idx="3" type="subTitle"/>
          </p:nvPr>
        </p:nvSpPr>
        <p:spPr>
          <a:xfrm>
            <a:off x="3901500" y="2473650"/>
            <a:ext cx="4389000" cy="2702400"/>
          </a:xfrm>
          <a:prstGeom prst="rect">
            <a:avLst/>
          </a:prstGeom>
        </p:spPr>
        <p:txBody>
          <a:bodyPr anchorCtr="0" anchor="ctr" bIns="0" lIns="1097275" spcFirstLastPara="1" rIns="457200" wrap="square" tIns="91425">
            <a:noAutofit/>
          </a:bodyPr>
          <a:lstStyle>
            <a:lvl1pPr lvl="0">
              <a:lnSpc>
                <a:spcPct val="115000"/>
              </a:lnSpc>
              <a:spcBef>
                <a:spcPts val="0"/>
              </a:spcBef>
              <a:spcAft>
                <a:spcPts val="0"/>
              </a:spcAft>
              <a:buNone/>
              <a:defRPr/>
            </a:lvl1pPr>
            <a:lvl2pPr lvl="1">
              <a:lnSpc>
                <a:spcPct val="115000"/>
              </a:lnSpc>
              <a:spcBef>
                <a:spcPts val="1000"/>
              </a:spcBef>
              <a:spcAft>
                <a:spcPts val="0"/>
              </a:spcAft>
              <a:buNone/>
              <a:defRPr/>
            </a:lvl2pPr>
            <a:lvl3pPr lvl="2">
              <a:lnSpc>
                <a:spcPct val="115000"/>
              </a:lnSpc>
              <a:spcBef>
                <a:spcPts val="1000"/>
              </a:spcBef>
              <a:spcAft>
                <a:spcPts val="0"/>
              </a:spcAft>
              <a:buNone/>
              <a:defRPr/>
            </a:lvl3pPr>
            <a:lvl4pPr lvl="3">
              <a:lnSpc>
                <a:spcPct val="115000"/>
              </a:lnSpc>
              <a:spcBef>
                <a:spcPts val="1000"/>
              </a:spcBef>
              <a:spcAft>
                <a:spcPts val="0"/>
              </a:spcAft>
              <a:buNone/>
              <a:defRPr/>
            </a:lvl4pPr>
            <a:lvl5pPr lvl="4">
              <a:lnSpc>
                <a:spcPct val="115000"/>
              </a:lnSpc>
              <a:spcBef>
                <a:spcPts val="1000"/>
              </a:spcBef>
              <a:spcAft>
                <a:spcPts val="0"/>
              </a:spcAft>
              <a:buNone/>
              <a:defRPr/>
            </a:lvl5pPr>
            <a:lvl6pPr lvl="5">
              <a:lnSpc>
                <a:spcPct val="115000"/>
              </a:lnSpc>
              <a:spcBef>
                <a:spcPts val="1000"/>
              </a:spcBef>
              <a:spcAft>
                <a:spcPts val="0"/>
              </a:spcAft>
              <a:buNone/>
              <a:defRPr/>
            </a:lvl6pPr>
            <a:lvl7pPr lvl="6">
              <a:lnSpc>
                <a:spcPct val="115000"/>
              </a:lnSpc>
              <a:spcBef>
                <a:spcPts val="1000"/>
              </a:spcBef>
              <a:spcAft>
                <a:spcPts val="0"/>
              </a:spcAft>
              <a:buNone/>
              <a:defRPr/>
            </a:lvl7pPr>
            <a:lvl8pPr lvl="7">
              <a:lnSpc>
                <a:spcPct val="115000"/>
              </a:lnSpc>
              <a:spcBef>
                <a:spcPts val="1000"/>
              </a:spcBef>
              <a:spcAft>
                <a:spcPts val="0"/>
              </a:spcAft>
              <a:buNone/>
              <a:defRPr/>
            </a:lvl8pPr>
            <a:lvl9pPr lvl="8">
              <a:lnSpc>
                <a:spcPct val="115000"/>
              </a:lnSpc>
              <a:spcBef>
                <a:spcPts val="1000"/>
              </a:spcBef>
              <a:spcAft>
                <a:spcPts val="1000"/>
              </a:spcAft>
              <a:buNone/>
              <a:defRPr/>
            </a:lvl9pPr>
          </a:lstStyle>
          <a:p/>
        </p:txBody>
      </p:sp>
      <p:sp>
        <p:nvSpPr>
          <p:cNvPr id="215" name="Google Shape;215;p22"/>
          <p:cNvSpPr txBox="1"/>
          <p:nvPr>
            <p:ph idx="4" type="subTitle"/>
          </p:nvPr>
        </p:nvSpPr>
        <p:spPr>
          <a:xfrm>
            <a:off x="0" y="2473650"/>
            <a:ext cx="4389000" cy="2702400"/>
          </a:xfrm>
          <a:prstGeom prst="rect">
            <a:avLst/>
          </a:prstGeom>
        </p:spPr>
        <p:txBody>
          <a:bodyPr anchorCtr="0" anchor="ctr" bIns="0" lIns="868675" spcFirstLastPara="1" rIns="731500" wrap="square" tIns="91425">
            <a:noAutofit/>
          </a:bodyPr>
          <a:lstStyle>
            <a:lvl1pPr lvl="0">
              <a:lnSpc>
                <a:spcPct val="115000"/>
              </a:lnSpc>
              <a:spcBef>
                <a:spcPts val="0"/>
              </a:spcBef>
              <a:spcAft>
                <a:spcPts val="0"/>
              </a:spcAft>
              <a:buNone/>
              <a:defRPr/>
            </a:lvl1pPr>
            <a:lvl2pPr lvl="1">
              <a:lnSpc>
                <a:spcPct val="115000"/>
              </a:lnSpc>
              <a:spcBef>
                <a:spcPts val="1000"/>
              </a:spcBef>
              <a:spcAft>
                <a:spcPts val="0"/>
              </a:spcAft>
              <a:buNone/>
              <a:defRPr/>
            </a:lvl2pPr>
            <a:lvl3pPr lvl="2">
              <a:lnSpc>
                <a:spcPct val="115000"/>
              </a:lnSpc>
              <a:spcBef>
                <a:spcPts val="1000"/>
              </a:spcBef>
              <a:spcAft>
                <a:spcPts val="0"/>
              </a:spcAft>
              <a:buNone/>
              <a:defRPr/>
            </a:lvl3pPr>
            <a:lvl4pPr lvl="3">
              <a:lnSpc>
                <a:spcPct val="115000"/>
              </a:lnSpc>
              <a:spcBef>
                <a:spcPts val="1000"/>
              </a:spcBef>
              <a:spcAft>
                <a:spcPts val="0"/>
              </a:spcAft>
              <a:buNone/>
              <a:defRPr/>
            </a:lvl4pPr>
            <a:lvl5pPr lvl="4">
              <a:lnSpc>
                <a:spcPct val="115000"/>
              </a:lnSpc>
              <a:spcBef>
                <a:spcPts val="1000"/>
              </a:spcBef>
              <a:spcAft>
                <a:spcPts val="0"/>
              </a:spcAft>
              <a:buNone/>
              <a:defRPr/>
            </a:lvl5pPr>
            <a:lvl6pPr lvl="5">
              <a:lnSpc>
                <a:spcPct val="115000"/>
              </a:lnSpc>
              <a:spcBef>
                <a:spcPts val="1000"/>
              </a:spcBef>
              <a:spcAft>
                <a:spcPts val="0"/>
              </a:spcAft>
              <a:buNone/>
              <a:defRPr/>
            </a:lvl6pPr>
            <a:lvl7pPr lvl="6">
              <a:lnSpc>
                <a:spcPct val="115000"/>
              </a:lnSpc>
              <a:spcBef>
                <a:spcPts val="1000"/>
              </a:spcBef>
              <a:spcAft>
                <a:spcPts val="0"/>
              </a:spcAft>
              <a:buNone/>
              <a:defRPr/>
            </a:lvl7pPr>
            <a:lvl8pPr lvl="7">
              <a:lnSpc>
                <a:spcPct val="115000"/>
              </a:lnSpc>
              <a:spcBef>
                <a:spcPts val="1000"/>
              </a:spcBef>
              <a:spcAft>
                <a:spcPts val="0"/>
              </a:spcAft>
              <a:buNone/>
              <a:defRPr/>
            </a:lvl8pPr>
            <a:lvl9pPr lvl="8">
              <a:lnSpc>
                <a:spcPct val="115000"/>
              </a:lnSpc>
              <a:spcBef>
                <a:spcPts val="1000"/>
              </a:spcBef>
              <a:spcAft>
                <a:spcPts val="1000"/>
              </a:spcAft>
              <a:buNone/>
              <a:defRPr/>
            </a:lvl9pPr>
          </a:lstStyle>
          <a:p/>
        </p:txBody>
      </p:sp>
      <p:sp>
        <p:nvSpPr>
          <p:cNvPr id="216" name="Google Shape;216;p22"/>
          <p:cNvSpPr txBox="1"/>
          <p:nvPr>
            <p:ph idx="5" type="subTitle"/>
          </p:nvPr>
        </p:nvSpPr>
        <p:spPr>
          <a:xfrm>
            <a:off x="7803000" y="2473650"/>
            <a:ext cx="4389000" cy="2702400"/>
          </a:xfrm>
          <a:prstGeom prst="rect">
            <a:avLst/>
          </a:prstGeom>
        </p:spPr>
        <p:txBody>
          <a:bodyPr anchorCtr="0" anchor="ctr" bIns="0" lIns="1097275" spcFirstLastPara="1" rIns="457200" wrap="square" tIns="91425">
            <a:noAutofit/>
          </a:bodyPr>
          <a:lstStyle>
            <a:lvl1pPr lvl="0">
              <a:lnSpc>
                <a:spcPct val="115000"/>
              </a:lnSpc>
              <a:spcBef>
                <a:spcPts val="0"/>
              </a:spcBef>
              <a:spcAft>
                <a:spcPts val="0"/>
              </a:spcAft>
              <a:buNone/>
              <a:defRPr/>
            </a:lvl1pPr>
            <a:lvl2pPr lvl="1">
              <a:lnSpc>
                <a:spcPct val="115000"/>
              </a:lnSpc>
              <a:spcBef>
                <a:spcPts val="1000"/>
              </a:spcBef>
              <a:spcAft>
                <a:spcPts val="0"/>
              </a:spcAft>
              <a:buNone/>
              <a:defRPr/>
            </a:lvl2pPr>
            <a:lvl3pPr lvl="2">
              <a:lnSpc>
                <a:spcPct val="115000"/>
              </a:lnSpc>
              <a:spcBef>
                <a:spcPts val="1000"/>
              </a:spcBef>
              <a:spcAft>
                <a:spcPts val="0"/>
              </a:spcAft>
              <a:buNone/>
              <a:defRPr/>
            </a:lvl3pPr>
            <a:lvl4pPr lvl="3">
              <a:lnSpc>
                <a:spcPct val="115000"/>
              </a:lnSpc>
              <a:spcBef>
                <a:spcPts val="1000"/>
              </a:spcBef>
              <a:spcAft>
                <a:spcPts val="0"/>
              </a:spcAft>
              <a:buNone/>
              <a:defRPr/>
            </a:lvl4pPr>
            <a:lvl5pPr lvl="4">
              <a:lnSpc>
                <a:spcPct val="115000"/>
              </a:lnSpc>
              <a:spcBef>
                <a:spcPts val="1000"/>
              </a:spcBef>
              <a:spcAft>
                <a:spcPts val="0"/>
              </a:spcAft>
              <a:buNone/>
              <a:defRPr/>
            </a:lvl5pPr>
            <a:lvl6pPr lvl="5">
              <a:lnSpc>
                <a:spcPct val="115000"/>
              </a:lnSpc>
              <a:spcBef>
                <a:spcPts val="1000"/>
              </a:spcBef>
              <a:spcAft>
                <a:spcPts val="0"/>
              </a:spcAft>
              <a:buNone/>
              <a:defRPr/>
            </a:lvl6pPr>
            <a:lvl7pPr lvl="6">
              <a:lnSpc>
                <a:spcPct val="115000"/>
              </a:lnSpc>
              <a:spcBef>
                <a:spcPts val="1000"/>
              </a:spcBef>
              <a:spcAft>
                <a:spcPts val="0"/>
              </a:spcAft>
              <a:buNone/>
              <a:defRPr/>
            </a:lvl7pPr>
            <a:lvl8pPr lvl="7">
              <a:lnSpc>
                <a:spcPct val="115000"/>
              </a:lnSpc>
              <a:spcBef>
                <a:spcPts val="1000"/>
              </a:spcBef>
              <a:spcAft>
                <a:spcPts val="0"/>
              </a:spcAft>
              <a:buNone/>
              <a:defRPr/>
            </a:lvl8pPr>
            <a:lvl9pPr lvl="8">
              <a:lnSpc>
                <a:spcPct val="115000"/>
              </a:lnSpc>
              <a:spcBef>
                <a:spcPts val="1000"/>
              </a:spcBef>
              <a:spcAft>
                <a:spcPts val="1000"/>
              </a:spcAft>
              <a:buNone/>
              <a:defRPr/>
            </a:lvl9pPr>
          </a:lstStyle>
          <a:p/>
        </p:txBody>
      </p:sp>
      <p:sp>
        <p:nvSpPr>
          <p:cNvPr id="217" name="Google Shape;217;p22"/>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218" name="Google Shape;218;p22"/>
          <p:cNvSpPr txBox="1"/>
          <p:nvPr>
            <p:ph idx="6"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chevrons">
  <p:cSld name="CUSTOM_4_20_1">
    <p:spTree>
      <p:nvGrpSpPr>
        <p:cNvPr id="219" name="Shape 219"/>
        <p:cNvGrpSpPr/>
        <p:nvPr/>
      </p:nvGrpSpPr>
      <p:grpSpPr>
        <a:xfrm>
          <a:off x="0" y="0"/>
          <a:ext cx="0" cy="0"/>
          <a:chOff x="0" y="0"/>
          <a:chExt cx="0" cy="0"/>
        </a:xfrm>
      </p:grpSpPr>
      <p:cxnSp>
        <p:nvCxnSpPr>
          <p:cNvPr id="220" name="Google Shape;220;p2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21" name="Google Shape;221;p2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22" name="Google Shape;222;p2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23" name="Google Shape;223;p23"/>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24" name="Google Shape;224;p23"/>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225" name="Google Shape;225;p23"/>
          <p:cNvSpPr/>
          <p:nvPr/>
        </p:nvSpPr>
        <p:spPr>
          <a:xfrm>
            <a:off x="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3"/>
          <p:cNvSpPr/>
          <p:nvPr/>
        </p:nvSpPr>
        <p:spPr>
          <a:xfrm>
            <a:off x="1107150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3"/>
          <p:cNvSpPr/>
          <p:nvPr/>
        </p:nvSpPr>
        <p:spPr>
          <a:xfrm>
            <a:off x="5863800" y="2473650"/>
            <a:ext cx="63282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3"/>
          <p:cNvSpPr/>
          <p:nvPr/>
        </p:nvSpPr>
        <p:spPr>
          <a:xfrm>
            <a:off x="0" y="2473650"/>
            <a:ext cx="63282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3"/>
          <p:cNvSpPr txBox="1"/>
          <p:nvPr>
            <p:ph idx="2" type="subTitle"/>
          </p:nvPr>
        </p:nvSpPr>
        <p:spPr>
          <a:xfrm>
            <a:off x="0" y="2473650"/>
            <a:ext cx="6328200" cy="2702400"/>
          </a:xfrm>
          <a:prstGeom prst="rect">
            <a:avLst/>
          </a:prstGeom>
        </p:spPr>
        <p:txBody>
          <a:bodyPr anchorCtr="0" anchor="ctr" bIns="0" lIns="868675" spcFirstLastPara="1" rIns="914400" wrap="square" tIns="91425">
            <a:noAutofit/>
          </a:bodyPr>
          <a:lstStyle>
            <a:lvl1pPr lvl="0">
              <a:lnSpc>
                <a:spcPct val="115000"/>
              </a:lnSpc>
              <a:spcBef>
                <a:spcPts val="0"/>
              </a:spcBef>
              <a:spcAft>
                <a:spcPts val="0"/>
              </a:spcAft>
              <a:buNone/>
              <a:defRPr/>
            </a:lvl1pPr>
            <a:lvl2pPr lvl="1">
              <a:lnSpc>
                <a:spcPct val="115000"/>
              </a:lnSpc>
              <a:spcBef>
                <a:spcPts val="1000"/>
              </a:spcBef>
              <a:spcAft>
                <a:spcPts val="0"/>
              </a:spcAft>
              <a:buNone/>
              <a:defRPr/>
            </a:lvl2pPr>
            <a:lvl3pPr lvl="2">
              <a:lnSpc>
                <a:spcPct val="115000"/>
              </a:lnSpc>
              <a:spcBef>
                <a:spcPts val="1000"/>
              </a:spcBef>
              <a:spcAft>
                <a:spcPts val="0"/>
              </a:spcAft>
              <a:buNone/>
              <a:defRPr/>
            </a:lvl3pPr>
            <a:lvl4pPr lvl="3">
              <a:lnSpc>
                <a:spcPct val="115000"/>
              </a:lnSpc>
              <a:spcBef>
                <a:spcPts val="1000"/>
              </a:spcBef>
              <a:spcAft>
                <a:spcPts val="0"/>
              </a:spcAft>
              <a:buNone/>
              <a:defRPr/>
            </a:lvl4pPr>
            <a:lvl5pPr lvl="4">
              <a:lnSpc>
                <a:spcPct val="115000"/>
              </a:lnSpc>
              <a:spcBef>
                <a:spcPts val="1000"/>
              </a:spcBef>
              <a:spcAft>
                <a:spcPts val="0"/>
              </a:spcAft>
              <a:buNone/>
              <a:defRPr/>
            </a:lvl5pPr>
            <a:lvl6pPr lvl="5">
              <a:lnSpc>
                <a:spcPct val="115000"/>
              </a:lnSpc>
              <a:spcBef>
                <a:spcPts val="1000"/>
              </a:spcBef>
              <a:spcAft>
                <a:spcPts val="0"/>
              </a:spcAft>
              <a:buNone/>
              <a:defRPr/>
            </a:lvl6pPr>
            <a:lvl7pPr lvl="6">
              <a:lnSpc>
                <a:spcPct val="115000"/>
              </a:lnSpc>
              <a:spcBef>
                <a:spcPts val="1000"/>
              </a:spcBef>
              <a:spcAft>
                <a:spcPts val="0"/>
              </a:spcAft>
              <a:buNone/>
              <a:defRPr/>
            </a:lvl7pPr>
            <a:lvl8pPr lvl="7">
              <a:lnSpc>
                <a:spcPct val="115000"/>
              </a:lnSpc>
              <a:spcBef>
                <a:spcPts val="1000"/>
              </a:spcBef>
              <a:spcAft>
                <a:spcPts val="0"/>
              </a:spcAft>
              <a:buNone/>
              <a:defRPr/>
            </a:lvl8pPr>
            <a:lvl9pPr lvl="8">
              <a:lnSpc>
                <a:spcPct val="115000"/>
              </a:lnSpc>
              <a:spcBef>
                <a:spcPts val="1000"/>
              </a:spcBef>
              <a:spcAft>
                <a:spcPts val="1000"/>
              </a:spcAft>
              <a:buNone/>
              <a:defRPr/>
            </a:lvl9pPr>
          </a:lstStyle>
          <a:p/>
        </p:txBody>
      </p:sp>
      <p:sp>
        <p:nvSpPr>
          <p:cNvPr id="230" name="Google Shape;230;p23"/>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31" name="Google Shape;231;p23"/>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232" name="Google Shape;232;p23"/>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
        <p:nvSpPr>
          <p:cNvPr id="233" name="Google Shape;233;p23"/>
          <p:cNvSpPr txBox="1"/>
          <p:nvPr>
            <p:ph idx="5" type="subTitle"/>
          </p:nvPr>
        </p:nvSpPr>
        <p:spPr>
          <a:xfrm>
            <a:off x="6633000" y="2473650"/>
            <a:ext cx="6328200" cy="2702400"/>
          </a:xfrm>
          <a:prstGeom prst="rect">
            <a:avLst/>
          </a:prstGeom>
        </p:spPr>
        <p:txBody>
          <a:bodyPr anchorCtr="0" anchor="ctr" bIns="0" lIns="868675" spcFirstLastPara="1" rIns="914400" wrap="square" tIns="91425">
            <a:noAutofit/>
          </a:bodyPr>
          <a:lstStyle>
            <a:lvl1pPr lvl="0">
              <a:lnSpc>
                <a:spcPct val="115000"/>
              </a:lnSpc>
              <a:spcBef>
                <a:spcPts val="0"/>
              </a:spcBef>
              <a:spcAft>
                <a:spcPts val="0"/>
              </a:spcAft>
              <a:buNone/>
              <a:defRPr/>
            </a:lvl1pPr>
            <a:lvl2pPr lvl="1">
              <a:lnSpc>
                <a:spcPct val="115000"/>
              </a:lnSpc>
              <a:spcBef>
                <a:spcPts val="1000"/>
              </a:spcBef>
              <a:spcAft>
                <a:spcPts val="0"/>
              </a:spcAft>
              <a:buNone/>
              <a:defRPr/>
            </a:lvl2pPr>
            <a:lvl3pPr lvl="2">
              <a:lnSpc>
                <a:spcPct val="115000"/>
              </a:lnSpc>
              <a:spcBef>
                <a:spcPts val="1000"/>
              </a:spcBef>
              <a:spcAft>
                <a:spcPts val="0"/>
              </a:spcAft>
              <a:buNone/>
              <a:defRPr/>
            </a:lvl3pPr>
            <a:lvl4pPr lvl="3">
              <a:lnSpc>
                <a:spcPct val="115000"/>
              </a:lnSpc>
              <a:spcBef>
                <a:spcPts val="1000"/>
              </a:spcBef>
              <a:spcAft>
                <a:spcPts val="0"/>
              </a:spcAft>
              <a:buNone/>
              <a:defRPr/>
            </a:lvl4pPr>
            <a:lvl5pPr lvl="4">
              <a:lnSpc>
                <a:spcPct val="115000"/>
              </a:lnSpc>
              <a:spcBef>
                <a:spcPts val="1000"/>
              </a:spcBef>
              <a:spcAft>
                <a:spcPts val="0"/>
              </a:spcAft>
              <a:buNone/>
              <a:defRPr/>
            </a:lvl5pPr>
            <a:lvl6pPr lvl="5">
              <a:lnSpc>
                <a:spcPct val="115000"/>
              </a:lnSpc>
              <a:spcBef>
                <a:spcPts val="1000"/>
              </a:spcBef>
              <a:spcAft>
                <a:spcPts val="0"/>
              </a:spcAft>
              <a:buNone/>
              <a:defRPr/>
            </a:lvl6pPr>
            <a:lvl7pPr lvl="6">
              <a:lnSpc>
                <a:spcPct val="115000"/>
              </a:lnSpc>
              <a:spcBef>
                <a:spcPts val="1000"/>
              </a:spcBef>
              <a:spcAft>
                <a:spcPts val="0"/>
              </a:spcAft>
              <a:buNone/>
              <a:defRPr/>
            </a:lvl7pPr>
            <a:lvl8pPr lvl="7">
              <a:lnSpc>
                <a:spcPct val="115000"/>
              </a:lnSpc>
              <a:spcBef>
                <a:spcPts val="1000"/>
              </a:spcBef>
              <a:spcAft>
                <a:spcPts val="0"/>
              </a:spcAft>
              <a:buNone/>
              <a:defRPr/>
            </a:lvl8pPr>
            <a:lvl9pPr lvl="8">
              <a:lnSpc>
                <a:spcPct val="115000"/>
              </a:lnSpc>
              <a:spcBef>
                <a:spcPts val="1000"/>
              </a:spcBef>
              <a:spcAft>
                <a:spcPts val="1000"/>
              </a:spcAft>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ircles">
  <p:cSld name="CUSTOM_4_19">
    <p:spTree>
      <p:nvGrpSpPr>
        <p:cNvPr id="234" name="Shape 234"/>
        <p:cNvGrpSpPr/>
        <p:nvPr/>
      </p:nvGrpSpPr>
      <p:grpSpPr>
        <a:xfrm>
          <a:off x="0" y="0"/>
          <a:ext cx="0" cy="0"/>
          <a:chOff x="0" y="0"/>
          <a:chExt cx="0" cy="0"/>
        </a:xfrm>
      </p:grpSpPr>
      <p:cxnSp>
        <p:nvCxnSpPr>
          <p:cNvPr id="235" name="Google Shape;235;p2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36" name="Google Shape;236;p2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37" name="Google Shape;237;p2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38" name="Google Shape;238;p24"/>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39" name="Google Shape;239;p24"/>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pic>
        <p:nvPicPr>
          <p:cNvPr id="240" name="Google Shape;240;p24"/>
          <p:cNvPicPr preferRelativeResize="0"/>
          <p:nvPr/>
        </p:nvPicPr>
        <p:blipFill rotWithShape="1">
          <a:blip r:embed="rId3">
            <a:alphaModFix/>
          </a:blip>
          <a:srcRect b="0" l="0" r="0" t="0"/>
          <a:stretch/>
        </p:blipFill>
        <p:spPr>
          <a:xfrm>
            <a:off x="1743525" y="2296425"/>
            <a:ext cx="8704948" cy="3247250"/>
          </a:xfrm>
          <a:prstGeom prst="rect">
            <a:avLst/>
          </a:prstGeom>
          <a:noFill/>
          <a:ln>
            <a:noFill/>
          </a:ln>
        </p:spPr>
      </p:pic>
      <p:sp>
        <p:nvSpPr>
          <p:cNvPr id="241" name="Google Shape;241;p24"/>
          <p:cNvSpPr txBox="1"/>
          <p:nvPr>
            <p:ph idx="2" type="subTitle"/>
          </p:nvPr>
        </p:nvSpPr>
        <p:spPr>
          <a:xfrm>
            <a:off x="2262374" y="2965028"/>
            <a:ext cx="2181600" cy="1910100"/>
          </a:xfrm>
          <a:prstGeom prst="rect">
            <a:avLst/>
          </a:prstGeom>
        </p:spPr>
        <p:txBody>
          <a:bodyPr anchorCtr="0" anchor="ctr" bIns="91425" lIns="274300" spcFirstLastPara="1" rIns="274300" wrap="square" tIns="91425">
            <a:noAutofit/>
          </a:bodyPr>
          <a:lstStyle>
            <a:lvl1pPr lvl="0" algn="ctr">
              <a:lnSpc>
                <a:spcPct val="100000"/>
              </a:lnSpc>
              <a:spcBef>
                <a:spcPts val="0"/>
              </a:spcBef>
              <a:spcAft>
                <a:spcPts val="0"/>
              </a:spcAft>
              <a:buNone/>
              <a:defRPr sz="1800"/>
            </a:lvl1pPr>
            <a:lvl2pPr lvl="1" algn="ctr">
              <a:lnSpc>
                <a:spcPct val="100000"/>
              </a:lnSpc>
              <a:spcBef>
                <a:spcPts val="0"/>
              </a:spcBef>
              <a:spcAft>
                <a:spcPts val="0"/>
              </a:spcAft>
              <a:buNone/>
              <a:defRPr sz="1800"/>
            </a:lvl2pPr>
            <a:lvl3pPr lvl="2" algn="ctr">
              <a:lnSpc>
                <a:spcPct val="100000"/>
              </a:lnSpc>
              <a:spcBef>
                <a:spcPts val="0"/>
              </a:spcBef>
              <a:spcAft>
                <a:spcPts val="0"/>
              </a:spcAft>
              <a:buNone/>
              <a:defRPr sz="1800"/>
            </a:lvl3pPr>
            <a:lvl4pPr lvl="3" algn="ctr">
              <a:lnSpc>
                <a:spcPct val="100000"/>
              </a:lnSpc>
              <a:spcBef>
                <a:spcPts val="0"/>
              </a:spcBef>
              <a:spcAft>
                <a:spcPts val="0"/>
              </a:spcAft>
              <a:buNone/>
              <a:defRPr sz="1800"/>
            </a:lvl4pPr>
            <a:lvl5pPr lvl="4" algn="ctr">
              <a:lnSpc>
                <a:spcPct val="100000"/>
              </a:lnSpc>
              <a:spcBef>
                <a:spcPts val="0"/>
              </a:spcBef>
              <a:spcAft>
                <a:spcPts val="0"/>
              </a:spcAft>
              <a:buNone/>
              <a:defRPr sz="1800"/>
            </a:lvl5pPr>
            <a:lvl6pPr lvl="5" algn="ctr">
              <a:lnSpc>
                <a:spcPct val="100000"/>
              </a:lnSpc>
              <a:spcBef>
                <a:spcPts val="0"/>
              </a:spcBef>
              <a:spcAft>
                <a:spcPts val="0"/>
              </a:spcAft>
              <a:buNone/>
              <a:defRPr sz="1800"/>
            </a:lvl6pPr>
            <a:lvl7pPr lvl="6" algn="ctr">
              <a:lnSpc>
                <a:spcPct val="100000"/>
              </a:lnSpc>
              <a:spcBef>
                <a:spcPts val="0"/>
              </a:spcBef>
              <a:spcAft>
                <a:spcPts val="0"/>
              </a:spcAft>
              <a:buNone/>
              <a:defRPr sz="1800"/>
            </a:lvl7pPr>
            <a:lvl8pPr lvl="7" algn="ctr">
              <a:lnSpc>
                <a:spcPct val="100000"/>
              </a:lnSpc>
              <a:spcBef>
                <a:spcPts val="0"/>
              </a:spcBef>
              <a:spcAft>
                <a:spcPts val="0"/>
              </a:spcAft>
              <a:buNone/>
              <a:defRPr sz="1800"/>
            </a:lvl8pPr>
            <a:lvl9pPr lvl="8" algn="ctr">
              <a:lnSpc>
                <a:spcPct val="100000"/>
              </a:lnSpc>
              <a:spcBef>
                <a:spcPts val="0"/>
              </a:spcBef>
              <a:spcAft>
                <a:spcPts val="0"/>
              </a:spcAft>
              <a:buNone/>
              <a:defRPr sz="1800"/>
            </a:lvl9pPr>
          </a:lstStyle>
          <a:p/>
        </p:txBody>
      </p:sp>
      <p:sp>
        <p:nvSpPr>
          <p:cNvPr id="242" name="Google Shape;242;p24"/>
          <p:cNvSpPr txBox="1"/>
          <p:nvPr>
            <p:ph idx="3" type="subTitle"/>
          </p:nvPr>
        </p:nvSpPr>
        <p:spPr>
          <a:xfrm>
            <a:off x="5005265" y="2965023"/>
            <a:ext cx="2181600" cy="1910100"/>
          </a:xfrm>
          <a:prstGeom prst="rect">
            <a:avLst/>
          </a:prstGeom>
        </p:spPr>
        <p:txBody>
          <a:bodyPr anchorCtr="0" anchor="ctr" bIns="91425" lIns="274300" spcFirstLastPara="1" rIns="274300" wrap="square" tIns="91425">
            <a:noAutofit/>
          </a:bodyPr>
          <a:lstStyle>
            <a:lvl1pPr lvl="0" algn="ctr">
              <a:lnSpc>
                <a:spcPct val="100000"/>
              </a:lnSpc>
              <a:spcBef>
                <a:spcPts val="0"/>
              </a:spcBef>
              <a:spcAft>
                <a:spcPts val="0"/>
              </a:spcAft>
              <a:buNone/>
              <a:defRPr sz="1800"/>
            </a:lvl1pPr>
            <a:lvl2pPr lvl="1" algn="ctr">
              <a:lnSpc>
                <a:spcPct val="100000"/>
              </a:lnSpc>
              <a:spcBef>
                <a:spcPts val="0"/>
              </a:spcBef>
              <a:spcAft>
                <a:spcPts val="0"/>
              </a:spcAft>
              <a:buNone/>
              <a:defRPr sz="1800"/>
            </a:lvl2pPr>
            <a:lvl3pPr lvl="2" algn="ctr">
              <a:lnSpc>
                <a:spcPct val="100000"/>
              </a:lnSpc>
              <a:spcBef>
                <a:spcPts val="0"/>
              </a:spcBef>
              <a:spcAft>
                <a:spcPts val="0"/>
              </a:spcAft>
              <a:buNone/>
              <a:defRPr sz="1800"/>
            </a:lvl3pPr>
            <a:lvl4pPr lvl="3" algn="ctr">
              <a:lnSpc>
                <a:spcPct val="100000"/>
              </a:lnSpc>
              <a:spcBef>
                <a:spcPts val="0"/>
              </a:spcBef>
              <a:spcAft>
                <a:spcPts val="0"/>
              </a:spcAft>
              <a:buNone/>
              <a:defRPr sz="1800"/>
            </a:lvl4pPr>
            <a:lvl5pPr lvl="4" algn="ctr">
              <a:lnSpc>
                <a:spcPct val="100000"/>
              </a:lnSpc>
              <a:spcBef>
                <a:spcPts val="0"/>
              </a:spcBef>
              <a:spcAft>
                <a:spcPts val="0"/>
              </a:spcAft>
              <a:buNone/>
              <a:defRPr sz="1800"/>
            </a:lvl5pPr>
            <a:lvl6pPr lvl="5" algn="ctr">
              <a:lnSpc>
                <a:spcPct val="100000"/>
              </a:lnSpc>
              <a:spcBef>
                <a:spcPts val="0"/>
              </a:spcBef>
              <a:spcAft>
                <a:spcPts val="0"/>
              </a:spcAft>
              <a:buNone/>
              <a:defRPr sz="1800"/>
            </a:lvl6pPr>
            <a:lvl7pPr lvl="6" algn="ctr">
              <a:lnSpc>
                <a:spcPct val="100000"/>
              </a:lnSpc>
              <a:spcBef>
                <a:spcPts val="0"/>
              </a:spcBef>
              <a:spcAft>
                <a:spcPts val="0"/>
              </a:spcAft>
              <a:buNone/>
              <a:defRPr sz="1800"/>
            </a:lvl7pPr>
            <a:lvl8pPr lvl="7" algn="ctr">
              <a:lnSpc>
                <a:spcPct val="100000"/>
              </a:lnSpc>
              <a:spcBef>
                <a:spcPts val="0"/>
              </a:spcBef>
              <a:spcAft>
                <a:spcPts val="0"/>
              </a:spcAft>
              <a:buNone/>
              <a:defRPr sz="1800"/>
            </a:lvl8pPr>
            <a:lvl9pPr lvl="8" algn="ctr">
              <a:lnSpc>
                <a:spcPct val="100000"/>
              </a:lnSpc>
              <a:spcBef>
                <a:spcPts val="0"/>
              </a:spcBef>
              <a:spcAft>
                <a:spcPts val="0"/>
              </a:spcAft>
              <a:buNone/>
              <a:defRPr sz="1800"/>
            </a:lvl9pPr>
          </a:lstStyle>
          <a:p/>
        </p:txBody>
      </p:sp>
      <p:sp>
        <p:nvSpPr>
          <p:cNvPr id="243" name="Google Shape;243;p24"/>
          <p:cNvSpPr txBox="1"/>
          <p:nvPr>
            <p:ph idx="4" type="subTitle"/>
          </p:nvPr>
        </p:nvSpPr>
        <p:spPr>
          <a:xfrm>
            <a:off x="7748157" y="2965023"/>
            <a:ext cx="2181600" cy="1910100"/>
          </a:xfrm>
          <a:prstGeom prst="rect">
            <a:avLst/>
          </a:prstGeom>
        </p:spPr>
        <p:txBody>
          <a:bodyPr anchorCtr="0" anchor="ctr" bIns="91425" lIns="274300" spcFirstLastPara="1" rIns="274300" wrap="square" tIns="91425">
            <a:noAutofit/>
          </a:bodyPr>
          <a:lstStyle>
            <a:lvl1pPr lvl="0" algn="ctr">
              <a:lnSpc>
                <a:spcPct val="100000"/>
              </a:lnSpc>
              <a:spcBef>
                <a:spcPts val="0"/>
              </a:spcBef>
              <a:spcAft>
                <a:spcPts val="0"/>
              </a:spcAft>
              <a:buNone/>
              <a:defRPr sz="1800"/>
            </a:lvl1pPr>
            <a:lvl2pPr lvl="1" algn="ctr">
              <a:lnSpc>
                <a:spcPct val="100000"/>
              </a:lnSpc>
              <a:spcBef>
                <a:spcPts val="0"/>
              </a:spcBef>
              <a:spcAft>
                <a:spcPts val="0"/>
              </a:spcAft>
              <a:buNone/>
              <a:defRPr sz="1800"/>
            </a:lvl2pPr>
            <a:lvl3pPr lvl="2" algn="ctr">
              <a:lnSpc>
                <a:spcPct val="100000"/>
              </a:lnSpc>
              <a:spcBef>
                <a:spcPts val="0"/>
              </a:spcBef>
              <a:spcAft>
                <a:spcPts val="0"/>
              </a:spcAft>
              <a:buNone/>
              <a:defRPr sz="1800"/>
            </a:lvl3pPr>
            <a:lvl4pPr lvl="3" algn="ctr">
              <a:lnSpc>
                <a:spcPct val="100000"/>
              </a:lnSpc>
              <a:spcBef>
                <a:spcPts val="0"/>
              </a:spcBef>
              <a:spcAft>
                <a:spcPts val="0"/>
              </a:spcAft>
              <a:buNone/>
              <a:defRPr sz="1800"/>
            </a:lvl4pPr>
            <a:lvl5pPr lvl="4" algn="ctr">
              <a:lnSpc>
                <a:spcPct val="100000"/>
              </a:lnSpc>
              <a:spcBef>
                <a:spcPts val="0"/>
              </a:spcBef>
              <a:spcAft>
                <a:spcPts val="0"/>
              </a:spcAft>
              <a:buNone/>
              <a:defRPr sz="1800"/>
            </a:lvl5pPr>
            <a:lvl6pPr lvl="5" algn="ctr">
              <a:lnSpc>
                <a:spcPct val="100000"/>
              </a:lnSpc>
              <a:spcBef>
                <a:spcPts val="0"/>
              </a:spcBef>
              <a:spcAft>
                <a:spcPts val="0"/>
              </a:spcAft>
              <a:buNone/>
              <a:defRPr sz="1800"/>
            </a:lvl6pPr>
            <a:lvl7pPr lvl="6" algn="ctr">
              <a:lnSpc>
                <a:spcPct val="100000"/>
              </a:lnSpc>
              <a:spcBef>
                <a:spcPts val="0"/>
              </a:spcBef>
              <a:spcAft>
                <a:spcPts val="0"/>
              </a:spcAft>
              <a:buNone/>
              <a:defRPr sz="1800"/>
            </a:lvl7pPr>
            <a:lvl8pPr lvl="7" algn="ctr">
              <a:lnSpc>
                <a:spcPct val="100000"/>
              </a:lnSpc>
              <a:spcBef>
                <a:spcPts val="0"/>
              </a:spcBef>
              <a:spcAft>
                <a:spcPts val="0"/>
              </a:spcAft>
              <a:buNone/>
              <a:defRPr sz="1800"/>
            </a:lvl8pPr>
            <a:lvl9pPr lvl="8" algn="ctr">
              <a:lnSpc>
                <a:spcPct val="100000"/>
              </a:lnSpc>
              <a:spcBef>
                <a:spcPts val="0"/>
              </a:spcBef>
              <a:spcAft>
                <a:spcPts val="0"/>
              </a:spcAft>
              <a:buNone/>
              <a:defRPr sz="1800"/>
            </a:lvl9pPr>
          </a:lstStyle>
          <a:p/>
        </p:txBody>
      </p:sp>
      <p:sp>
        <p:nvSpPr>
          <p:cNvPr id="244" name="Google Shape;244;p24"/>
          <p:cNvSpPr txBox="1"/>
          <p:nvPr>
            <p:ph idx="5"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45" name="Google Shape;245;p24"/>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246" name="Google Shape;246;p24"/>
          <p:cNvSpPr txBox="1"/>
          <p:nvPr>
            <p:ph idx="6"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lank">
  <p:cSld name="CUSTOM_4_18">
    <p:spTree>
      <p:nvGrpSpPr>
        <p:cNvPr id="247" name="Shape 247"/>
        <p:cNvGrpSpPr/>
        <p:nvPr/>
      </p:nvGrpSpPr>
      <p:grpSpPr>
        <a:xfrm>
          <a:off x="0" y="0"/>
          <a:ext cx="0" cy="0"/>
          <a:chOff x="0" y="0"/>
          <a:chExt cx="0" cy="0"/>
        </a:xfrm>
      </p:grpSpPr>
      <p:sp>
        <p:nvSpPr>
          <p:cNvPr id="248" name="Google Shape;248;p2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cxnSp>
        <p:nvCxnSpPr>
          <p:cNvPr id="249" name="Google Shape;249;p2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50" name="Google Shape;250;p2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51" name="Google Shape;251;p2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52" name="Google Shape;252;p25"/>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53" name="Google Shape;253;p25"/>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subhead, and body">
  <p:cSld name="CUSTOM_4_17">
    <p:spTree>
      <p:nvGrpSpPr>
        <p:cNvPr id="254" name="Shape 254"/>
        <p:cNvGrpSpPr/>
        <p:nvPr/>
      </p:nvGrpSpPr>
      <p:grpSpPr>
        <a:xfrm>
          <a:off x="0" y="0"/>
          <a:ext cx="0" cy="0"/>
          <a:chOff x="0" y="0"/>
          <a:chExt cx="0" cy="0"/>
        </a:xfrm>
      </p:grpSpPr>
      <p:sp>
        <p:nvSpPr>
          <p:cNvPr id="255" name="Google Shape;255;p2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56" name="Google Shape;256;p26"/>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cxnSp>
        <p:nvCxnSpPr>
          <p:cNvPr id="257" name="Google Shape;257;p2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58" name="Google Shape;258;p2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59" name="Google Shape;259;p2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60" name="Google Shape;260;p26"/>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61" name="Google Shape;261;p26"/>
          <p:cNvSpPr txBox="1"/>
          <p:nvPr>
            <p:ph idx="2"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
        <p:nvSpPr>
          <p:cNvPr id="262" name="Google Shape;262;p26"/>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263" name="Google Shape;263;p26"/>
          <p:cNvSpPr txBox="1"/>
          <p:nvPr>
            <p:ph idx="4" type="body"/>
          </p:nvPr>
        </p:nvSpPr>
        <p:spPr>
          <a:xfrm>
            <a:off x="2438400" y="2286000"/>
            <a:ext cx="7315200" cy="36576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and body">
  <p:cSld name="CUSTOM_4_17_2">
    <p:spTree>
      <p:nvGrpSpPr>
        <p:cNvPr id="264" name="Shape 264"/>
        <p:cNvGrpSpPr/>
        <p:nvPr/>
      </p:nvGrpSpPr>
      <p:grpSpPr>
        <a:xfrm>
          <a:off x="0" y="0"/>
          <a:ext cx="0" cy="0"/>
          <a:chOff x="0" y="0"/>
          <a:chExt cx="0" cy="0"/>
        </a:xfrm>
      </p:grpSpPr>
      <p:cxnSp>
        <p:nvCxnSpPr>
          <p:cNvPr id="265" name="Google Shape;265;p2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66" name="Google Shape;266;p2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67" name="Google Shape;267;p2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68" name="Google Shape;268;p2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69" name="Google Shape;269;p27"/>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270" name="Google Shape;270;p27"/>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71" name="Google Shape;271;p27"/>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272" name="Google Shape;272;p27"/>
          <p:cNvSpPr txBox="1"/>
          <p:nvPr>
            <p:ph idx="3" type="body"/>
          </p:nvPr>
        </p:nvSpPr>
        <p:spPr>
          <a:xfrm>
            <a:off x="2438400" y="2286000"/>
            <a:ext cx="7315200" cy="36576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ody">
  <p:cSld name="CUSTOM_4_17_2_1">
    <p:spTree>
      <p:nvGrpSpPr>
        <p:cNvPr id="273" name="Shape 273"/>
        <p:cNvGrpSpPr/>
        <p:nvPr/>
      </p:nvGrpSpPr>
      <p:grpSpPr>
        <a:xfrm>
          <a:off x="0" y="0"/>
          <a:ext cx="0" cy="0"/>
          <a:chOff x="0" y="0"/>
          <a:chExt cx="0" cy="0"/>
        </a:xfrm>
      </p:grpSpPr>
      <p:sp>
        <p:nvSpPr>
          <p:cNvPr id="274" name="Google Shape;274;p2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275" name="Google Shape;275;p2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76" name="Google Shape;276;p2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77" name="Google Shape;277;p2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78" name="Google Shape;278;p28"/>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79" name="Google Shape;279;p28"/>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280" name="Google Shape;280;p28"/>
          <p:cNvSpPr txBox="1"/>
          <p:nvPr>
            <p:ph idx="3" type="body"/>
          </p:nvPr>
        </p:nvSpPr>
        <p:spPr>
          <a:xfrm>
            <a:off x="2438400" y="1600200"/>
            <a:ext cx="7315200" cy="36576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and two column body">
  <p:cSld name="CUSTOM_4_17_1">
    <p:spTree>
      <p:nvGrpSpPr>
        <p:cNvPr id="281" name="Shape 281"/>
        <p:cNvGrpSpPr/>
        <p:nvPr/>
      </p:nvGrpSpPr>
      <p:grpSpPr>
        <a:xfrm>
          <a:off x="0" y="0"/>
          <a:ext cx="0" cy="0"/>
          <a:chOff x="0" y="0"/>
          <a:chExt cx="0" cy="0"/>
        </a:xfrm>
      </p:grpSpPr>
      <p:cxnSp>
        <p:nvCxnSpPr>
          <p:cNvPr id="282" name="Google Shape;282;p2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83" name="Google Shape;283;p2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84" name="Google Shape;284;p2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85" name="Google Shape;285;p29"/>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86" name="Google Shape;286;p29"/>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287" name="Google Shape;287;p29"/>
          <p:cNvSpPr txBox="1"/>
          <p:nvPr>
            <p:ph idx="2" type="body"/>
          </p:nvPr>
        </p:nvSpPr>
        <p:spPr>
          <a:xfrm>
            <a:off x="885125" y="2291177"/>
            <a:ext cx="4937700" cy="37272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
        <p:nvSpPr>
          <p:cNvPr id="288" name="Google Shape;288;p29"/>
          <p:cNvSpPr txBox="1"/>
          <p:nvPr>
            <p:ph idx="3" type="body"/>
          </p:nvPr>
        </p:nvSpPr>
        <p:spPr>
          <a:xfrm>
            <a:off x="6369425" y="2291175"/>
            <a:ext cx="4937700" cy="37272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
        <p:nvSpPr>
          <p:cNvPr id="289" name="Google Shape;289;p29"/>
          <p:cNvSpPr txBox="1"/>
          <p:nvPr>
            <p:ph idx="4"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90" name="Google Shape;290;p29"/>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291" name="Google Shape;291;p29"/>
          <p:cNvSpPr txBox="1"/>
          <p:nvPr>
            <p:ph idx="5"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and column body">
  <p:cSld name="CUSTOM_4_17_1_1">
    <p:spTree>
      <p:nvGrpSpPr>
        <p:cNvPr id="292" name="Shape 292"/>
        <p:cNvGrpSpPr/>
        <p:nvPr/>
      </p:nvGrpSpPr>
      <p:grpSpPr>
        <a:xfrm>
          <a:off x="0" y="0"/>
          <a:ext cx="0" cy="0"/>
          <a:chOff x="0" y="0"/>
          <a:chExt cx="0" cy="0"/>
        </a:xfrm>
      </p:grpSpPr>
      <p:cxnSp>
        <p:nvCxnSpPr>
          <p:cNvPr id="293" name="Google Shape;293;p3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94" name="Google Shape;294;p3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95" name="Google Shape;295;p3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96" name="Google Shape;296;p30"/>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97" name="Google Shape;297;p30"/>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298" name="Google Shape;298;p30"/>
          <p:cNvSpPr txBox="1"/>
          <p:nvPr>
            <p:ph idx="2" type="body"/>
          </p:nvPr>
        </p:nvSpPr>
        <p:spPr>
          <a:xfrm>
            <a:off x="6369425" y="2291175"/>
            <a:ext cx="4937700" cy="37272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
        <p:nvSpPr>
          <p:cNvPr id="299" name="Google Shape;299;p30"/>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300" name="Google Shape;300;p30"/>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301" name="Google Shape;301;p30"/>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meline vertical">
  <p:cSld name="CUSTOM_4_16">
    <p:spTree>
      <p:nvGrpSpPr>
        <p:cNvPr id="302" name="Shape 302"/>
        <p:cNvGrpSpPr/>
        <p:nvPr/>
      </p:nvGrpSpPr>
      <p:grpSpPr>
        <a:xfrm>
          <a:off x="0" y="0"/>
          <a:ext cx="0" cy="0"/>
          <a:chOff x="0" y="0"/>
          <a:chExt cx="0" cy="0"/>
        </a:xfrm>
      </p:grpSpPr>
      <p:sp>
        <p:nvSpPr>
          <p:cNvPr id="303" name="Google Shape;303;p3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304" name="Google Shape;304;p3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05" name="Google Shape;305;p3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06" name="Google Shape;306;p3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07" name="Google Shape;307;p31"/>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308" name="Google Shape;308;p31"/>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309" name="Google Shape;309;p31"/>
          <p:cNvCxnSpPr/>
          <p:nvPr/>
        </p:nvCxnSpPr>
        <p:spPr>
          <a:xfrm>
            <a:off x="4146414" y="-7350"/>
            <a:ext cx="0" cy="6872700"/>
          </a:xfrm>
          <a:prstGeom prst="straightConnector1">
            <a:avLst/>
          </a:prstGeom>
          <a:noFill/>
          <a:ln cap="flat" cmpd="sng" w="28575">
            <a:solidFill>
              <a:srgbClr val="D5D5D5"/>
            </a:solidFill>
            <a:prstDash val="solid"/>
            <a:round/>
            <a:headEnd len="med" w="med" type="none"/>
            <a:tailEnd len="med" w="med" type="none"/>
          </a:ln>
        </p:spPr>
      </p:cxnSp>
      <p:sp>
        <p:nvSpPr>
          <p:cNvPr id="310" name="Google Shape;310;p31"/>
          <p:cNvSpPr txBox="1"/>
          <p:nvPr>
            <p:ph idx="3" type="subTitle"/>
          </p:nvPr>
        </p:nvSpPr>
        <p:spPr>
          <a:xfrm>
            <a:off x="4467775" y="1832876"/>
            <a:ext cx="5115600" cy="6456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0"/>
              </a:spcBef>
              <a:spcAft>
                <a:spcPts val="0"/>
              </a:spcAft>
              <a:buNone/>
              <a:defRPr sz="1400"/>
            </a:lvl2pPr>
            <a:lvl3pPr lvl="2">
              <a:spcBef>
                <a:spcPts val="0"/>
              </a:spcBef>
              <a:spcAft>
                <a:spcPts val="0"/>
              </a:spcAft>
              <a:buNone/>
              <a:defRPr sz="1400"/>
            </a:lvl3pPr>
            <a:lvl4pPr lvl="3">
              <a:spcBef>
                <a:spcPts val="0"/>
              </a:spcBef>
              <a:spcAft>
                <a:spcPts val="0"/>
              </a:spcAft>
              <a:buNone/>
              <a:defRPr sz="1400"/>
            </a:lvl4pPr>
            <a:lvl5pPr lvl="4">
              <a:spcBef>
                <a:spcPts val="0"/>
              </a:spcBef>
              <a:spcAft>
                <a:spcPts val="0"/>
              </a:spcAft>
              <a:buNone/>
              <a:defRPr sz="1400"/>
            </a:lvl5pPr>
            <a:lvl6pPr lvl="5">
              <a:spcBef>
                <a:spcPts val="0"/>
              </a:spcBef>
              <a:spcAft>
                <a:spcPts val="0"/>
              </a:spcAft>
              <a:buNone/>
              <a:defRPr sz="1400"/>
            </a:lvl6pPr>
            <a:lvl7pPr lvl="6">
              <a:spcBef>
                <a:spcPts val="0"/>
              </a:spcBef>
              <a:spcAft>
                <a:spcPts val="0"/>
              </a:spcAft>
              <a:buNone/>
              <a:defRPr sz="1400"/>
            </a:lvl7pPr>
            <a:lvl8pPr lvl="7">
              <a:spcBef>
                <a:spcPts val="0"/>
              </a:spcBef>
              <a:spcAft>
                <a:spcPts val="0"/>
              </a:spcAft>
              <a:buNone/>
              <a:defRPr sz="1400"/>
            </a:lvl8pPr>
            <a:lvl9pPr lvl="8">
              <a:spcBef>
                <a:spcPts val="0"/>
              </a:spcBef>
              <a:spcAft>
                <a:spcPts val="0"/>
              </a:spcAft>
              <a:buNone/>
              <a:defRPr sz="1400"/>
            </a:lvl9pPr>
          </a:lstStyle>
          <a:p/>
        </p:txBody>
      </p:sp>
      <p:sp>
        <p:nvSpPr>
          <p:cNvPr id="311" name="Google Shape;311;p31"/>
          <p:cNvSpPr txBox="1"/>
          <p:nvPr>
            <p:ph idx="4" type="subTitle"/>
          </p:nvPr>
        </p:nvSpPr>
        <p:spPr>
          <a:xfrm>
            <a:off x="4467775" y="1441300"/>
            <a:ext cx="4538700" cy="2988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a:latin typeface="Red Hat Display Medium"/>
                <a:ea typeface="Red Hat Display Medium"/>
                <a:cs typeface="Red Hat Display Medium"/>
                <a:sym typeface="Red Hat Display Medium"/>
              </a:defRPr>
            </a:lvl9pPr>
          </a:lstStyle>
          <a:p/>
        </p:txBody>
      </p:sp>
      <p:sp>
        <p:nvSpPr>
          <p:cNvPr id="312" name="Google Shape;312;p31"/>
          <p:cNvSpPr txBox="1"/>
          <p:nvPr>
            <p:ph idx="5" type="subTitle"/>
          </p:nvPr>
        </p:nvSpPr>
        <p:spPr>
          <a:xfrm>
            <a:off x="3362500" y="1832876"/>
            <a:ext cx="690000" cy="2349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0"/>
              </a:spcBef>
              <a:spcAft>
                <a:spcPts val="0"/>
              </a:spcAft>
              <a:buNone/>
              <a:defRPr sz="1400"/>
            </a:lvl2pPr>
            <a:lvl3pPr lvl="2" algn="ctr">
              <a:spcBef>
                <a:spcPts val="0"/>
              </a:spcBef>
              <a:spcAft>
                <a:spcPts val="0"/>
              </a:spcAft>
              <a:buNone/>
              <a:defRPr sz="1400"/>
            </a:lvl3pPr>
            <a:lvl4pPr lvl="3" algn="ctr">
              <a:spcBef>
                <a:spcPts val="0"/>
              </a:spcBef>
              <a:spcAft>
                <a:spcPts val="0"/>
              </a:spcAft>
              <a:buNone/>
              <a:defRPr sz="1400"/>
            </a:lvl4pPr>
            <a:lvl5pPr lvl="4" algn="ctr">
              <a:spcBef>
                <a:spcPts val="0"/>
              </a:spcBef>
              <a:spcAft>
                <a:spcPts val="0"/>
              </a:spcAft>
              <a:buNone/>
              <a:defRPr sz="1400"/>
            </a:lvl5pPr>
            <a:lvl6pPr lvl="5" algn="ctr">
              <a:spcBef>
                <a:spcPts val="0"/>
              </a:spcBef>
              <a:spcAft>
                <a:spcPts val="0"/>
              </a:spcAft>
              <a:buNone/>
              <a:defRPr sz="1400"/>
            </a:lvl6pPr>
            <a:lvl7pPr lvl="6" algn="ctr">
              <a:spcBef>
                <a:spcPts val="0"/>
              </a:spcBef>
              <a:spcAft>
                <a:spcPts val="0"/>
              </a:spcAft>
              <a:buNone/>
              <a:defRPr sz="1400"/>
            </a:lvl7pPr>
            <a:lvl8pPr lvl="7" algn="ctr">
              <a:spcBef>
                <a:spcPts val="0"/>
              </a:spcBef>
              <a:spcAft>
                <a:spcPts val="0"/>
              </a:spcAft>
              <a:buNone/>
              <a:defRPr sz="1400"/>
            </a:lvl8pPr>
            <a:lvl9pPr lvl="8" algn="ctr">
              <a:spcBef>
                <a:spcPts val="0"/>
              </a:spcBef>
              <a:spcAft>
                <a:spcPts val="0"/>
              </a:spcAft>
              <a:buNone/>
              <a:defRPr sz="14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meline horizontal">
  <p:cSld name="CUSTOM_4_15">
    <p:spTree>
      <p:nvGrpSpPr>
        <p:cNvPr id="313" name="Shape 313"/>
        <p:cNvGrpSpPr/>
        <p:nvPr/>
      </p:nvGrpSpPr>
      <p:grpSpPr>
        <a:xfrm>
          <a:off x="0" y="0"/>
          <a:ext cx="0" cy="0"/>
          <a:chOff x="0" y="0"/>
          <a:chExt cx="0" cy="0"/>
        </a:xfrm>
      </p:grpSpPr>
      <p:cxnSp>
        <p:nvCxnSpPr>
          <p:cNvPr id="314" name="Google Shape;314;p3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15" name="Google Shape;315;p3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16" name="Google Shape;316;p3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17" name="Google Shape;317;p3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318" name="Google Shape;318;p32"/>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319" name="Google Shape;319;p32"/>
          <p:cNvSpPr txBox="1"/>
          <p:nvPr>
            <p:ph idx="2" type="subTitle"/>
          </p:nvPr>
        </p:nvSpPr>
        <p:spPr>
          <a:xfrm>
            <a:off x="2042425" y="2497493"/>
            <a:ext cx="2106900" cy="3792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1200">
                <a:latin typeface="Red Hat Display Medium"/>
                <a:ea typeface="Red Hat Display Medium"/>
                <a:cs typeface="Red Hat Display Medium"/>
                <a:sym typeface="Red Hat Display Medium"/>
              </a:defRPr>
            </a:lvl1pPr>
            <a:lvl2pPr lvl="1">
              <a:lnSpc>
                <a:spcPct val="115000"/>
              </a:lnSpc>
              <a:spcBef>
                <a:spcPts val="0"/>
              </a:spcBef>
              <a:spcAft>
                <a:spcPts val="0"/>
              </a:spcAft>
              <a:buNone/>
              <a:defRPr sz="1200">
                <a:latin typeface="Red Hat Display Medium"/>
                <a:ea typeface="Red Hat Display Medium"/>
                <a:cs typeface="Red Hat Display Medium"/>
                <a:sym typeface="Red Hat Display Medium"/>
              </a:defRPr>
            </a:lvl2pPr>
            <a:lvl3pPr lvl="2">
              <a:lnSpc>
                <a:spcPct val="115000"/>
              </a:lnSpc>
              <a:spcBef>
                <a:spcPts val="0"/>
              </a:spcBef>
              <a:spcAft>
                <a:spcPts val="0"/>
              </a:spcAft>
              <a:buNone/>
              <a:defRPr sz="1200">
                <a:latin typeface="Red Hat Display Medium"/>
                <a:ea typeface="Red Hat Display Medium"/>
                <a:cs typeface="Red Hat Display Medium"/>
                <a:sym typeface="Red Hat Display Medium"/>
              </a:defRPr>
            </a:lvl3pPr>
            <a:lvl4pPr lvl="3">
              <a:lnSpc>
                <a:spcPct val="115000"/>
              </a:lnSpc>
              <a:spcBef>
                <a:spcPts val="0"/>
              </a:spcBef>
              <a:spcAft>
                <a:spcPts val="0"/>
              </a:spcAft>
              <a:buNone/>
              <a:defRPr sz="1200">
                <a:latin typeface="Red Hat Display Medium"/>
                <a:ea typeface="Red Hat Display Medium"/>
                <a:cs typeface="Red Hat Display Medium"/>
                <a:sym typeface="Red Hat Display Medium"/>
              </a:defRPr>
            </a:lvl4pPr>
            <a:lvl5pPr lvl="4">
              <a:lnSpc>
                <a:spcPct val="115000"/>
              </a:lnSpc>
              <a:spcBef>
                <a:spcPts val="0"/>
              </a:spcBef>
              <a:spcAft>
                <a:spcPts val="0"/>
              </a:spcAft>
              <a:buNone/>
              <a:defRPr sz="1200">
                <a:latin typeface="Red Hat Display Medium"/>
                <a:ea typeface="Red Hat Display Medium"/>
                <a:cs typeface="Red Hat Display Medium"/>
                <a:sym typeface="Red Hat Display Medium"/>
              </a:defRPr>
            </a:lvl5pPr>
            <a:lvl6pPr lvl="5">
              <a:lnSpc>
                <a:spcPct val="115000"/>
              </a:lnSpc>
              <a:spcBef>
                <a:spcPts val="0"/>
              </a:spcBef>
              <a:spcAft>
                <a:spcPts val="0"/>
              </a:spcAft>
              <a:buNone/>
              <a:defRPr sz="1200">
                <a:latin typeface="Red Hat Display Medium"/>
                <a:ea typeface="Red Hat Display Medium"/>
                <a:cs typeface="Red Hat Display Medium"/>
                <a:sym typeface="Red Hat Display Medium"/>
              </a:defRPr>
            </a:lvl6pPr>
            <a:lvl7pPr lvl="6">
              <a:lnSpc>
                <a:spcPct val="115000"/>
              </a:lnSpc>
              <a:spcBef>
                <a:spcPts val="0"/>
              </a:spcBef>
              <a:spcAft>
                <a:spcPts val="0"/>
              </a:spcAft>
              <a:buNone/>
              <a:defRPr sz="1200">
                <a:latin typeface="Red Hat Display Medium"/>
                <a:ea typeface="Red Hat Display Medium"/>
                <a:cs typeface="Red Hat Display Medium"/>
                <a:sym typeface="Red Hat Display Medium"/>
              </a:defRPr>
            </a:lvl7pPr>
            <a:lvl8pPr lvl="7">
              <a:lnSpc>
                <a:spcPct val="115000"/>
              </a:lnSpc>
              <a:spcBef>
                <a:spcPts val="0"/>
              </a:spcBef>
              <a:spcAft>
                <a:spcPts val="0"/>
              </a:spcAft>
              <a:buNone/>
              <a:defRPr sz="1200">
                <a:latin typeface="Red Hat Display Medium"/>
                <a:ea typeface="Red Hat Display Medium"/>
                <a:cs typeface="Red Hat Display Medium"/>
                <a:sym typeface="Red Hat Display Medium"/>
              </a:defRPr>
            </a:lvl8pPr>
            <a:lvl9pPr lvl="8">
              <a:lnSpc>
                <a:spcPct val="115000"/>
              </a:lnSpc>
              <a:spcBef>
                <a:spcPts val="0"/>
              </a:spcBef>
              <a:spcAft>
                <a:spcPts val="0"/>
              </a:spcAft>
              <a:buNone/>
              <a:defRPr sz="1200">
                <a:latin typeface="Red Hat Display Medium"/>
                <a:ea typeface="Red Hat Display Medium"/>
                <a:cs typeface="Red Hat Display Medium"/>
                <a:sym typeface="Red Hat Display Medium"/>
              </a:defRPr>
            </a:lvl9pPr>
          </a:lstStyle>
          <a:p/>
        </p:txBody>
      </p:sp>
      <p:sp>
        <p:nvSpPr>
          <p:cNvPr id="320" name="Google Shape;320;p32"/>
          <p:cNvSpPr txBox="1"/>
          <p:nvPr>
            <p:ph idx="3" type="subTitle"/>
          </p:nvPr>
        </p:nvSpPr>
        <p:spPr>
          <a:xfrm>
            <a:off x="2042425" y="2903475"/>
            <a:ext cx="2106900" cy="6753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321" name="Google Shape;321;p32"/>
          <p:cNvSpPr txBox="1"/>
          <p:nvPr>
            <p:ph idx="4" type="subTitle"/>
          </p:nvPr>
        </p:nvSpPr>
        <p:spPr>
          <a:xfrm>
            <a:off x="1596475" y="4403575"/>
            <a:ext cx="975900" cy="2349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1400">
                <a:solidFill>
                  <a:schemeClr val="accent1"/>
                </a:solidFill>
              </a:defRPr>
            </a:lvl1pPr>
            <a:lvl2pPr lvl="1" algn="ctr">
              <a:lnSpc>
                <a:spcPct val="115000"/>
              </a:lnSpc>
              <a:spcBef>
                <a:spcPts val="0"/>
              </a:spcBef>
              <a:spcAft>
                <a:spcPts val="0"/>
              </a:spcAft>
              <a:buNone/>
              <a:defRPr sz="1400">
                <a:solidFill>
                  <a:schemeClr val="accent1"/>
                </a:solidFill>
              </a:defRPr>
            </a:lvl2pPr>
            <a:lvl3pPr lvl="2" algn="ctr">
              <a:lnSpc>
                <a:spcPct val="115000"/>
              </a:lnSpc>
              <a:spcBef>
                <a:spcPts val="0"/>
              </a:spcBef>
              <a:spcAft>
                <a:spcPts val="0"/>
              </a:spcAft>
              <a:buNone/>
              <a:defRPr sz="1400">
                <a:solidFill>
                  <a:schemeClr val="accent1"/>
                </a:solidFill>
              </a:defRPr>
            </a:lvl3pPr>
            <a:lvl4pPr lvl="3" algn="ctr">
              <a:lnSpc>
                <a:spcPct val="115000"/>
              </a:lnSpc>
              <a:spcBef>
                <a:spcPts val="0"/>
              </a:spcBef>
              <a:spcAft>
                <a:spcPts val="0"/>
              </a:spcAft>
              <a:buNone/>
              <a:defRPr sz="1400">
                <a:solidFill>
                  <a:schemeClr val="accent1"/>
                </a:solidFill>
              </a:defRPr>
            </a:lvl4pPr>
            <a:lvl5pPr lvl="4" algn="ctr">
              <a:lnSpc>
                <a:spcPct val="115000"/>
              </a:lnSpc>
              <a:spcBef>
                <a:spcPts val="0"/>
              </a:spcBef>
              <a:spcAft>
                <a:spcPts val="0"/>
              </a:spcAft>
              <a:buNone/>
              <a:defRPr sz="1400">
                <a:solidFill>
                  <a:schemeClr val="accent1"/>
                </a:solidFill>
              </a:defRPr>
            </a:lvl5pPr>
            <a:lvl6pPr lvl="5" algn="ctr">
              <a:lnSpc>
                <a:spcPct val="115000"/>
              </a:lnSpc>
              <a:spcBef>
                <a:spcPts val="0"/>
              </a:spcBef>
              <a:spcAft>
                <a:spcPts val="0"/>
              </a:spcAft>
              <a:buNone/>
              <a:defRPr sz="1400">
                <a:solidFill>
                  <a:schemeClr val="accent1"/>
                </a:solidFill>
              </a:defRPr>
            </a:lvl6pPr>
            <a:lvl7pPr lvl="6" algn="ctr">
              <a:lnSpc>
                <a:spcPct val="115000"/>
              </a:lnSpc>
              <a:spcBef>
                <a:spcPts val="0"/>
              </a:spcBef>
              <a:spcAft>
                <a:spcPts val="0"/>
              </a:spcAft>
              <a:buNone/>
              <a:defRPr sz="1400">
                <a:solidFill>
                  <a:schemeClr val="accent1"/>
                </a:solidFill>
              </a:defRPr>
            </a:lvl7pPr>
            <a:lvl8pPr lvl="7" algn="ctr">
              <a:lnSpc>
                <a:spcPct val="115000"/>
              </a:lnSpc>
              <a:spcBef>
                <a:spcPts val="0"/>
              </a:spcBef>
              <a:spcAft>
                <a:spcPts val="0"/>
              </a:spcAft>
              <a:buNone/>
              <a:defRPr sz="1400">
                <a:solidFill>
                  <a:schemeClr val="accent1"/>
                </a:solidFill>
              </a:defRPr>
            </a:lvl8pPr>
            <a:lvl9pPr lvl="8" algn="ctr">
              <a:lnSpc>
                <a:spcPct val="115000"/>
              </a:lnSpc>
              <a:spcBef>
                <a:spcPts val="0"/>
              </a:spcBef>
              <a:spcAft>
                <a:spcPts val="0"/>
              </a:spcAft>
              <a:buNone/>
              <a:defRPr sz="1400">
                <a:solidFill>
                  <a:schemeClr val="accent1"/>
                </a:solidFill>
              </a:defRPr>
            </a:lvl9pPr>
          </a:lstStyle>
          <a:p/>
        </p:txBody>
      </p:sp>
      <p:sp>
        <p:nvSpPr>
          <p:cNvPr id="322" name="Google Shape;322;p32"/>
          <p:cNvSpPr txBox="1"/>
          <p:nvPr>
            <p:ph idx="5" type="subTitle"/>
          </p:nvPr>
        </p:nvSpPr>
        <p:spPr>
          <a:xfrm>
            <a:off x="3278975" y="3892511"/>
            <a:ext cx="975900" cy="2349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1400">
                <a:solidFill>
                  <a:schemeClr val="accent1"/>
                </a:solidFill>
              </a:defRPr>
            </a:lvl1pPr>
            <a:lvl2pPr lvl="1" algn="ctr">
              <a:lnSpc>
                <a:spcPct val="115000"/>
              </a:lnSpc>
              <a:spcBef>
                <a:spcPts val="0"/>
              </a:spcBef>
              <a:spcAft>
                <a:spcPts val="0"/>
              </a:spcAft>
              <a:buNone/>
              <a:defRPr sz="1400">
                <a:solidFill>
                  <a:schemeClr val="accent1"/>
                </a:solidFill>
              </a:defRPr>
            </a:lvl2pPr>
            <a:lvl3pPr lvl="2" algn="ctr">
              <a:lnSpc>
                <a:spcPct val="115000"/>
              </a:lnSpc>
              <a:spcBef>
                <a:spcPts val="0"/>
              </a:spcBef>
              <a:spcAft>
                <a:spcPts val="0"/>
              </a:spcAft>
              <a:buNone/>
              <a:defRPr sz="1400">
                <a:solidFill>
                  <a:schemeClr val="accent1"/>
                </a:solidFill>
              </a:defRPr>
            </a:lvl3pPr>
            <a:lvl4pPr lvl="3" algn="ctr">
              <a:lnSpc>
                <a:spcPct val="115000"/>
              </a:lnSpc>
              <a:spcBef>
                <a:spcPts val="0"/>
              </a:spcBef>
              <a:spcAft>
                <a:spcPts val="0"/>
              </a:spcAft>
              <a:buNone/>
              <a:defRPr sz="1400">
                <a:solidFill>
                  <a:schemeClr val="accent1"/>
                </a:solidFill>
              </a:defRPr>
            </a:lvl4pPr>
            <a:lvl5pPr lvl="4" algn="ctr">
              <a:lnSpc>
                <a:spcPct val="115000"/>
              </a:lnSpc>
              <a:spcBef>
                <a:spcPts val="0"/>
              </a:spcBef>
              <a:spcAft>
                <a:spcPts val="0"/>
              </a:spcAft>
              <a:buNone/>
              <a:defRPr sz="1400">
                <a:solidFill>
                  <a:schemeClr val="accent1"/>
                </a:solidFill>
              </a:defRPr>
            </a:lvl5pPr>
            <a:lvl6pPr lvl="5" algn="ctr">
              <a:lnSpc>
                <a:spcPct val="115000"/>
              </a:lnSpc>
              <a:spcBef>
                <a:spcPts val="0"/>
              </a:spcBef>
              <a:spcAft>
                <a:spcPts val="0"/>
              </a:spcAft>
              <a:buNone/>
              <a:defRPr sz="1400">
                <a:solidFill>
                  <a:schemeClr val="accent1"/>
                </a:solidFill>
              </a:defRPr>
            </a:lvl6pPr>
            <a:lvl7pPr lvl="6" algn="ctr">
              <a:lnSpc>
                <a:spcPct val="115000"/>
              </a:lnSpc>
              <a:spcBef>
                <a:spcPts val="0"/>
              </a:spcBef>
              <a:spcAft>
                <a:spcPts val="0"/>
              </a:spcAft>
              <a:buNone/>
              <a:defRPr sz="1400">
                <a:solidFill>
                  <a:schemeClr val="accent1"/>
                </a:solidFill>
              </a:defRPr>
            </a:lvl7pPr>
            <a:lvl8pPr lvl="7" algn="ctr">
              <a:lnSpc>
                <a:spcPct val="115000"/>
              </a:lnSpc>
              <a:spcBef>
                <a:spcPts val="0"/>
              </a:spcBef>
              <a:spcAft>
                <a:spcPts val="0"/>
              </a:spcAft>
              <a:buNone/>
              <a:defRPr sz="1400">
                <a:solidFill>
                  <a:schemeClr val="accent1"/>
                </a:solidFill>
              </a:defRPr>
            </a:lvl8pPr>
            <a:lvl9pPr lvl="8" algn="ctr">
              <a:lnSpc>
                <a:spcPct val="115000"/>
              </a:lnSpc>
              <a:spcBef>
                <a:spcPts val="0"/>
              </a:spcBef>
              <a:spcAft>
                <a:spcPts val="0"/>
              </a:spcAft>
              <a:buNone/>
              <a:defRPr sz="1400">
                <a:solidFill>
                  <a:schemeClr val="accent1"/>
                </a:solidFill>
              </a:defRPr>
            </a:lvl9pPr>
          </a:lstStyle>
          <a:p/>
        </p:txBody>
      </p:sp>
      <p:sp>
        <p:nvSpPr>
          <p:cNvPr id="323" name="Google Shape;323;p32"/>
          <p:cNvSpPr txBox="1"/>
          <p:nvPr>
            <p:ph idx="6" type="subTitle"/>
          </p:nvPr>
        </p:nvSpPr>
        <p:spPr>
          <a:xfrm>
            <a:off x="1713425" y="4752722"/>
            <a:ext cx="2106900" cy="379200"/>
          </a:xfrm>
          <a:prstGeom prst="rect">
            <a:avLst/>
          </a:prstGeom>
        </p:spPr>
        <p:txBody>
          <a:bodyPr anchorCtr="0" anchor="b" bIns="0" lIns="0" spcFirstLastPara="1" rIns="0" wrap="square" tIns="0">
            <a:noAutofit/>
          </a:bodyPr>
          <a:lstStyle>
            <a:lvl1pPr lvl="0" algn="r">
              <a:lnSpc>
                <a:spcPct val="115000"/>
              </a:lnSpc>
              <a:spcBef>
                <a:spcPts val="0"/>
              </a:spcBef>
              <a:spcAft>
                <a:spcPts val="0"/>
              </a:spcAft>
              <a:buNone/>
              <a:defRPr sz="1200">
                <a:latin typeface="Red Hat Display Medium"/>
                <a:ea typeface="Red Hat Display Medium"/>
                <a:cs typeface="Red Hat Display Medium"/>
                <a:sym typeface="Red Hat Display Medium"/>
              </a:defRPr>
            </a:lvl1pPr>
            <a:lvl2pPr lvl="1" algn="r">
              <a:lnSpc>
                <a:spcPct val="115000"/>
              </a:lnSpc>
              <a:spcBef>
                <a:spcPts val="0"/>
              </a:spcBef>
              <a:spcAft>
                <a:spcPts val="0"/>
              </a:spcAft>
              <a:buNone/>
              <a:defRPr sz="1200">
                <a:latin typeface="Red Hat Display Medium"/>
                <a:ea typeface="Red Hat Display Medium"/>
                <a:cs typeface="Red Hat Display Medium"/>
                <a:sym typeface="Red Hat Display Medium"/>
              </a:defRPr>
            </a:lvl2pPr>
            <a:lvl3pPr lvl="2" algn="r">
              <a:lnSpc>
                <a:spcPct val="115000"/>
              </a:lnSpc>
              <a:spcBef>
                <a:spcPts val="0"/>
              </a:spcBef>
              <a:spcAft>
                <a:spcPts val="0"/>
              </a:spcAft>
              <a:buNone/>
              <a:defRPr sz="1200">
                <a:latin typeface="Red Hat Display Medium"/>
                <a:ea typeface="Red Hat Display Medium"/>
                <a:cs typeface="Red Hat Display Medium"/>
                <a:sym typeface="Red Hat Display Medium"/>
              </a:defRPr>
            </a:lvl3pPr>
            <a:lvl4pPr lvl="3" algn="r">
              <a:lnSpc>
                <a:spcPct val="115000"/>
              </a:lnSpc>
              <a:spcBef>
                <a:spcPts val="0"/>
              </a:spcBef>
              <a:spcAft>
                <a:spcPts val="0"/>
              </a:spcAft>
              <a:buNone/>
              <a:defRPr sz="1200">
                <a:latin typeface="Red Hat Display Medium"/>
                <a:ea typeface="Red Hat Display Medium"/>
                <a:cs typeface="Red Hat Display Medium"/>
                <a:sym typeface="Red Hat Display Medium"/>
              </a:defRPr>
            </a:lvl4pPr>
            <a:lvl5pPr lvl="4" algn="r">
              <a:lnSpc>
                <a:spcPct val="115000"/>
              </a:lnSpc>
              <a:spcBef>
                <a:spcPts val="0"/>
              </a:spcBef>
              <a:spcAft>
                <a:spcPts val="0"/>
              </a:spcAft>
              <a:buNone/>
              <a:defRPr sz="1200">
                <a:latin typeface="Red Hat Display Medium"/>
                <a:ea typeface="Red Hat Display Medium"/>
                <a:cs typeface="Red Hat Display Medium"/>
                <a:sym typeface="Red Hat Display Medium"/>
              </a:defRPr>
            </a:lvl5pPr>
            <a:lvl6pPr lvl="5" algn="r">
              <a:lnSpc>
                <a:spcPct val="115000"/>
              </a:lnSpc>
              <a:spcBef>
                <a:spcPts val="0"/>
              </a:spcBef>
              <a:spcAft>
                <a:spcPts val="0"/>
              </a:spcAft>
              <a:buNone/>
              <a:defRPr sz="1200">
                <a:latin typeface="Red Hat Display Medium"/>
                <a:ea typeface="Red Hat Display Medium"/>
                <a:cs typeface="Red Hat Display Medium"/>
                <a:sym typeface="Red Hat Display Medium"/>
              </a:defRPr>
            </a:lvl6pPr>
            <a:lvl7pPr lvl="6" algn="r">
              <a:lnSpc>
                <a:spcPct val="115000"/>
              </a:lnSpc>
              <a:spcBef>
                <a:spcPts val="0"/>
              </a:spcBef>
              <a:spcAft>
                <a:spcPts val="0"/>
              </a:spcAft>
              <a:buNone/>
              <a:defRPr sz="1200">
                <a:latin typeface="Red Hat Display Medium"/>
                <a:ea typeface="Red Hat Display Medium"/>
                <a:cs typeface="Red Hat Display Medium"/>
                <a:sym typeface="Red Hat Display Medium"/>
              </a:defRPr>
            </a:lvl7pPr>
            <a:lvl8pPr lvl="7" algn="r">
              <a:lnSpc>
                <a:spcPct val="115000"/>
              </a:lnSpc>
              <a:spcBef>
                <a:spcPts val="0"/>
              </a:spcBef>
              <a:spcAft>
                <a:spcPts val="0"/>
              </a:spcAft>
              <a:buNone/>
              <a:defRPr sz="1200">
                <a:latin typeface="Red Hat Display Medium"/>
                <a:ea typeface="Red Hat Display Medium"/>
                <a:cs typeface="Red Hat Display Medium"/>
                <a:sym typeface="Red Hat Display Medium"/>
              </a:defRPr>
            </a:lvl8pPr>
            <a:lvl9pPr lvl="8" algn="r">
              <a:lnSpc>
                <a:spcPct val="115000"/>
              </a:lnSpc>
              <a:spcBef>
                <a:spcPts val="0"/>
              </a:spcBef>
              <a:spcAft>
                <a:spcPts val="0"/>
              </a:spcAft>
              <a:buNone/>
              <a:defRPr sz="1200">
                <a:latin typeface="Red Hat Display Medium"/>
                <a:ea typeface="Red Hat Display Medium"/>
                <a:cs typeface="Red Hat Display Medium"/>
                <a:sym typeface="Red Hat Display Medium"/>
              </a:defRPr>
            </a:lvl9pPr>
          </a:lstStyle>
          <a:p/>
        </p:txBody>
      </p:sp>
      <p:sp>
        <p:nvSpPr>
          <p:cNvPr id="324" name="Google Shape;324;p32"/>
          <p:cNvSpPr txBox="1"/>
          <p:nvPr>
            <p:ph idx="7" type="subTitle"/>
          </p:nvPr>
        </p:nvSpPr>
        <p:spPr>
          <a:xfrm>
            <a:off x="1713425" y="5158703"/>
            <a:ext cx="2106900" cy="6753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1200"/>
            </a:lvl1pPr>
            <a:lvl2pPr lvl="1" algn="r">
              <a:lnSpc>
                <a:spcPct val="115000"/>
              </a:lnSpc>
              <a:spcBef>
                <a:spcPts val="0"/>
              </a:spcBef>
              <a:spcAft>
                <a:spcPts val="0"/>
              </a:spcAft>
              <a:buNone/>
              <a:defRPr sz="1200"/>
            </a:lvl2pPr>
            <a:lvl3pPr lvl="2" algn="r">
              <a:lnSpc>
                <a:spcPct val="115000"/>
              </a:lnSpc>
              <a:spcBef>
                <a:spcPts val="0"/>
              </a:spcBef>
              <a:spcAft>
                <a:spcPts val="0"/>
              </a:spcAft>
              <a:buNone/>
              <a:defRPr sz="1200"/>
            </a:lvl3pPr>
            <a:lvl4pPr lvl="3" algn="r">
              <a:lnSpc>
                <a:spcPct val="115000"/>
              </a:lnSpc>
              <a:spcBef>
                <a:spcPts val="0"/>
              </a:spcBef>
              <a:spcAft>
                <a:spcPts val="0"/>
              </a:spcAft>
              <a:buNone/>
              <a:defRPr sz="1200"/>
            </a:lvl4pPr>
            <a:lvl5pPr lvl="4" algn="r">
              <a:lnSpc>
                <a:spcPct val="115000"/>
              </a:lnSpc>
              <a:spcBef>
                <a:spcPts val="0"/>
              </a:spcBef>
              <a:spcAft>
                <a:spcPts val="0"/>
              </a:spcAft>
              <a:buNone/>
              <a:defRPr sz="1200"/>
            </a:lvl5pPr>
            <a:lvl6pPr lvl="5" algn="r">
              <a:lnSpc>
                <a:spcPct val="115000"/>
              </a:lnSpc>
              <a:spcBef>
                <a:spcPts val="0"/>
              </a:spcBef>
              <a:spcAft>
                <a:spcPts val="0"/>
              </a:spcAft>
              <a:buNone/>
              <a:defRPr sz="1200"/>
            </a:lvl6pPr>
            <a:lvl7pPr lvl="6" algn="r">
              <a:lnSpc>
                <a:spcPct val="115000"/>
              </a:lnSpc>
              <a:spcBef>
                <a:spcPts val="0"/>
              </a:spcBef>
              <a:spcAft>
                <a:spcPts val="0"/>
              </a:spcAft>
              <a:buNone/>
              <a:defRPr sz="1200"/>
            </a:lvl7pPr>
            <a:lvl8pPr lvl="7" algn="r">
              <a:lnSpc>
                <a:spcPct val="115000"/>
              </a:lnSpc>
              <a:spcBef>
                <a:spcPts val="0"/>
              </a:spcBef>
              <a:spcAft>
                <a:spcPts val="0"/>
              </a:spcAft>
              <a:buNone/>
              <a:defRPr sz="1200"/>
            </a:lvl8pPr>
            <a:lvl9pPr lvl="8" algn="r">
              <a:lnSpc>
                <a:spcPct val="115000"/>
              </a:lnSpc>
              <a:spcBef>
                <a:spcPts val="0"/>
              </a:spcBef>
              <a:spcAft>
                <a:spcPts val="0"/>
              </a:spcAft>
              <a:buNone/>
              <a:defRPr sz="1200"/>
            </a:lvl9pPr>
          </a:lstStyle>
          <a:p/>
        </p:txBody>
      </p:sp>
      <p:sp>
        <p:nvSpPr>
          <p:cNvPr id="325" name="Google Shape;325;p32"/>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326" name="Google Shape;326;p32"/>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327" name="Google Shape;327;p32"/>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hree callouts">
  <p:cSld name="CUSTOM_4_14">
    <p:spTree>
      <p:nvGrpSpPr>
        <p:cNvPr id="328" name="Shape 328"/>
        <p:cNvGrpSpPr/>
        <p:nvPr/>
      </p:nvGrpSpPr>
      <p:grpSpPr>
        <a:xfrm>
          <a:off x="0" y="0"/>
          <a:ext cx="0" cy="0"/>
          <a:chOff x="0" y="0"/>
          <a:chExt cx="0" cy="0"/>
        </a:xfrm>
      </p:grpSpPr>
      <p:sp>
        <p:nvSpPr>
          <p:cNvPr id="329" name="Google Shape;329;p33"/>
          <p:cNvSpPr txBox="1"/>
          <p:nvPr>
            <p:ph idx="1" type="subTitle"/>
          </p:nvPr>
        </p:nvSpPr>
        <p:spPr>
          <a:xfrm>
            <a:off x="1008900" y="2436425"/>
            <a:ext cx="3014700" cy="1240800"/>
          </a:xfrm>
          <a:prstGeom prst="rect">
            <a:avLst/>
          </a:prstGeom>
        </p:spPr>
        <p:txBody>
          <a:bodyPr anchorCtr="0" anchor="t" bIns="0" lIns="0" spcFirstLastPara="1" rIns="0" wrap="square" tIns="0">
            <a:noAutofit/>
          </a:bodyPr>
          <a:lstStyle>
            <a:lvl1pPr lvl="0" algn="ctr">
              <a:spcBef>
                <a:spcPts val="0"/>
              </a:spcBef>
              <a:spcAft>
                <a:spcPts val="0"/>
              </a:spcAft>
              <a:buNone/>
              <a:defRPr sz="8000">
                <a:solidFill>
                  <a:schemeClr val="accent1"/>
                </a:solidFill>
              </a:defRPr>
            </a:lvl1pPr>
            <a:lvl2pPr lvl="1" algn="ctr">
              <a:spcBef>
                <a:spcPts val="500"/>
              </a:spcBef>
              <a:spcAft>
                <a:spcPts val="0"/>
              </a:spcAft>
              <a:buNone/>
              <a:defRPr sz="8000">
                <a:solidFill>
                  <a:schemeClr val="accent1"/>
                </a:solidFill>
              </a:defRPr>
            </a:lvl2pPr>
            <a:lvl3pPr lvl="2" algn="ctr">
              <a:spcBef>
                <a:spcPts val="500"/>
              </a:spcBef>
              <a:spcAft>
                <a:spcPts val="0"/>
              </a:spcAft>
              <a:buNone/>
              <a:defRPr sz="8000">
                <a:solidFill>
                  <a:schemeClr val="accent1"/>
                </a:solidFill>
              </a:defRPr>
            </a:lvl3pPr>
            <a:lvl4pPr lvl="3" algn="ctr">
              <a:spcBef>
                <a:spcPts val="500"/>
              </a:spcBef>
              <a:spcAft>
                <a:spcPts val="0"/>
              </a:spcAft>
              <a:buNone/>
              <a:defRPr sz="8000">
                <a:solidFill>
                  <a:schemeClr val="accent1"/>
                </a:solidFill>
              </a:defRPr>
            </a:lvl4pPr>
            <a:lvl5pPr lvl="4" algn="ctr">
              <a:spcBef>
                <a:spcPts val="500"/>
              </a:spcBef>
              <a:spcAft>
                <a:spcPts val="0"/>
              </a:spcAft>
              <a:buNone/>
              <a:defRPr sz="8000">
                <a:solidFill>
                  <a:schemeClr val="accent1"/>
                </a:solidFill>
              </a:defRPr>
            </a:lvl5pPr>
            <a:lvl6pPr lvl="5" algn="ctr">
              <a:spcBef>
                <a:spcPts val="500"/>
              </a:spcBef>
              <a:spcAft>
                <a:spcPts val="0"/>
              </a:spcAft>
              <a:buNone/>
              <a:defRPr sz="8000">
                <a:solidFill>
                  <a:schemeClr val="accent1"/>
                </a:solidFill>
              </a:defRPr>
            </a:lvl6pPr>
            <a:lvl7pPr lvl="6" algn="ctr">
              <a:spcBef>
                <a:spcPts val="500"/>
              </a:spcBef>
              <a:spcAft>
                <a:spcPts val="0"/>
              </a:spcAft>
              <a:buNone/>
              <a:defRPr sz="8000">
                <a:solidFill>
                  <a:schemeClr val="accent1"/>
                </a:solidFill>
              </a:defRPr>
            </a:lvl7pPr>
            <a:lvl8pPr lvl="7" algn="ctr">
              <a:spcBef>
                <a:spcPts val="500"/>
              </a:spcBef>
              <a:spcAft>
                <a:spcPts val="0"/>
              </a:spcAft>
              <a:buNone/>
              <a:defRPr sz="8000">
                <a:solidFill>
                  <a:schemeClr val="accent1"/>
                </a:solidFill>
              </a:defRPr>
            </a:lvl8pPr>
            <a:lvl9pPr lvl="8" algn="ctr">
              <a:spcBef>
                <a:spcPts val="500"/>
              </a:spcBef>
              <a:spcAft>
                <a:spcPts val="500"/>
              </a:spcAft>
              <a:buNone/>
              <a:defRPr sz="8000">
                <a:solidFill>
                  <a:schemeClr val="accent1"/>
                </a:solidFill>
              </a:defRPr>
            </a:lvl9pPr>
          </a:lstStyle>
          <a:p/>
        </p:txBody>
      </p:sp>
      <p:sp>
        <p:nvSpPr>
          <p:cNvPr id="330" name="Google Shape;330;p33"/>
          <p:cNvSpPr txBox="1"/>
          <p:nvPr>
            <p:ph idx="2" type="subTitle"/>
          </p:nvPr>
        </p:nvSpPr>
        <p:spPr>
          <a:xfrm>
            <a:off x="4588650" y="2436425"/>
            <a:ext cx="3014700" cy="1240800"/>
          </a:xfrm>
          <a:prstGeom prst="rect">
            <a:avLst/>
          </a:prstGeom>
        </p:spPr>
        <p:txBody>
          <a:bodyPr anchorCtr="0" anchor="t" bIns="0" lIns="0" spcFirstLastPara="1" rIns="0" wrap="square" tIns="0">
            <a:noAutofit/>
          </a:bodyPr>
          <a:lstStyle>
            <a:lvl1pPr lvl="0" algn="ctr">
              <a:spcBef>
                <a:spcPts val="0"/>
              </a:spcBef>
              <a:spcAft>
                <a:spcPts val="0"/>
              </a:spcAft>
              <a:buNone/>
              <a:defRPr sz="8000">
                <a:solidFill>
                  <a:schemeClr val="accent1"/>
                </a:solidFill>
              </a:defRPr>
            </a:lvl1pPr>
            <a:lvl2pPr lvl="1" algn="ctr">
              <a:spcBef>
                <a:spcPts val="500"/>
              </a:spcBef>
              <a:spcAft>
                <a:spcPts val="0"/>
              </a:spcAft>
              <a:buNone/>
              <a:defRPr sz="8000">
                <a:solidFill>
                  <a:schemeClr val="accent1"/>
                </a:solidFill>
              </a:defRPr>
            </a:lvl2pPr>
            <a:lvl3pPr lvl="2" algn="ctr">
              <a:spcBef>
                <a:spcPts val="500"/>
              </a:spcBef>
              <a:spcAft>
                <a:spcPts val="0"/>
              </a:spcAft>
              <a:buNone/>
              <a:defRPr sz="8000">
                <a:solidFill>
                  <a:schemeClr val="accent1"/>
                </a:solidFill>
              </a:defRPr>
            </a:lvl3pPr>
            <a:lvl4pPr lvl="3" algn="ctr">
              <a:spcBef>
                <a:spcPts val="500"/>
              </a:spcBef>
              <a:spcAft>
                <a:spcPts val="0"/>
              </a:spcAft>
              <a:buNone/>
              <a:defRPr sz="8000">
                <a:solidFill>
                  <a:schemeClr val="accent1"/>
                </a:solidFill>
              </a:defRPr>
            </a:lvl4pPr>
            <a:lvl5pPr lvl="4" algn="ctr">
              <a:spcBef>
                <a:spcPts val="500"/>
              </a:spcBef>
              <a:spcAft>
                <a:spcPts val="0"/>
              </a:spcAft>
              <a:buNone/>
              <a:defRPr sz="8000">
                <a:solidFill>
                  <a:schemeClr val="accent1"/>
                </a:solidFill>
              </a:defRPr>
            </a:lvl5pPr>
            <a:lvl6pPr lvl="5" algn="ctr">
              <a:spcBef>
                <a:spcPts val="500"/>
              </a:spcBef>
              <a:spcAft>
                <a:spcPts val="0"/>
              </a:spcAft>
              <a:buNone/>
              <a:defRPr sz="8000">
                <a:solidFill>
                  <a:schemeClr val="accent1"/>
                </a:solidFill>
              </a:defRPr>
            </a:lvl6pPr>
            <a:lvl7pPr lvl="6" algn="ctr">
              <a:spcBef>
                <a:spcPts val="500"/>
              </a:spcBef>
              <a:spcAft>
                <a:spcPts val="0"/>
              </a:spcAft>
              <a:buNone/>
              <a:defRPr sz="8000">
                <a:solidFill>
                  <a:schemeClr val="accent1"/>
                </a:solidFill>
              </a:defRPr>
            </a:lvl7pPr>
            <a:lvl8pPr lvl="7" algn="ctr">
              <a:spcBef>
                <a:spcPts val="500"/>
              </a:spcBef>
              <a:spcAft>
                <a:spcPts val="0"/>
              </a:spcAft>
              <a:buNone/>
              <a:defRPr sz="8000">
                <a:solidFill>
                  <a:schemeClr val="accent1"/>
                </a:solidFill>
              </a:defRPr>
            </a:lvl8pPr>
            <a:lvl9pPr lvl="8" algn="ctr">
              <a:spcBef>
                <a:spcPts val="500"/>
              </a:spcBef>
              <a:spcAft>
                <a:spcPts val="500"/>
              </a:spcAft>
              <a:buNone/>
              <a:defRPr sz="8000">
                <a:solidFill>
                  <a:schemeClr val="accent1"/>
                </a:solidFill>
              </a:defRPr>
            </a:lvl9pPr>
          </a:lstStyle>
          <a:p/>
        </p:txBody>
      </p:sp>
      <p:sp>
        <p:nvSpPr>
          <p:cNvPr id="331" name="Google Shape;331;p33"/>
          <p:cNvSpPr txBox="1"/>
          <p:nvPr>
            <p:ph idx="3" type="subTitle"/>
          </p:nvPr>
        </p:nvSpPr>
        <p:spPr>
          <a:xfrm>
            <a:off x="8168350" y="2436425"/>
            <a:ext cx="3014700" cy="1240800"/>
          </a:xfrm>
          <a:prstGeom prst="rect">
            <a:avLst/>
          </a:prstGeom>
        </p:spPr>
        <p:txBody>
          <a:bodyPr anchorCtr="0" anchor="t" bIns="0" lIns="0" spcFirstLastPara="1" rIns="0" wrap="square" tIns="0">
            <a:noAutofit/>
          </a:bodyPr>
          <a:lstStyle>
            <a:lvl1pPr lvl="0" algn="ctr">
              <a:spcBef>
                <a:spcPts val="0"/>
              </a:spcBef>
              <a:spcAft>
                <a:spcPts val="0"/>
              </a:spcAft>
              <a:buNone/>
              <a:defRPr sz="8000">
                <a:solidFill>
                  <a:schemeClr val="accent1"/>
                </a:solidFill>
              </a:defRPr>
            </a:lvl1pPr>
            <a:lvl2pPr lvl="1" algn="ctr">
              <a:spcBef>
                <a:spcPts val="500"/>
              </a:spcBef>
              <a:spcAft>
                <a:spcPts val="0"/>
              </a:spcAft>
              <a:buNone/>
              <a:defRPr sz="8000">
                <a:solidFill>
                  <a:schemeClr val="accent1"/>
                </a:solidFill>
              </a:defRPr>
            </a:lvl2pPr>
            <a:lvl3pPr lvl="2" algn="ctr">
              <a:spcBef>
                <a:spcPts val="500"/>
              </a:spcBef>
              <a:spcAft>
                <a:spcPts val="0"/>
              </a:spcAft>
              <a:buNone/>
              <a:defRPr sz="8000">
                <a:solidFill>
                  <a:schemeClr val="accent1"/>
                </a:solidFill>
              </a:defRPr>
            </a:lvl3pPr>
            <a:lvl4pPr lvl="3" algn="ctr">
              <a:spcBef>
                <a:spcPts val="500"/>
              </a:spcBef>
              <a:spcAft>
                <a:spcPts val="0"/>
              </a:spcAft>
              <a:buNone/>
              <a:defRPr sz="8000">
                <a:solidFill>
                  <a:schemeClr val="accent1"/>
                </a:solidFill>
              </a:defRPr>
            </a:lvl4pPr>
            <a:lvl5pPr lvl="4" algn="ctr">
              <a:spcBef>
                <a:spcPts val="500"/>
              </a:spcBef>
              <a:spcAft>
                <a:spcPts val="0"/>
              </a:spcAft>
              <a:buNone/>
              <a:defRPr sz="8000">
                <a:solidFill>
                  <a:schemeClr val="accent1"/>
                </a:solidFill>
              </a:defRPr>
            </a:lvl5pPr>
            <a:lvl6pPr lvl="5" algn="ctr">
              <a:spcBef>
                <a:spcPts val="500"/>
              </a:spcBef>
              <a:spcAft>
                <a:spcPts val="0"/>
              </a:spcAft>
              <a:buNone/>
              <a:defRPr sz="8000">
                <a:solidFill>
                  <a:schemeClr val="accent1"/>
                </a:solidFill>
              </a:defRPr>
            </a:lvl6pPr>
            <a:lvl7pPr lvl="6" algn="ctr">
              <a:spcBef>
                <a:spcPts val="500"/>
              </a:spcBef>
              <a:spcAft>
                <a:spcPts val="0"/>
              </a:spcAft>
              <a:buNone/>
              <a:defRPr sz="8000">
                <a:solidFill>
                  <a:schemeClr val="accent1"/>
                </a:solidFill>
              </a:defRPr>
            </a:lvl7pPr>
            <a:lvl8pPr lvl="7" algn="ctr">
              <a:spcBef>
                <a:spcPts val="500"/>
              </a:spcBef>
              <a:spcAft>
                <a:spcPts val="0"/>
              </a:spcAft>
              <a:buNone/>
              <a:defRPr sz="8000">
                <a:solidFill>
                  <a:schemeClr val="accent1"/>
                </a:solidFill>
              </a:defRPr>
            </a:lvl8pPr>
            <a:lvl9pPr lvl="8" algn="ctr">
              <a:spcBef>
                <a:spcPts val="500"/>
              </a:spcBef>
              <a:spcAft>
                <a:spcPts val="500"/>
              </a:spcAft>
              <a:buNone/>
              <a:defRPr sz="8000">
                <a:solidFill>
                  <a:schemeClr val="accent1"/>
                </a:solidFill>
              </a:defRPr>
            </a:lvl9pPr>
          </a:lstStyle>
          <a:p/>
        </p:txBody>
      </p:sp>
      <p:cxnSp>
        <p:nvCxnSpPr>
          <p:cNvPr id="332" name="Google Shape;332;p3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33" name="Google Shape;333;p3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34" name="Google Shape;334;p3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35" name="Google Shape;335;p33"/>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336" name="Google Shape;336;p33"/>
          <p:cNvSpPr txBox="1"/>
          <p:nvPr>
            <p:ph idx="4"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337" name="Google Shape;337;p33"/>
          <p:cNvCxnSpPr/>
          <p:nvPr/>
        </p:nvCxnSpPr>
        <p:spPr>
          <a:xfrm>
            <a:off x="4306145" y="2661025"/>
            <a:ext cx="0" cy="2556600"/>
          </a:xfrm>
          <a:prstGeom prst="straightConnector1">
            <a:avLst/>
          </a:prstGeom>
          <a:noFill/>
          <a:ln cap="flat" cmpd="sng" w="9525">
            <a:solidFill>
              <a:schemeClr val="dk2"/>
            </a:solidFill>
            <a:prstDash val="dot"/>
            <a:round/>
            <a:headEnd len="med" w="med" type="none"/>
            <a:tailEnd len="med" w="med" type="none"/>
          </a:ln>
        </p:spPr>
      </p:cxnSp>
      <p:cxnSp>
        <p:nvCxnSpPr>
          <p:cNvPr id="338" name="Google Shape;338;p33"/>
          <p:cNvCxnSpPr/>
          <p:nvPr/>
        </p:nvCxnSpPr>
        <p:spPr>
          <a:xfrm>
            <a:off x="7885845" y="2661025"/>
            <a:ext cx="0" cy="2556600"/>
          </a:xfrm>
          <a:prstGeom prst="straightConnector1">
            <a:avLst/>
          </a:prstGeom>
          <a:noFill/>
          <a:ln cap="flat" cmpd="sng" w="9525">
            <a:solidFill>
              <a:schemeClr val="dk2"/>
            </a:solidFill>
            <a:prstDash val="dot"/>
            <a:round/>
            <a:headEnd len="med" w="med" type="none"/>
            <a:tailEnd len="med" w="med" type="none"/>
          </a:ln>
        </p:spPr>
      </p:cxnSp>
      <p:sp>
        <p:nvSpPr>
          <p:cNvPr id="339" name="Google Shape;339;p33"/>
          <p:cNvSpPr txBox="1"/>
          <p:nvPr>
            <p:ph idx="5" type="subTitle"/>
          </p:nvPr>
        </p:nvSpPr>
        <p:spPr>
          <a:xfrm>
            <a:off x="4468300" y="3677200"/>
            <a:ext cx="3255300" cy="3219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40" name="Google Shape;340;p33"/>
          <p:cNvSpPr txBox="1"/>
          <p:nvPr>
            <p:ph idx="6" type="subTitle"/>
          </p:nvPr>
        </p:nvSpPr>
        <p:spPr>
          <a:xfrm>
            <a:off x="4468400" y="4166425"/>
            <a:ext cx="3255300" cy="9153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341" name="Google Shape;341;p33"/>
          <p:cNvSpPr txBox="1"/>
          <p:nvPr>
            <p:ph idx="7" type="subTitle"/>
          </p:nvPr>
        </p:nvSpPr>
        <p:spPr>
          <a:xfrm>
            <a:off x="8048000" y="3677200"/>
            <a:ext cx="3255300" cy="3219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42" name="Google Shape;342;p33"/>
          <p:cNvSpPr txBox="1"/>
          <p:nvPr>
            <p:ph idx="8" type="subTitle"/>
          </p:nvPr>
        </p:nvSpPr>
        <p:spPr>
          <a:xfrm>
            <a:off x="8048100" y="4166425"/>
            <a:ext cx="3255300" cy="9153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343" name="Google Shape;343;p33"/>
          <p:cNvSpPr txBox="1"/>
          <p:nvPr>
            <p:ph idx="9" type="subTitle"/>
          </p:nvPr>
        </p:nvSpPr>
        <p:spPr>
          <a:xfrm>
            <a:off x="888600" y="3677200"/>
            <a:ext cx="3255300" cy="3219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44" name="Google Shape;344;p33"/>
          <p:cNvSpPr txBox="1"/>
          <p:nvPr>
            <p:ph idx="13" type="subTitle"/>
          </p:nvPr>
        </p:nvSpPr>
        <p:spPr>
          <a:xfrm>
            <a:off x="888700" y="4166425"/>
            <a:ext cx="3255300" cy="9153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345" name="Google Shape;345;p33"/>
          <p:cNvSpPr txBox="1"/>
          <p:nvPr>
            <p:ph idx="14"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346" name="Google Shape;346;p33"/>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347" name="Google Shape;347;p33"/>
          <p:cNvSpPr txBox="1"/>
          <p:nvPr>
            <p:ph idx="15"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p:cSld name="CUSTOM_4_13">
    <p:spTree>
      <p:nvGrpSpPr>
        <p:cNvPr id="348" name="Shape 348"/>
        <p:cNvGrpSpPr/>
        <p:nvPr/>
      </p:nvGrpSpPr>
      <p:grpSpPr>
        <a:xfrm>
          <a:off x="0" y="0"/>
          <a:ext cx="0" cy="0"/>
          <a:chOff x="0" y="0"/>
          <a:chExt cx="0" cy="0"/>
        </a:xfrm>
      </p:grpSpPr>
      <p:sp>
        <p:nvSpPr>
          <p:cNvPr id="349" name="Google Shape;349;p34"/>
          <p:cNvSpPr txBox="1"/>
          <p:nvPr>
            <p:ph idx="1" type="subTitle"/>
          </p:nvPr>
        </p:nvSpPr>
        <p:spPr>
          <a:xfrm>
            <a:off x="4555550" y="2436425"/>
            <a:ext cx="3014700" cy="1240800"/>
          </a:xfrm>
          <a:prstGeom prst="rect">
            <a:avLst/>
          </a:prstGeom>
        </p:spPr>
        <p:txBody>
          <a:bodyPr anchorCtr="0" anchor="t" bIns="0" lIns="0" spcFirstLastPara="1" rIns="0" wrap="square" tIns="0">
            <a:noAutofit/>
          </a:bodyPr>
          <a:lstStyle>
            <a:lvl1pPr lvl="0">
              <a:spcBef>
                <a:spcPts val="0"/>
              </a:spcBef>
              <a:spcAft>
                <a:spcPts val="0"/>
              </a:spcAft>
              <a:buNone/>
              <a:defRPr sz="8000">
                <a:solidFill>
                  <a:schemeClr val="accent1"/>
                </a:solidFill>
              </a:defRPr>
            </a:lvl1pPr>
            <a:lvl2pPr lvl="1">
              <a:spcBef>
                <a:spcPts val="500"/>
              </a:spcBef>
              <a:spcAft>
                <a:spcPts val="0"/>
              </a:spcAft>
              <a:buNone/>
              <a:defRPr sz="8000">
                <a:solidFill>
                  <a:schemeClr val="accent1"/>
                </a:solidFill>
              </a:defRPr>
            </a:lvl2pPr>
            <a:lvl3pPr lvl="2">
              <a:spcBef>
                <a:spcPts val="500"/>
              </a:spcBef>
              <a:spcAft>
                <a:spcPts val="0"/>
              </a:spcAft>
              <a:buNone/>
              <a:defRPr sz="8000">
                <a:solidFill>
                  <a:schemeClr val="accent1"/>
                </a:solidFill>
              </a:defRPr>
            </a:lvl3pPr>
            <a:lvl4pPr lvl="3">
              <a:spcBef>
                <a:spcPts val="500"/>
              </a:spcBef>
              <a:spcAft>
                <a:spcPts val="0"/>
              </a:spcAft>
              <a:buNone/>
              <a:defRPr sz="8000">
                <a:solidFill>
                  <a:schemeClr val="accent1"/>
                </a:solidFill>
              </a:defRPr>
            </a:lvl4pPr>
            <a:lvl5pPr lvl="4">
              <a:spcBef>
                <a:spcPts val="500"/>
              </a:spcBef>
              <a:spcAft>
                <a:spcPts val="0"/>
              </a:spcAft>
              <a:buNone/>
              <a:defRPr sz="8000">
                <a:solidFill>
                  <a:schemeClr val="accent1"/>
                </a:solidFill>
              </a:defRPr>
            </a:lvl5pPr>
            <a:lvl6pPr lvl="5">
              <a:spcBef>
                <a:spcPts val="500"/>
              </a:spcBef>
              <a:spcAft>
                <a:spcPts val="0"/>
              </a:spcAft>
              <a:buNone/>
              <a:defRPr sz="8000">
                <a:solidFill>
                  <a:schemeClr val="accent1"/>
                </a:solidFill>
              </a:defRPr>
            </a:lvl6pPr>
            <a:lvl7pPr lvl="6">
              <a:spcBef>
                <a:spcPts val="500"/>
              </a:spcBef>
              <a:spcAft>
                <a:spcPts val="0"/>
              </a:spcAft>
              <a:buNone/>
              <a:defRPr sz="8000">
                <a:solidFill>
                  <a:schemeClr val="accent1"/>
                </a:solidFill>
              </a:defRPr>
            </a:lvl7pPr>
            <a:lvl8pPr lvl="7">
              <a:spcBef>
                <a:spcPts val="500"/>
              </a:spcBef>
              <a:spcAft>
                <a:spcPts val="0"/>
              </a:spcAft>
              <a:buNone/>
              <a:defRPr sz="8000">
                <a:solidFill>
                  <a:schemeClr val="accent1"/>
                </a:solidFill>
              </a:defRPr>
            </a:lvl8pPr>
            <a:lvl9pPr lvl="8">
              <a:spcBef>
                <a:spcPts val="500"/>
              </a:spcBef>
              <a:spcAft>
                <a:spcPts val="500"/>
              </a:spcAft>
              <a:buNone/>
              <a:defRPr sz="8000">
                <a:solidFill>
                  <a:schemeClr val="accent1"/>
                </a:solidFill>
              </a:defRPr>
            </a:lvl9pPr>
          </a:lstStyle>
          <a:p/>
        </p:txBody>
      </p:sp>
      <p:sp>
        <p:nvSpPr>
          <p:cNvPr id="350" name="Google Shape;350;p34"/>
          <p:cNvSpPr txBox="1"/>
          <p:nvPr>
            <p:ph idx="2" type="subTitle"/>
          </p:nvPr>
        </p:nvSpPr>
        <p:spPr>
          <a:xfrm>
            <a:off x="7972925" y="2436425"/>
            <a:ext cx="3014700" cy="1240800"/>
          </a:xfrm>
          <a:prstGeom prst="rect">
            <a:avLst/>
          </a:prstGeom>
        </p:spPr>
        <p:txBody>
          <a:bodyPr anchorCtr="0" anchor="t" bIns="0" lIns="0" spcFirstLastPara="1" rIns="0" wrap="square" tIns="0">
            <a:noAutofit/>
          </a:bodyPr>
          <a:lstStyle>
            <a:lvl1pPr lvl="0">
              <a:spcBef>
                <a:spcPts val="0"/>
              </a:spcBef>
              <a:spcAft>
                <a:spcPts val="0"/>
              </a:spcAft>
              <a:buNone/>
              <a:defRPr sz="8000">
                <a:solidFill>
                  <a:schemeClr val="accent1"/>
                </a:solidFill>
              </a:defRPr>
            </a:lvl1pPr>
            <a:lvl2pPr lvl="1">
              <a:spcBef>
                <a:spcPts val="500"/>
              </a:spcBef>
              <a:spcAft>
                <a:spcPts val="0"/>
              </a:spcAft>
              <a:buNone/>
              <a:defRPr sz="8000">
                <a:solidFill>
                  <a:schemeClr val="accent1"/>
                </a:solidFill>
              </a:defRPr>
            </a:lvl2pPr>
            <a:lvl3pPr lvl="2">
              <a:spcBef>
                <a:spcPts val="500"/>
              </a:spcBef>
              <a:spcAft>
                <a:spcPts val="0"/>
              </a:spcAft>
              <a:buNone/>
              <a:defRPr sz="8000">
                <a:solidFill>
                  <a:schemeClr val="accent1"/>
                </a:solidFill>
              </a:defRPr>
            </a:lvl3pPr>
            <a:lvl4pPr lvl="3">
              <a:spcBef>
                <a:spcPts val="500"/>
              </a:spcBef>
              <a:spcAft>
                <a:spcPts val="0"/>
              </a:spcAft>
              <a:buNone/>
              <a:defRPr sz="8000">
                <a:solidFill>
                  <a:schemeClr val="accent1"/>
                </a:solidFill>
              </a:defRPr>
            </a:lvl4pPr>
            <a:lvl5pPr lvl="4">
              <a:spcBef>
                <a:spcPts val="500"/>
              </a:spcBef>
              <a:spcAft>
                <a:spcPts val="0"/>
              </a:spcAft>
              <a:buNone/>
              <a:defRPr sz="8000">
                <a:solidFill>
                  <a:schemeClr val="accent1"/>
                </a:solidFill>
              </a:defRPr>
            </a:lvl5pPr>
            <a:lvl6pPr lvl="5">
              <a:spcBef>
                <a:spcPts val="500"/>
              </a:spcBef>
              <a:spcAft>
                <a:spcPts val="0"/>
              </a:spcAft>
              <a:buNone/>
              <a:defRPr sz="8000">
                <a:solidFill>
                  <a:schemeClr val="accent1"/>
                </a:solidFill>
              </a:defRPr>
            </a:lvl6pPr>
            <a:lvl7pPr lvl="6">
              <a:spcBef>
                <a:spcPts val="500"/>
              </a:spcBef>
              <a:spcAft>
                <a:spcPts val="0"/>
              </a:spcAft>
              <a:buNone/>
              <a:defRPr sz="8000">
                <a:solidFill>
                  <a:schemeClr val="accent1"/>
                </a:solidFill>
              </a:defRPr>
            </a:lvl7pPr>
            <a:lvl8pPr lvl="7">
              <a:spcBef>
                <a:spcPts val="500"/>
              </a:spcBef>
              <a:spcAft>
                <a:spcPts val="0"/>
              </a:spcAft>
              <a:buNone/>
              <a:defRPr sz="8000">
                <a:solidFill>
                  <a:schemeClr val="accent1"/>
                </a:solidFill>
              </a:defRPr>
            </a:lvl8pPr>
            <a:lvl9pPr lvl="8">
              <a:spcBef>
                <a:spcPts val="500"/>
              </a:spcBef>
              <a:spcAft>
                <a:spcPts val="500"/>
              </a:spcAft>
              <a:buNone/>
              <a:defRPr sz="8000">
                <a:solidFill>
                  <a:schemeClr val="accent1"/>
                </a:solidFill>
              </a:defRPr>
            </a:lvl9pPr>
          </a:lstStyle>
          <a:p/>
        </p:txBody>
      </p:sp>
      <p:cxnSp>
        <p:nvCxnSpPr>
          <p:cNvPr id="351" name="Google Shape;351;p3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52" name="Google Shape;352;p3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53" name="Google Shape;353;p3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54" name="Google Shape;354;p34"/>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355" name="Google Shape;355;p34"/>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356" name="Google Shape;356;p34"/>
          <p:cNvSpPr txBox="1"/>
          <p:nvPr>
            <p:ph idx="4" type="subTitle"/>
          </p:nvPr>
        </p:nvSpPr>
        <p:spPr>
          <a:xfrm>
            <a:off x="887800" y="2596700"/>
            <a:ext cx="3182700" cy="2668800"/>
          </a:xfrm>
          <a:prstGeom prst="rect">
            <a:avLst/>
          </a:prstGeom>
        </p:spPr>
        <p:txBody>
          <a:bodyPr anchorCtr="0" anchor="t" bIns="0" lIns="0" spcFirstLastPara="1" rIns="0" wrap="square" tIns="0">
            <a:noAutofit/>
          </a:bodyPr>
          <a:lstStyle>
            <a:lvl1pPr lv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cxnSp>
        <p:nvCxnSpPr>
          <p:cNvPr id="357" name="Google Shape;357;p34"/>
          <p:cNvCxnSpPr/>
          <p:nvPr/>
        </p:nvCxnSpPr>
        <p:spPr>
          <a:xfrm>
            <a:off x="7885850" y="3677350"/>
            <a:ext cx="0" cy="1404600"/>
          </a:xfrm>
          <a:prstGeom prst="straightConnector1">
            <a:avLst/>
          </a:prstGeom>
          <a:noFill/>
          <a:ln cap="flat" cmpd="sng" w="9525">
            <a:solidFill>
              <a:schemeClr val="dk2"/>
            </a:solidFill>
            <a:prstDash val="dot"/>
            <a:round/>
            <a:headEnd len="med" w="med" type="none"/>
            <a:tailEnd len="med" w="med" type="none"/>
          </a:ln>
        </p:spPr>
      </p:cxnSp>
      <p:sp>
        <p:nvSpPr>
          <p:cNvPr id="358" name="Google Shape;358;p34"/>
          <p:cNvSpPr txBox="1"/>
          <p:nvPr>
            <p:ph idx="5" type="subTitle"/>
          </p:nvPr>
        </p:nvSpPr>
        <p:spPr>
          <a:xfrm>
            <a:off x="4620750" y="3677388"/>
            <a:ext cx="2949600" cy="3219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59" name="Google Shape;359;p34"/>
          <p:cNvSpPr txBox="1"/>
          <p:nvPr>
            <p:ph idx="6" type="subTitle"/>
          </p:nvPr>
        </p:nvSpPr>
        <p:spPr>
          <a:xfrm>
            <a:off x="4620750" y="4166613"/>
            <a:ext cx="2949600" cy="9153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360" name="Google Shape;360;p34"/>
          <p:cNvSpPr txBox="1"/>
          <p:nvPr>
            <p:ph idx="7" type="subTitle"/>
          </p:nvPr>
        </p:nvSpPr>
        <p:spPr>
          <a:xfrm>
            <a:off x="8051175" y="3677388"/>
            <a:ext cx="2949600" cy="3219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61" name="Google Shape;361;p34"/>
          <p:cNvSpPr txBox="1"/>
          <p:nvPr>
            <p:ph idx="8" type="subTitle"/>
          </p:nvPr>
        </p:nvSpPr>
        <p:spPr>
          <a:xfrm>
            <a:off x="8051175" y="4166613"/>
            <a:ext cx="2949600" cy="9153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362" name="Google Shape;362;p34"/>
          <p:cNvSpPr txBox="1"/>
          <p:nvPr>
            <p:ph idx="9"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363" name="Google Shape;363;p34"/>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364" name="Google Shape;364;p34"/>
          <p:cNvSpPr txBox="1"/>
          <p:nvPr>
            <p:ph idx="13"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pies">
  <p:cSld name="CUSTOM_4_12">
    <p:spTree>
      <p:nvGrpSpPr>
        <p:cNvPr id="365" name="Shape 365"/>
        <p:cNvGrpSpPr/>
        <p:nvPr/>
      </p:nvGrpSpPr>
      <p:grpSpPr>
        <a:xfrm>
          <a:off x="0" y="0"/>
          <a:ext cx="0" cy="0"/>
          <a:chOff x="0" y="0"/>
          <a:chExt cx="0" cy="0"/>
        </a:xfrm>
      </p:grpSpPr>
      <p:cxnSp>
        <p:nvCxnSpPr>
          <p:cNvPr id="366" name="Google Shape;366;p3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67" name="Google Shape;367;p3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68" name="Google Shape;368;p3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69" name="Google Shape;369;p35"/>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370" name="Google Shape;370;p35"/>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371" name="Google Shape;371;p35"/>
          <p:cNvCxnSpPr/>
          <p:nvPr/>
        </p:nvCxnSpPr>
        <p:spPr>
          <a:xfrm>
            <a:off x="7885850" y="4439350"/>
            <a:ext cx="0" cy="1404600"/>
          </a:xfrm>
          <a:prstGeom prst="straightConnector1">
            <a:avLst/>
          </a:prstGeom>
          <a:noFill/>
          <a:ln cap="flat" cmpd="sng" w="9525">
            <a:solidFill>
              <a:schemeClr val="dk2"/>
            </a:solidFill>
            <a:prstDash val="dot"/>
            <a:round/>
            <a:headEnd len="med" w="med" type="none"/>
            <a:tailEnd len="med" w="med" type="none"/>
          </a:ln>
        </p:spPr>
      </p:cxnSp>
      <p:sp>
        <p:nvSpPr>
          <p:cNvPr id="372" name="Google Shape;372;p35"/>
          <p:cNvSpPr txBox="1"/>
          <p:nvPr>
            <p:ph idx="2" type="subTitle"/>
          </p:nvPr>
        </p:nvSpPr>
        <p:spPr>
          <a:xfrm>
            <a:off x="887800" y="2596700"/>
            <a:ext cx="3182700" cy="2668800"/>
          </a:xfrm>
          <a:prstGeom prst="rect">
            <a:avLst/>
          </a:prstGeom>
        </p:spPr>
        <p:txBody>
          <a:bodyPr anchorCtr="0" anchor="t" bIns="0" lIns="0" spcFirstLastPara="1" rIns="0" wrap="square" tIns="0">
            <a:noAutofit/>
          </a:bodyPr>
          <a:lstStyle>
            <a:lvl1pPr lv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sp>
        <p:nvSpPr>
          <p:cNvPr id="373" name="Google Shape;373;p35"/>
          <p:cNvSpPr txBox="1"/>
          <p:nvPr>
            <p:ph idx="3" type="subTitle"/>
          </p:nvPr>
        </p:nvSpPr>
        <p:spPr>
          <a:xfrm>
            <a:off x="4620750" y="4439350"/>
            <a:ext cx="2949600" cy="3219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74" name="Google Shape;374;p35"/>
          <p:cNvSpPr txBox="1"/>
          <p:nvPr>
            <p:ph idx="4" type="subTitle"/>
          </p:nvPr>
        </p:nvSpPr>
        <p:spPr>
          <a:xfrm>
            <a:off x="4620750" y="4928575"/>
            <a:ext cx="2949600" cy="9153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375" name="Google Shape;375;p35"/>
          <p:cNvSpPr txBox="1"/>
          <p:nvPr>
            <p:ph idx="5" type="subTitle"/>
          </p:nvPr>
        </p:nvSpPr>
        <p:spPr>
          <a:xfrm>
            <a:off x="8051175" y="4439350"/>
            <a:ext cx="2949600" cy="3219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76" name="Google Shape;376;p35"/>
          <p:cNvSpPr txBox="1"/>
          <p:nvPr>
            <p:ph idx="6" type="subTitle"/>
          </p:nvPr>
        </p:nvSpPr>
        <p:spPr>
          <a:xfrm>
            <a:off x="8051175" y="4928575"/>
            <a:ext cx="2949600" cy="9153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377" name="Google Shape;377;p35"/>
          <p:cNvSpPr txBox="1"/>
          <p:nvPr>
            <p:ph idx="7"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378" name="Google Shape;378;p35"/>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379" name="Google Shape;379;p35"/>
          <p:cNvSpPr txBox="1"/>
          <p:nvPr>
            <p:ph idx="8"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large pie">
  <p:cSld name="CUSTOM_4_11">
    <p:spTree>
      <p:nvGrpSpPr>
        <p:cNvPr id="380" name="Shape 380"/>
        <p:cNvGrpSpPr/>
        <p:nvPr/>
      </p:nvGrpSpPr>
      <p:grpSpPr>
        <a:xfrm>
          <a:off x="0" y="0"/>
          <a:ext cx="0" cy="0"/>
          <a:chOff x="0" y="0"/>
          <a:chExt cx="0" cy="0"/>
        </a:xfrm>
      </p:grpSpPr>
      <p:cxnSp>
        <p:nvCxnSpPr>
          <p:cNvPr id="381" name="Google Shape;381;p3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82" name="Google Shape;382;p3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83" name="Google Shape;383;p3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84" name="Google Shape;384;p36"/>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385" name="Google Shape;385;p36"/>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386" name="Google Shape;386;p36"/>
          <p:cNvSpPr txBox="1"/>
          <p:nvPr>
            <p:ph idx="2" type="subTitle"/>
          </p:nvPr>
        </p:nvSpPr>
        <p:spPr>
          <a:xfrm>
            <a:off x="887800" y="2596700"/>
            <a:ext cx="3182700" cy="2668800"/>
          </a:xfrm>
          <a:prstGeom prst="rect">
            <a:avLst/>
          </a:prstGeom>
        </p:spPr>
        <p:txBody>
          <a:bodyPr anchorCtr="0" anchor="t" bIns="0" lIns="0" spcFirstLastPara="1" rIns="0" wrap="square" tIns="0">
            <a:noAutofit/>
          </a:bodyPr>
          <a:lstStyle>
            <a:lvl1pPr lv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sp>
        <p:nvSpPr>
          <p:cNvPr id="387" name="Google Shape;387;p36"/>
          <p:cNvSpPr txBox="1"/>
          <p:nvPr>
            <p:ph idx="3" type="subTitle"/>
          </p:nvPr>
        </p:nvSpPr>
        <p:spPr>
          <a:xfrm>
            <a:off x="9078238" y="3048425"/>
            <a:ext cx="914400" cy="528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b="1" sz="1000"/>
            </a:lvl2pPr>
            <a:lvl3pPr lvl="2">
              <a:lnSpc>
                <a:spcPct val="100000"/>
              </a:lnSpc>
              <a:spcBef>
                <a:spcPts val="0"/>
              </a:spcBef>
              <a:spcAft>
                <a:spcPts val="0"/>
              </a:spcAft>
              <a:buNone/>
              <a:defRPr b="1" sz="1000"/>
            </a:lvl3pPr>
            <a:lvl4pPr lvl="3">
              <a:lnSpc>
                <a:spcPct val="100000"/>
              </a:lnSpc>
              <a:spcBef>
                <a:spcPts val="0"/>
              </a:spcBef>
              <a:spcAft>
                <a:spcPts val="0"/>
              </a:spcAft>
              <a:buNone/>
              <a:defRPr b="1" sz="1000"/>
            </a:lvl4pPr>
            <a:lvl5pPr lvl="4">
              <a:lnSpc>
                <a:spcPct val="100000"/>
              </a:lnSpc>
              <a:spcBef>
                <a:spcPts val="0"/>
              </a:spcBef>
              <a:spcAft>
                <a:spcPts val="0"/>
              </a:spcAft>
              <a:buNone/>
              <a:defRPr b="1" sz="1000"/>
            </a:lvl5pPr>
            <a:lvl6pPr lvl="5">
              <a:lnSpc>
                <a:spcPct val="100000"/>
              </a:lnSpc>
              <a:spcBef>
                <a:spcPts val="0"/>
              </a:spcBef>
              <a:spcAft>
                <a:spcPts val="0"/>
              </a:spcAft>
              <a:buNone/>
              <a:defRPr b="1" sz="1000"/>
            </a:lvl6pPr>
            <a:lvl7pPr lvl="6">
              <a:lnSpc>
                <a:spcPct val="100000"/>
              </a:lnSpc>
              <a:spcBef>
                <a:spcPts val="0"/>
              </a:spcBef>
              <a:spcAft>
                <a:spcPts val="0"/>
              </a:spcAft>
              <a:buNone/>
              <a:defRPr b="1" sz="1000"/>
            </a:lvl7pPr>
            <a:lvl8pPr lvl="7">
              <a:lnSpc>
                <a:spcPct val="100000"/>
              </a:lnSpc>
              <a:spcBef>
                <a:spcPts val="0"/>
              </a:spcBef>
              <a:spcAft>
                <a:spcPts val="0"/>
              </a:spcAft>
              <a:buNone/>
              <a:defRPr b="1" sz="1000"/>
            </a:lvl8pPr>
            <a:lvl9pPr lvl="8">
              <a:lnSpc>
                <a:spcPct val="100000"/>
              </a:lnSpc>
              <a:spcBef>
                <a:spcPts val="0"/>
              </a:spcBef>
              <a:spcAft>
                <a:spcPts val="0"/>
              </a:spcAft>
              <a:buNone/>
              <a:defRPr b="1" sz="1000"/>
            </a:lvl9pPr>
          </a:lstStyle>
          <a:p/>
        </p:txBody>
      </p:sp>
      <p:sp>
        <p:nvSpPr>
          <p:cNvPr id="388" name="Google Shape;388;p36"/>
          <p:cNvSpPr txBox="1"/>
          <p:nvPr>
            <p:ph idx="4" type="subTitle"/>
          </p:nvPr>
        </p:nvSpPr>
        <p:spPr>
          <a:xfrm>
            <a:off x="10284513" y="3048425"/>
            <a:ext cx="914400" cy="528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b="1" sz="1000"/>
            </a:lvl2pPr>
            <a:lvl3pPr lvl="2">
              <a:lnSpc>
                <a:spcPct val="100000"/>
              </a:lnSpc>
              <a:spcBef>
                <a:spcPts val="0"/>
              </a:spcBef>
              <a:spcAft>
                <a:spcPts val="0"/>
              </a:spcAft>
              <a:buNone/>
              <a:defRPr b="1" sz="1000"/>
            </a:lvl3pPr>
            <a:lvl4pPr lvl="3">
              <a:lnSpc>
                <a:spcPct val="100000"/>
              </a:lnSpc>
              <a:spcBef>
                <a:spcPts val="0"/>
              </a:spcBef>
              <a:spcAft>
                <a:spcPts val="0"/>
              </a:spcAft>
              <a:buNone/>
              <a:defRPr b="1" sz="1000"/>
            </a:lvl4pPr>
            <a:lvl5pPr lvl="4">
              <a:lnSpc>
                <a:spcPct val="100000"/>
              </a:lnSpc>
              <a:spcBef>
                <a:spcPts val="0"/>
              </a:spcBef>
              <a:spcAft>
                <a:spcPts val="0"/>
              </a:spcAft>
              <a:buNone/>
              <a:defRPr b="1" sz="1000"/>
            </a:lvl5pPr>
            <a:lvl6pPr lvl="5">
              <a:lnSpc>
                <a:spcPct val="100000"/>
              </a:lnSpc>
              <a:spcBef>
                <a:spcPts val="0"/>
              </a:spcBef>
              <a:spcAft>
                <a:spcPts val="0"/>
              </a:spcAft>
              <a:buNone/>
              <a:defRPr b="1" sz="1000"/>
            </a:lvl6pPr>
            <a:lvl7pPr lvl="6">
              <a:lnSpc>
                <a:spcPct val="100000"/>
              </a:lnSpc>
              <a:spcBef>
                <a:spcPts val="0"/>
              </a:spcBef>
              <a:spcAft>
                <a:spcPts val="0"/>
              </a:spcAft>
              <a:buNone/>
              <a:defRPr b="1" sz="1000"/>
            </a:lvl7pPr>
            <a:lvl8pPr lvl="7">
              <a:lnSpc>
                <a:spcPct val="100000"/>
              </a:lnSpc>
              <a:spcBef>
                <a:spcPts val="0"/>
              </a:spcBef>
              <a:spcAft>
                <a:spcPts val="0"/>
              </a:spcAft>
              <a:buNone/>
              <a:defRPr b="1" sz="1000"/>
            </a:lvl8pPr>
            <a:lvl9pPr lvl="8">
              <a:lnSpc>
                <a:spcPct val="100000"/>
              </a:lnSpc>
              <a:spcBef>
                <a:spcPts val="0"/>
              </a:spcBef>
              <a:spcAft>
                <a:spcPts val="0"/>
              </a:spcAft>
              <a:buNone/>
              <a:defRPr b="1" sz="1000"/>
            </a:lvl9pPr>
          </a:lstStyle>
          <a:p/>
        </p:txBody>
      </p:sp>
      <p:sp>
        <p:nvSpPr>
          <p:cNvPr id="389" name="Google Shape;389;p36"/>
          <p:cNvSpPr txBox="1"/>
          <p:nvPr>
            <p:ph idx="5" type="subTitle"/>
          </p:nvPr>
        </p:nvSpPr>
        <p:spPr>
          <a:xfrm>
            <a:off x="9078238" y="3841627"/>
            <a:ext cx="914400" cy="528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b="1" sz="1000"/>
            </a:lvl2pPr>
            <a:lvl3pPr lvl="2">
              <a:lnSpc>
                <a:spcPct val="100000"/>
              </a:lnSpc>
              <a:spcBef>
                <a:spcPts val="0"/>
              </a:spcBef>
              <a:spcAft>
                <a:spcPts val="0"/>
              </a:spcAft>
              <a:buNone/>
              <a:defRPr b="1" sz="1000"/>
            </a:lvl3pPr>
            <a:lvl4pPr lvl="3">
              <a:lnSpc>
                <a:spcPct val="100000"/>
              </a:lnSpc>
              <a:spcBef>
                <a:spcPts val="0"/>
              </a:spcBef>
              <a:spcAft>
                <a:spcPts val="0"/>
              </a:spcAft>
              <a:buNone/>
              <a:defRPr b="1" sz="1000"/>
            </a:lvl4pPr>
            <a:lvl5pPr lvl="4">
              <a:lnSpc>
                <a:spcPct val="100000"/>
              </a:lnSpc>
              <a:spcBef>
                <a:spcPts val="0"/>
              </a:spcBef>
              <a:spcAft>
                <a:spcPts val="0"/>
              </a:spcAft>
              <a:buNone/>
              <a:defRPr b="1" sz="1000"/>
            </a:lvl5pPr>
            <a:lvl6pPr lvl="5">
              <a:lnSpc>
                <a:spcPct val="100000"/>
              </a:lnSpc>
              <a:spcBef>
                <a:spcPts val="0"/>
              </a:spcBef>
              <a:spcAft>
                <a:spcPts val="0"/>
              </a:spcAft>
              <a:buNone/>
              <a:defRPr b="1" sz="1000"/>
            </a:lvl6pPr>
            <a:lvl7pPr lvl="6">
              <a:lnSpc>
                <a:spcPct val="100000"/>
              </a:lnSpc>
              <a:spcBef>
                <a:spcPts val="0"/>
              </a:spcBef>
              <a:spcAft>
                <a:spcPts val="0"/>
              </a:spcAft>
              <a:buNone/>
              <a:defRPr b="1" sz="1000"/>
            </a:lvl7pPr>
            <a:lvl8pPr lvl="7">
              <a:lnSpc>
                <a:spcPct val="100000"/>
              </a:lnSpc>
              <a:spcBef>
                <a:spcPts val="0"/>
              </a:spcBef>
              <a:spcAft>
                <a:spcPts val="0"/>
              </a:spcAft>
              <a:buNone/>
              <a:defRPr b="1" sz="1000"/>
            </a:lvl8pPr>
            <a:lvl9pPr lvl="8">
              <a:lnSpc>
                <a:spcPct val="100000"/>
              </a:lnSpc>
              <a:spcBef>
                <a:spcPts val="0"/>
              </a:spcBef>
              <a:spcAft>
                <a:spcPts val="0"/>
              </a:spcAft>
              <a:buNone/>
              <a:defRPr b="1" sz="1000"/>
            </a:lvl9pPr>
          </a:lstStyle>
          <a:p/>
        </p:txBody>
      </p:sp>
      <p:sp>
        <p:nvSpPr>
          <p:cNvPr id="390" name="Google Shape;390;p36"/>
          <p:cNvSpPr txBox="1"/>
          <p:nvPr>
            <p:ph idx="6" type="subTitle"/>
          </p:nvPr>
        </p:nvSpPr>
        <p:spPr>
          <a:xfrm>
            <a:off x="10284513" y="3841627"/>
            <a:ext cx="914400" cy="528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b="1" sz="1000"/>
            </a:lvl2pPr>
            <a:lvl3pPr lvl="2">
              <a:lnSpc>
                <a:spcPct val="100000"/>
              </a:lnSpc>
              <a:spcBef>
                <a:spcPts val="0"/>
              </a:spcBef>
              <a:spcAft>
                <a:spcPts val="0"/>
              </a:spcAft>
              <a:buNone/>
              <a:defRPr b="1" sz="1000"/>
            </a:lvl3pPr>
            <a:lvl4pPr lvl="3">
              <a:lnSpc>
                <a:spcPct val="100000"/>
              </a:lnSpc>
              <a:spcBef>
                <a:spcPts val="0"/>
              </a:spcBef>
              <a:spcAft>
                <a:spcPts val="0"/>
              </a:spcAft>
              <a:buNone/>
              <a:defRPr b="1" sz="1000"/>
            </a:lvl4pPr>
            <a:lvl5pPr lvl="4">
              <a:lnSpc>
                <a:spcPct val="100000"/>
              </a:lnSpc>
              <a:spcBef>
                <a:spcPts val="0"/>
              </a:spcBef>
              <a:spcAft>
                <a:spcPts val="0"/>
              </a:spcAft>
              <a:buNone/>
              <a:defRPr b="1" sz="1000"/>
            </a:lvl5pPr>
            <a:lvl6pPr lvl="5">
              <a:lnSpc>
                <a:spcPct val="100000"/>
              </a:lnSpc>
              <a:spcBef>
                <a:spcPts val="0"/>
              </a:spcBef>
              <a:spcAft>
                <a:spcPts val="0"/>
              </a:spcAft>
              <a:buNone/>
              <a:defRPr b="1" sz="1000"/>
            </a:lvl6pPr>
            <a:lvl7pPr lvl="6">
              <a:lnSpc>
                <a:spcPct val="100000"/>
              </a:lnSpc>
              <a:spcBef>
                <a:spcPts val="0"/>
              </a:spcBef>
              <a:spcAft>
                <a:spcPts val="0"/>
              </a:spcAft>
              <a:buNone/>
              <a:defRPr b="1" sz="1000"/>
            </a:lvl7pPr>
            <a:lvl8pPr lvl="7">
              <a:lnSpc>
                <a:spcPct val="100000"/>
              </a:lnSpc>
              <a:spcBef>
                <a:spcPts val="0"/>
              </a:spcBef>
              <a:spcAft>
                <a:spcPts val="0"/>
              </a:spcAft>
              <a:buNone/>
              <a:defRPr b="1" sz="1000"/>
            </a:lvl8pPr>
            <a:lvl9pPr lvl="8">
              <a:lnSpc>
                <a:spcPct val="100000"/>
              </a:lnSpc>
              <a:spcBef>
                <a:spcPts val="0"/>
              </a:spcBef>
              <a:spcAft>
                <a:spcPts val="0"/>
              </a:spcAft>
              <a:buNone/>
              <a:defRPr b="1" sz="1000"/>
            </a:lvl9pPr>
          </a:lstStyle>
          <a:p/>
        </p:txBody>
      </p:sp>
      <p:sp>
        <p:nvSpPr>
          <p:cNvPr id="391" name="Google Shape;391;p36"/>
          <p:cNvSpPr txBox="1"/>
          <p:nvPr>
            <p:ph idx="7" type="subTitle"/>
          </p:nvPr>
        </p:nvSpPr>
        <p:spPr>
          <a:xfrm>
            <a:off x="9078238" y="4603527"/>
            <a:ext cx="914400" cy="528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b="1" sz="1000"/>
            </a:lvl2pPr>
            <a:lvl3pPr lvl="2">
              <a:lnSpc>
                <a:spcPct val="100000"/>
              </a:lnSpc>
              <a:spcBef>
                <a:spcPts val="0"/>
              </a:spcBef>
              <a:spcAft>
                <a:spcPts val="0"/>
              </a:spcAft>
              <a:buNone/>
              <a:defRPr b="1" sz="1000"/>
            </a:lvl3pPr>
            <a:lvl4pPr lvl="3">
              <a:lnSpc>
                <a:spcPct val="100000"/>
              </a:lnSpc>
              <a:spcBef>
                <a:spcPts val="0"/>
              </a:spcBef>
              <a:spcAft>
                <a:spcPts val="0"/>
              </a:spcAft>
              <a:buNone/>
              <a:defRPr b="1" sz="1000"/>
            </a:lvl4pPr>
            <a:lvl5pPr lvl="4">
              <a:lnSpc>
                <a:spcPct val="100000"/>
              </a:lnSpc>
              <a:spcBef>
                <a:spcPts val="0"/>
              </a:spcBef>
              <a:spcAft>
                <a:spcPts val="0"/>
              </a:spcAft>
              <a:buNone/>
              <a:defRPr b="1" sz="1000"/>
            </a:lvl5pPr>
            <a:lvl6pPr lvl="5">
              <a:lnSpc>
                <a:spcPct val="100000"/>
              </a:lnSpc>
              <a:spcBef>
                <a:spcPts val="0"/>
              </a:spcBef>
              <a:spcAft>
                <a:spcPts val="0"/>
              </a:spcAft>
              <a:buNone/>
              <a:defRPr b="1" sz="1000"/>
            </a:lvl6pPr>
            <a:lvl7pPr lvl="6">
              <a:lnSpc>
                <a:spcPct val="100000"/>
              </a:lnSpc>
              <a:spcBef>
                <a:spcPts val="0"/>
              </a:spcBef>
              <a:spcAft>
                <a:spcPts val="0"/>
              </a:spcAft>
              <a:buNone/>
              <a:defRPr b="1" sz="1000"/>
            </a:lvl7pPr>
            <a:lvl8pPr lvl="7">
              <a:lnSpc>
                <a:spcPct val="100000"/>
              </a:lnSpc>
              <a:spcBef>
                <a:spcPts val="0"/>
              </a:spcBef>
              <a:spcAft>
                <a:spcPts val="0"/>
              </a:spcAft>
              <a:buNone/>
              <a:defRPr b="1" sz="1000"/>
            </a:lvl8pPr>
            <a:lvl9pPr lvl="8">
              <a:lnSpc>
                <a:spcPct val="100000"/>
              </a:lnSpc>
              <a:spcBef>
                <a:spcPts val="0"/>
              </a:spcBef>
              <a:spcAft>
                <a:spcPts val="0"/>
              </a:spcAft>
              <a:buNone/>
              <a:defRPr b="1" sz="1000"/>
            </a:lvl9pPr>
          </a:lstStyle>
          <a:p/>
        </p:txBody>
      </p:sp>
      <p:sp>
        <p:nvSpPr>
          <p:cNvPr id="392" name="Google Shape;392;p36"/>
          <p:cNvSpPr txBox="1"/>
          <p:nvPr>
            <p:ph idx="8" type="subTitle"/>
          </p:nvPr>
        </p:nvSpPr>
        <p:spPr>
          <a:xfrm>
            <a:off x="10284513" y="4603527"/>
            <a:ext cx="914400" cy="528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b="1" sz="1000"/>
            </a:lvl2pPr>
            <a:lvl3pPr lvl="2">
              <a:lnSpc>
                <a:spcPct val="100000"/>
              </a:lnSpc>
              <a:spcBef>
                <a:spcPts val="0"/>
              </a:spcBef>
              <a:spcAft>
                <a:spcPts val="0"/>
              </a:spcAft>
              <a:buNone/>
              <a:defRPr b="1" sz="1000"/>
            </a:lvl3pPr>
            <a:lvl4pPr lvl="3">
              <a:lnSpc>
                <a:spcPct val="100000"/>
              </a:lnSpc>
              <a:spcBef>
                <a:spcPts val="0"/>
              </a:spcBef>
              <a:spcAft>
                <a:spcPts val="0"/>
              </a:spcAft>
              <a:buNone/>
              <a:defRPr b="1" sz="1000"/>
            </a:lvl4pPr>
            <a:lvl5pPr lvl="4">
              <a:lnSpc>
                <a:spcPct val="100000"/>
              </a:lnSpc>
              <a:spcBef>
                <a:spcPts val="0"/>
              </a:spcBef>
              <a:spcAft>
                <a:spcPts val="0"/>
              </a:spcAft>
              <a:buNone/>
              <a:defRPr b="1" sz="1000"/>
            </a:lvl5pPr>
            <a:lvl6pPr lvl="5">
              <a:lnSpc>
                <a:spcPct val="100000"/>
              </a:lnSpc>
              <a:spcBef>
                <a:spcPts val="0"/>
              </a:spcBef>
              <a:spcAft>
                <a:spcPts val="0"/>
              </a:spcAft>
              <a:buNone/>
              <a:defRPr b="1" sz="1000"/>
            </a:lvl6pPr>
            <a:lvl7pPr lvl="6">
              <a:lnSpc>
                <a:spcPct val="100000"/>
              </a:lnSpc>
              <a:spcBef>
                <a:spcPts val="0"/>
              </a:spcBef>
              <a:spcAft>
                <a:spcPts val="0"/>
              </a:spcAft>
              <a:buNone/>
              <a:defRPr b="1" sz="1000"/>
            </a:lvl7pPr>
            <a:lvl8pPr lvl="7">
              <a:lnSpc>
                <a:spcPct val="100000"/>
              </a:lnSpc>
              <a:spcBef>
                <a:spcPts val="0"/>
              </a:spcBef>
              <a:spcAft>
                <a:spcPts val="0"/>
              </a:spcAft>
              <a:buNone/>
              <a:defRPr b="1" sz="1000"/>
            </a:lvl8pPr>
            <a:lvl9pPr lvl="8">
              <a:lnSpc>
                <a:spcPct val="100000"/>
              </a:lnSpc>
              <a:spcBef>
                <a:spcPts val="0"/>
              </a:spcBef>
              <a:spcAft>
                <a:spcPts val="0"/>
              </a:spcAft>
              <a:buNone/>
              <a:defRPr b="1" sz="1000"/>
            </a:lvl9pPr>
          </a:lstStyle>
          <a:p/>
        </p:txBody>
      </p:sp>
      <p:sp>
        <p:nvSpPr>
          <p:cNvPr id="393" name="Google Shape;393;p36"/>
          <p:cNvSpPr txBox="1"/>
          <p:nvPr>
            <p:ph idx="9"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394" name="Google Shape;394;p36"/>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395" name="Google Shape;395;p36"/>
          <p:cNvSpPr txBox="1"/>
          <p:nvPr>
            <p:ph idx="13"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percentage bars">
  <p:cSld name="CUSTOM_4_10">
    <p:spTree>
      <p:nvGrpSpPr>
        <p:cNvPr id="396" name="Shape 396"/>
        <p:cNvGrpSpPr/>
        <p:nvPr/>
      </p:nvGrpSpPr>
      <p:grpSpPr>
        <a:xfrm>
          <a:off x="0" y="0"/>
          <a:ext cx="0" cy="0"/>
          <a:chOff x="0" y="0"/>
          <a:chExt cx="0" cy="0"/>
        </a:xfrm>
      </p:grpSpPr>
      <p:cxnSp>
        <p:nvCxnSpPr>
          <p:cNvPr id="397" name="Google Shape;397;p3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98" name="Google Shape;398;p3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99" name="Google Shape;399;p3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00" name="Google Shape;400;p3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401" name="Google Shape;401;p37"/>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402" name="Google Shape;402;p37"/>
          <p:cNvSpPr txBox="1"/>
          <p:nvPr>
            <p:ph idx="2" type="subTitle"/>
          </p:nvPr>
        </p:nvSpPr>
        <p:spPr>
          <a:xfrm>
            <a:off x="8048050" y="2898600"/>
            <a:ext cx="3410400" cy="7185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1200"/>
            </a:lvl1pPr>
            <a:lvl2pPr lvl="1">
              <a:lnSpc>
                <a:spcPct val="140000"/>
              </a:lnSpc>
              <a:spcBef>
                <a:spcPts val="0"/>
              </a:spcBef>
              <a:spcAft>
                <a:spcPts val="0"/>
              </a:spcAft>
              <a:buNone/>
              <a:defRPr sz="1200"/>
            </a:lvl2pPr>
            <a:lvl3pPr lvl="2">
              <a:lnSpc>
                <a:spcPct val="140000"/>
              </a:lnSpc>
              <a:spcBef>
                <a:spcPts val="0"/>
              </a:spcBef>
              <a:spcAft>
                <a:spcPts val="0"/>
              </a:spcAft>
              <a:buNone/>
              <a:defRPr sz="1200"/>
            </a:lvl3pPr>
            <a:lvl4pPr lvl="3">
              <a:lnSpc>
                <a:spcPct val="140000"/>
              </a:lnSpc>
              <a:spcBef>
                <a:spcPts val="0"/>
              </a:spcBef>
              <a:spcAft>
                <a:spcPts val="0"/>
              </a:spcAft>
              <a:buNone/>
              <a:defRPr sz="1200"/>
            </a:lvl4pPr>
            <a:lvl5pPr lvl="4">
              <a:lnSpc>
                <a:spcPct val="140000"/>
              </a:lnSpc>
              <a:spcBef>
                <a:spcPts val="0"/>
              </a:spcBef>
              <a:spcAft>
                <a:spcPts val="0"/>
              </a:spcAft>
              <a:buNone/>
              <a:defRPr sz="1200"/>
            </a:lvl5pPr>
            <a:lvl6pPr lvl="5">
              <a:lnSpc>
                <a:spcPct val="140000"/>
              </a:lnSpc>
              <a:spcBef>
                <a:spcPts val="0"/>
              </a:spcBef>
              <a:spcAft>
                <a:spcPts val="0"/>
              </a:spcAft>
              <a:buNone/>
              <a:defRPr sz="1200"/>
            </a:lvl6pPr>
            <a:lvl7pPr lvl="6">
              <a:lnSpc>
                <a:spcPct val="140000"/>
              </a:lnSpc>
              <a:spcBef>
                <a:spcPts val="0"/>
              </a:spcBef>
              <a:spcAft>
                <a:spcPts val="0"/>
              </a:spcAft>
              <a:buNone/>
              <a:defRPr sz="1200"/>
            </a:lvl7pPr>
            <a:lvl8pPr lvl="7">
              <a:lnSpc>
                <a:spcPct val="140000"/>
              </a:lnSpc>
              <a:spcBef>
                <a:spcPts val="0"/>
              </a:spcBef>
              <a:spcAft>
                <a:spcPts val="0"/>
              </a:spcAft>
              <a:buNone/>
              <a:defRPr sz="1200"/>
            </a:lvl8pPr>
            <a:lvl9pPr lvl="8">
              <a:lnSpc>
                <a:spcPct val="140000"/>
              </a:lnSpc>
              <a:spcBef>
                <a:spcPts val="0"/>
              </a:spcBef>
              <a:spcAft>
                <a:spcPts val="0"/>
              </a:spcAft>
              <a:buNone/>
              <a:defRPr sz="1200"/>
            </a:lvl9pPr>
          </a:lstStyle>
          <a:p/>
        </p:txBody>
      </p:sp>
      <p:sp>
        <p:nvSpPr>
          <p:cNvPr id="403" name="Google Shape;403;p37"/>
          <p:cNvSpPr txBox="1"/>
          <p:nvPr>
            <p:ph idx="3" type="subTitle"/>
          </p:nvPr>
        </p:nvSpPr>
        <p:spPr>
          <a:xfrm>
            <a:off x="8048050" y="2540600"/>
            <a:ext cx="3410400" cy="3333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9pPr>
          </a:lstStyle>
          <a:p/>
        </p:txBody>
      </p:sp>
      <p:sp>
        <p:nvSpPr>
          <p:cNvPr id="404" name="Google Shape;404;p37"/>
          <p:cNvSpPr txBox="1"/>
          <p:nvPr>
            <p:ph idx="4" type="subTitle"/>
          </p:nvPr>
        </p:nvSpPr>
        <p:spPr>
          <a:xfrm>
            <a:off x="8048050" y="4676800"/>
            <a:ext cx="3410400" cy="7185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1200"/>
            </a:lvl1pPr>
            <a:lvl2pPr lvl="1">
              <a:lnSpc>
                <a:spcPct val="140000"/>
              </a:lnSpc>
              <a:spcBef>
                <a:spcPts val="0"/>
              </a:spcBef>
              <a:spcAft>
                <a:spcPts val="0"/>
              </a:spcAft>
              <a:buNone/>
              <a:defRPr sz="1200"/>
            </a:lvl2pPr>
            <a:lvl3pPr lvl="2">
              <a:lnSpc>
                <a:spcPct val="140000"/>
              </a:lnSpc>
              <a:spcBef>
                <a:spcPts val="0"/>
              </a:spcBef>
              <a:spcAft>
                <a:spcPts val="0"/>
              </a:spcAft>
              <a:buNone/>
              <a:defRPr sz="1200"/>
            </a:lvl3pPr>
            <a:lvl4pPr lvl="3">
              <a:lnSpc>
                <a:spcPct val="140000"/>
              </a:lnSpc>
              <a:spcBef>
                <a:spcPts val="0"/>
              </a:spcBef>
              <a:spcAft>
                <a:spcPts val="0"/>
              </a:spcAft>
              <a:buNone/>
              <a:defRPr sz="1200"/>
            </a:lvl4pPr>
            <a:lvl5pPr lvl="4">
              <a:lnSpc>
                <a:spcPct val="140000"/>
              </a:lnSpc>
              <a:spcBef>
                <a:spcPts val="0"/>
              </a:spcBef>
              <a:spcAft>
                <a:spcPts val="0"/>
              </a:spcAft>
              <a:buNone/>
              <a:defRPr sz="1200"/>
            </a:lvl5pPr>
            <a:lvl6pPr lvl="5">
              <a:lnSpc>
                <a:spcPct val="140000"/>
              </a:lnSpc>
              <a:spcBef>
                <a:spcPts val="0"/>
              </a:spcBef>
              <a:spcAft>
                <a:spcPts val="0"/>
              </a:spcAft>
              <a:buNone/>
              <a:defRPr sz="1200"/>
            </a:lvl6pPr>
            <a:lvl7pPr lvl="6">
              <a:lnSpc>
                <a:spcPct val="140000"/>
              </a:lnSpc>
              <a:spcBef>
                <a:spcPts val="0"/>
              </a:spcBef>
              <a:spcAft>
                <a:spcPts val="0"/>
              </a:spcAft>
              <a:buNone/>
              <a:defRPr sz="1200"/>
            </a:lvl7pPr>
            <a:lvl8pPr lvl="7">
              <a:lnSpc>
                <a:spcPct val="140000"/>
              </a:lnSpc>
              <a:spcBef>
                <a:spcPts val="0"/>
              </a:spcBef>
              <a:spcAft>
                <a:spcPts val="0"/>
              </a:spcAft>
              <a:buNone/>
              <a:defRPr sz="1200"/>
            </a:lvl8pPr>
            <a:lvl9pPr lvl="8">
              <a:lnSpc>
                <a:spcPct val="140000"/>
              </a:lnSpc>
              <a:spcBef>
                <a:spcPts val="0"/>
              </a:spcBef>
              <a:spcAft>
                <a:spcPts val="0"/>
              </a:spcAft>
              <a:buNone/>
              <a:defRPr sz="1200"/>
            </a:lvl9pPr>
          </a:lstStyle>
          <a:p/>
        </p:txBody>
      </p:sp>
      <p:sp>
        <p:nvSpPr>
          <p:cNvPr id="405" name="Google Shape;405;p37"/>
          <p:cNvSpPr txBox="1"/>
          <p:nvPr>
            <p:ph idx="5" type="subTitle"/>
          </p:nvPr>
        </p:nvSpPr>
        <p:spPr>
          <a:xfrm>
            <a:off x="8048050" y="4318800"/>
            <a:ext cx="3410400" cy="3333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2800">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9pPr>
          </a:lstStyle>
          <a:p/>
        </p:txBody>
      </p:sp>
      <p:sp>
        <p:nvSpPr>
          <p:cNvPr id="406" name="Google Shape;406;p37"/>
          <p:cNvSpPr/>
          <p:nvPr/>
        </p:nvSpPr>
        <p:spPr>
          <a:xfrm>
            <a:off x="8895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7"/>
          <p:cNvSpPr/>
          <p:nvPr/>
        </p:nvSpPr>
        <p:spPr>
          <a:xfrm>
            <a:off x="8895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7"/>
          <p:cNvSpPr/>
          <p:nvPr/>
        </p:nvSpPr>
        <p:spPr>
          <a:xfrm>
            <a:off x="8895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7"/>
          <p:cNvSpPr/>
          <p:nvPr/>
        </p:nvSpPr>
        <p:spPr>
          <a:xfrm>
            <a:off x="8895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7"/>
          <p:cNvSpPr/>
          <p:nvPr/>
        </p:nvSpPr>
        <p:spPr>
          <a:xfrm>
            <a:off x="8895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7"/>
          <p:cNvSpPr/>
          <p:nvPr/>
        </p:nvSpPr>
        <p:spPr>
          <a:xfrm>
            <a:off x="8895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7"/>
          <p:cNvSpPr/>
          <p:nvPr/>
        </p:nvSpPr>
        <p:spPr>
          <a:xfrm>
            <a:off x="8895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7"/>
          <p:cNvSpPr/>
          <p:nvPr/>
        </p:nvSpPr>
        <p:spPr>
          <a:xfrm>
            <a:off x="8895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7"/>
          <p:cNvSpPr/>
          <p:nvPr/>
        </p:nvSpPr>
        <p:spPr>
          <a:xfrm>
            <a:off x="8895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7"/>
          <p:cNvSpPr/>
          <p:nvPr/>
        </p:nvSpPr>
        <p:spPr>
          <a:xfrm>
            <a:off x="8895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7"/>
          <p:cNvSpPr/>
          <p:nvPr/>
        </p:nvSpPr>
        <p:spPr>
          <a:xfrm>
            <a:off x="15860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7"/>
          <p:cNvSpPr/>
          <p:nvPr/>
        </p:nvSpPr>
        <p:spPr>
          <a:xfrm>
            <a:off x="15860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7"/>
          <p:cNvSpPr/>
          <p:nvPr/>
        </p:nvSpPr>
        <p:spPr>
          <a:xfrm>
            <a:off x="15860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7"/>
          <p:cNvSpPr/>
          <p:nvPr/>
        </p:nvSpPr>
        <p:spPr>
          <a:xfrm>
            <a:off x="15860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7"/>
          <p:cNvSpPr/>
          <p:nvPr/>
        </p:nvSpPr>
        <p:spPr>
          <a:xfrm>
            <a:off x="15860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7"/>
          <p:cNvSpPr/>
          <p:nvPr/>
        </p:nvSpPr>
        <p:spPr>
          <a:xfrm>
            <a:off x="15860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7"/>
          <p:cNvSpPr/>
          <p:nvPr/>
        </p:nvSpPr>
        <p:spPr>
          <a:xfrm>
            <a:off x="15860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7"/>
          <p:cNvSpPr/>
          <p:nvPr/>
        </p:nvSpPr>
        <p:spPr>
          <a:xfrm>
            <a:off x="15860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7"/>
          <p:cNvSpPr/>
          <p:nvPr/>
        </p:nvSpPr>
        <p:spPr>
          <a:xfrm>
            <a:off x="15860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7"/>
          <p:cNvSpPr/>
          <p:nvPr/>
        </p:nvSpPr>
        <p:spPr>
          <a:xfrm>
            <a:off x="15860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7"/>
          <p:cNvSpPr/>
          <p:nvPr/>
        </p:nvSpPr>
        <p:spPr>
          <a:xfrm>
            <a:off x="228247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7"/>
          <p:cNvSpPr/>
          <p:nvPr/>
        </p:nvSpPr>
        <p:spPr>
          <a:xfrm>
            <a:off x="228247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7"/>
          <p:cNvSpPr/>
          <p:nvPr/>
        </p:nvSpPr>
        <p:spPr>
          <a:xfrm>
            <a:off x="228247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7"/>
          <p:cNvSpPr/>
          <p:nvPr/>
        </p:nvSpPr>
        <p:spPr>
          <a:xfrm>
            <a:off x="228247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7"/>
          <p:cNvSpPr/>
          <p:nvPr/>
        </p:nvSpPr>
        <p:spPr>
          <a:xfrm>
            <a:off x="228247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7"/>
          <p:cNvSpPr/>
          <p:nvPr/>
        </p:nvSpPr>
        <p:spPr>
          <a:xfrm>
            <a:off x="228247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7"/>
          <p:cNvSpPr/>
          <p:nvPr/>
        </p:nvSpPr>
        <p:spPr>
          <a:xfrm>
            <a:off x="228247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37"/>
          <p:cNvSpPr/>
          <p:nvPr/>
        </p:nvSpPr>
        <p:spPr>
          <a:xfrm>
            <a:off x="228247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7"/>
          <p:cNvSpPr/>
          <p:nvPr/>
        </p:nvSpPr>
        <p:spPr>
          <a:xfrm>
            <a:off x="228247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7"/>
          <p:cNvSpPr/>
          <p:nvPr/>
        </p:nvSpPr>
        <p:spPr>
          <a:xfrm>
            <a:off x="228247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7"/>
          <p:cNvSpPr/>
          <p:nvPr/>
        </p:nvSpPr>
        <p:spPr>
          <a:xfrm>
            <a:off x="297895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7"/>
          <p:cNvSpPr/>
          <p:nvPr/>
        </p:nvSpPr>
        <p:spPr>
          <a:xfrm>
            <a:off x="297895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7"/>
          <p:cNvSpPr/>
          <p:nvPr/>
        </p:nvSpPr>
        <p:spPr>
          <a:xfrm>
            <a:off x="297895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7"/>
          <p:cNvSpPr/>
          <p:nvPr/>
        </p:nvSpPr>
        <p:spPr>
          <a:xfrm>
            <a:off x="297895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7"/>
          <p:cNvSpPr/>
          <p:nvPr/>
        </p:nvSpPr>
        <p:spPr>
          <a:xfrm>
            <a:off x="297895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7"/>
          <p:cNvSpPr/>
          <p:nvPr/>
        </p:nvSpPr>
        <p:spPr>
          <a:xfrm>
            <a:off x="297895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7"/>
          <p:cNvSpPr/>
          <p:nvPr/>
        </p:nvSpPr>
        <p:spPr>
          <a:xfrm>
            <a:off x="297895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7"/>
          <p:cNvSpPr/>
          <p:nvPr/>
        </p:nvSpPr>
        <p:spPr>
          <a:xfrm>
            <a:off x="297895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7"/>
          <p:cNvSpPr/>
          <p:nvPr/>
        </p:nvSpPr>
        <p:spPr>
          <a:xfrm>
            <a:off x="297895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7"/>
          <p:cNvSpPr/>
          <p:nvPr/>
        </p:nvSpPr>
        <p:spPr>
          <a:xfrm>
            <a:off x="297895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7"/>
          <p:cNvSpPr/>
          <p:nvPr/>
        </p:nvSpPr>
        <p:spPr>
          <a:xfrm>
            <a:off x="36754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7"/>
          <p:cNvSpPr/>
          <p:nvPr/>
        </p:nvSpPr>
        <p:spPr>
          <a:xfrm>
            <a:off x="36754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7"/>
          <p:cNvSpPr/>
          <p:nvPr/>
        </p:nvSpPr>
        <p:spPr>
          <a:xfrm>
            <a:off x="36754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7"/>
          <p:cNvSpPr/>
          <p:nvPr/>
        </p:nvSpPr>
        <p:spPr>
          <a:xfrm>
            <a:off x="36754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7"/>
          <p:cNvSpPr/>
          <p:nvPr/>
        </p:nvSpPr>
        <p:spPr>
          <a:xfrm>
            <a:off x="36754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7"/>
          <p:cNvSpPr/>
          <p:nvPr/>
        </p:nvSpPr>
        <p:spPr>
          <a:xfrm>
            <a:off x="36754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7"/>
          <p:cNvSpPr/>
          <p:nvPr/>
        </p:nvSpPr>
        <p:spPr>
          <a:xfrm>
            <a:off x="36754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7"/>
          <p:cNvSpPr/>
          <p:nvPr/>
        </p:nvSpPr>
        <p:spPr>
          <a:xfrm>
            <a:off x="36754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7"/>
          <p:cNvSpPr/>
          <p:nvPr/>
        </p:nvSpPr>
        <p:spPr>
          <a:xfrm>
            <a:off x="36754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7"/>
          <p:cNvSpPr/>
          <p:nvPr/>
        </p:nvSpPr>
        <p:spPr>
          <a:xfrm>
            <a:off x="36754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7"/>
          <p:cNvSpPr/>
          <p:nvPr/>
        </p:nvSpPr>
        <p:spPr>
          <a:xfrm>
            <a:off x="43719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7"/>
          <p:cNvSpPr/>
          <p:nvPr/>
        </p:nvSpPr>
        <p:spPr>
          <a:xfrm>
            <a:off x="43719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7"/>
          <p:cNvSpPr/>
          <p:nvPr/>
        </p:nvSpPr>
        <p:spPr>
          <a:xfrm>
            <a:off x="43719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7"/>
          <p:cNvSpPr/>
          <p:nvPr/>
        </p:nvSpPr>
        <p:spPr>
          <a:xfrm>
            <a:off x="43719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7"/>
          <p:cNvSpPr/>
          <p:nvPr/>
        </p:nvSpPr>
        <p:spPr>
          <a:xfrm>
            <a:off x="43719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7"/>
          <p:cNvSpPr/>
          <p:nvPr/>
        </p:nvSpPr>
        <p:spPr>
          <a:xfrm>
            <a:off x="43719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7"/>
          <p:cNvSpPr/>
          <p:nvPr/>
        </p:nvSpPr>
        <p:spPr>
          <a:xfrm>
            <a:off x="43719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7"/>
          <p:cNvSpPr/>
          <p:nvPr/>
        </p:nvSpPr>
        <p:spPr>
          <a:xfrm>
            <a:off x="43719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7"/>
          <p:cNvSpPr/>
          <p:nvPr/>
        </p:nvSpPr>
        <p:spPr>
          <a:xfrm>
            <a:off x="43719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7"/>
          <p:cNvSpPr/>
          <p:nvPr/>
        </p:nvSpPr>
        <p:spPr>
          <a:xfrm>
            <a:off x="43719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7"/>
          <p:cNvSpPr/>
          <p:nvPr/>
        </p:nvSpPr>
        <p:spPr>
          <a:xfrm>
            <a:off x="506837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7"/>
          <p:cNvSpPr/>
          <p:nvPr/>
        </p:nvSpPr>
        <p:spPr>
          <a:xfrm>
            <a:off x="506837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7"/>
          <p:cNvSpPr/>
          <p:nvPr/>
        </p:nvSpPr>
        <p:spPr>
          <a:xfrm>
            <a:off x="506837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7"/>
          <p:cNvSpPr/>
          <p:nvPr/>
        </p:nvSpPr>
        <p:spPr>
          <a:xfrm>
            <a:off x="506837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7"/>
          <p:cNvSpPr/>
          <p:nvPr/>
        </p:nvSpPr>
        <p:spPr>
          <a:xfrm>
            <a:off x="506837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7"/>
          <p:cNvSpPr/>
          <p:nvPr/>
        </p:nvSpPr>
        <p:spPr>
          <a:xfrm>
            <a:off x="506837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7"/>
          <p:cNvSpPr/>
          <p:nvPr/>
        </p:nvSpPr>
        <p:spPr>
          <a:xfrm>
            <a:off x="506837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7"/>
          <p:cNvSpPr/>
          <p:nvPr/>
        </p:nvSpPr>
        <p:spPr>
          <a:xfrm>
            <a:off x="506837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7"/>
          <p:cNvSpPr/>
          <p:nvPr/>
        </p:nvSpPr>
        <p:spPr>
          <a:xfrm>
            <a:off x="506837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7"/>
          <p:cNvSpPr/>
          <p:nvPr/>
        </p:nvSpPr>
        <p:spPr>
          <a:xfrm>
            <a:off x="506837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7"/>
          <p:cNvSpPr/>
          <p:nvPr/>
        </p:nvSpPr>
        <p:spPr>
          <a:xfrm>
            <a:off x="576485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7"/>
          <p:cNvSpPr/>
          <p:nvPr/>
        </p:nvSpPr>
        <p:spPr>
          <a:xfrm>
            <a:off x="576485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7"/>
          <p:cNvSpPr/>
          <p:nvPr/>
        </p:nvSpPr>
        <p:spPr>
          <a:xfrm>
            <a:off x="576485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7"/>
          <p:cNvSpPr/>
          <p:nvPr/>
        </p:nvSpPr>
        <p:spPr>
          <a:xfrm>
            <a:off x="576485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7"/>
          <p:cNvSpPr/>
          <p:nvPr/>
        </p:nvSpPr>
        <p:spPr>
          <a:xfrm>
            <a:off x="576485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7"/>
          <p:cNvSpPr/>
          <p:nvPr/>
        </p:nvSpPr>
        <p:spPr>
          <a:xfrm>
            <a:off x="576485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7"/>
          <p:cNvSpPr/>
          <p:nvPr/>
        </p:nvSpPr>
        <p:spPr>
          <a:xfrm>
            <a:off x="576485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7"/>
          <p:cNvSpPr/>
          <p:nvPr/>
        </p:nvSpPr>
        <p:spPr>
          <a:xfrm>
            <a:off x="576485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7"/>
          <p:cNvSpPr/>
          <p:nvPr/>
        </p:nvSpPr>
        <p:spPr>
          <a:xfrm>
            <a:off x="576485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7"/>
          <p:cNvSpPr/>
          <p:nvPr/>
        </p:nvSpPr>
        <p:spPr>
          <a:xfrm>
            <a:off x="576485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7"/>
          <p:cNvSpPr/>
          <p:nvPr/>
        </p:nvSpPr>
        <p:spPr>
          <a:xfrm>
            <a:off x="64613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7"/>
          <p:cNvSpPr/>
          <p:nvPr/>
        </p:nvSpPr>
        <p:spPr>
          <a:xfrm>
            <a:off x="64613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7"/>
          <p:cNvSpPr/>
          <p:nvPr/>
        </p:nvSpPr>
        <p:spPr>
          <a:xfrm>
            <a:off x="64613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7"/>
          <p:cNvSpPr/>
          <p:nvPr/>
        </p:nvSpPr>
        <p:spPr>
          <a:xfrm>
            <a:off x="64613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7"/>
          <p:cNvSpPr/>
          <p:nvPr/>
        </p:nvSpPr>
        <p:spPr>
          <a:xfrm>
            <a:off x="64613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7"/>
          <p:cNvSpPr/>
          <p:nvPr/>
        </p:nvSpPr>
        <p:spPr>
          <a:xfrm>
            <a:off x="64613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7"/>
          <p:cNvSpPr/>
          <p:nvPr/>
        </p:nvSpPr>
        <p:spPr>
          <a:xfrm>
            <a:off x="64613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7"/>
          <p:cNvSpPr/>
          <p:nvPr/>
        </p:nvSpPr>
        <p:spPr>
          <a:xfrm>
            <a:off x="64613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7"/>
          <p:cNvSpPr/>
          <p:nvPr/>
        </p:nvSpPr>
        <p:spPr>
          <a:xfrm>
            <a:off x="64613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7"/>
          <p:cNvSpPr/>
          <p:nvPr/>
        </p:nvSpPr>
        <p:spPr>
          <a:xfrm>
            <a:off x="64613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7"/>
          <p:cNvSpPr/>
          <p:nvPr/>
        </p:nvSpPr>
        <p:spPr>
          <a:xfrm>
            <a:off x="71578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7"/>
          <p:cNvSpPr/>
          <p:nvPr/>
        </p:nvSpPr>
        <p:spPr>
          <a:xfrm>
            <a:off x="71578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7"/>
          <p:cNvSpPr/>
          <p:nvPr/>
        </p:nvSpPr>
        <p:spPr>
          <a:xfrm>
            <a:off x="71578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7"/>
          <p:cNvSpPr/>
          <p:nvPr/>
        </p:nvSpPr>
        <p:spPr>
          <a:xfrm>
            <a:off x="71578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7"/>
          <p:cNvSpPr/>
          <p:nvPr/>
        </p:nvSpPr>
        <p:spPr>
          <a:xfrm>
            <a:off x="71578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7"/>
          <p:cNvSpPr/>
          <p:nvPr/>
        </p:nvSpPr>
        <p:spPr>
          <a:xfrm>
            <a:off x="71578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7"/>
          <p:cNvSpPr/>
          <p:nvPr/>
        </p:nvSpPr>
        <p:spPr>
          <a:xfrm>
            <a:off x="71578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7"/>
          <p:cNvSpPr/>
          <p:nvPr/>
        </p:nvSpPr>
        <p:spPr>
          <a:xfrm>
            <a:off x="71578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7"/>
          <p:cNvSpPr/>
          <p:nvPr/>
        </p:nvSpPr>
        <p:spPr>
          <a:xfrm>
            <a:off x="71578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7"/>
          <p:cNvSpPr/>
          <p:nvPr/>
        </p:nvSpPr>
        <p:spPr>
          <a:xfrm>
            <a:off x="71578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7"/>
          <p:cNvSpPr/>
          <p:nvPr/>
        </p:nvSpPr>
        <p:spPr>
          <a:xfrm>
            <a:off x="8895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7"/>
          <p:cNvSpPr/>
          <p:nvPr/>
        </p:nvSpPr>
        <p:spPr>
          <a:xfrm>
            <a:off x="8895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7"/>
          <p:cNvSpPr/>
          <p:nvPr/>
        </p:nvSpPr>
        <p:spPr>
          <a:xfrm>
            <a:off x="8895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7"/>
          <p:cNvSpPr/>
          <p:nvPr/>
        </p:nvSpPr>
        <p:spPr>
          <a:xfrm>
            <a:off x="8895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7"/>
          <p:cNvSpPr/>
          <p:nvPr/>
        </p:nvSpPr>
        <p:spPr>
          <a:xfrm>
            <a:off x="8895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7"/>
          <p:cNvSpPr/>
          <p:nvPr/>
        </p:nvSpPr>
        <p:spPr>
          <a:xfrm>
            <a:off x="8895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7"/>
          <p:cNvSpPr/>
          <p:nvPr/>
        </p:nvSpPr>
        <p:spPr>
          <a:xfrm>
            <a:off x="8895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7"/>
          <p:cNvSpPr/>
          <p:nvPr/>
        </p:nvSpPr>
        <p:spPr>
          <a:xfrm>
            <a:off x="8895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7"/>
          <p:cNvSpPr/>
          <p:nvPr/>
        </p:nvSpPr>
        <p:spPr>
          <a:xfrm>
            <a:off x="8895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7"/>
          <p:cNvSpPr/>
          <p:nvPr/>
        </p:nvSpPr>
        <p:spPr>
          <a:xfrm>
            <a:off x="8895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7"/>
          <p:cNvSpPr/>
          <p:nvPr/>
        </p:nvSpPr>
        <p:spPr>
          <a:xfrm>
            <a:off x="15860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7"/>
          <p:cNvSpPr/>
          <p:nvPr/>
        </p:nvSpPr>
        <p:spPr>
          <a:xfrm>
            <a:off x="15860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7"/>
          <p:cNvSpPr/>
          <p:nvPr/>
        </p:nvSpPr>
        <p:spPr>
          <a:xfrm>
            <a:off x="15860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7"/>
          <p:cNvSpPr/>
          <p:nvPr/>
        </p:nvSpPr>
        <p:spPr>
          <a:xfrm>
            <a:off x="15860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7"/>
          <p:cNvSpPr/>
          <p:nvPr/>
        </p:nvSpPr>
        <p:spPr>
          <a:xfrm>
            <a:off x="15860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7"/>
          <p:cNvSpPr/>
          <p:nvPr/>
        </p:nvSpPr>
        <p:spPr>
          <a:xfrm>
            <a:off x="15860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7"/>
          <p:cNvSpPr/>
          <p:nvPr/>
        </p:nvSpPr>
        <p:spPr>
          <a:xfrm>
            <a:off x="15860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7"/>
          <p:cNvSpPr/>
          <p:nvPr/>
        </p:nvSpPr>
        <p:spPr>
          <a:xfrm>
            <a:off x="15860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7"/>
          <p:cNvSpPr/>
          <p:nvPr/>
        </p:nvSpPr>
        <p:spPr>
          <a:xfrm>
            <a:off x="15860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7"/>
          <p:cNvSpPr/>
          <p:nvPr/>
        </p:nvSpPr>
        <p:spPr>
          <a:xfrm>
            <a:off x="15860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7"/>
          <p:cNvSpPr/>
          <p:nvPr/>
        </p:nvSpPr>
        <p:spPr>
          <a:xfrm>
            <a:off x="228247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7"/>
          <p:cNvSpPr/>
          <p:nvPr/>
        </p:nvSpPr>
        <p:spPr>
          <a:xfrm>
            <a:off x="228247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7"/>
          <p:cNvSpPr/>
          <p:nvPr/>
        </p:nvSpPr>
        <p:spPr>
          <a:xfrm>
            <a:off x="228247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7"/>
          <p:cNvSpPr/>
          <p:nvPr/>
        </p:nvSpPr>
        <p:spPr>
          <a:xfrm>
            <a:off x="228247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7"/>
          <p:cNvSpPr/>
          <p:nvPr/>
        </p:nvSpPr>
        <p:spPr>
          <a:xfrm>
            <a:off x="228247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7"/>
          <p:cNvSpPr/>
          <p:nvPr/>
        </p:nvSpPr>
        <p:spPr>
          <a:xfrm>
            <a:off x="228247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7"/>
          <p:cNvSpPr/>
          <p:nvPr/>
        </p:nvSpPr>
        <p:spPr>
          <a:xfrm>
            <a:off x="228247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7"/>
          <p:cNvSpPr/>
          <p:nvPr/>
        </p:nvSpPr>
        <p:spPr>
          <a:xfrm>
            <a:off x="228247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7"/>
          <p:cNvSpPr/>
          <p:nvPr/>
        </p:nvSpPr>
        <p:spPr>
          <a:xfrm>
            <a:off x="228247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7"/>
          <p:cNvSpPr/>
          <p:nvPr/>
        </p:nvSpPr>
        <p:spPr>
          <a:xfrm>
            <a:off x="228247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7"/>
          <p:cNvSpPr/>
          <p:nvPr/>
        </p:nvSpPr>
        <p:spPr>
          <a:xfrm>
            <a:off x="297895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7"/>
          <p:cNvSpPr/>
          <p:nvPr/>
        </p:nvSpPr>
        <p:spPr>
          <a:xfrm>
            <a:off x="297895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7"/>
          <p:cNvSpPr/>
          <p:nvPr/>
        </p:nvSpPr>
        <p:spPr>
          <a:xfrm>
            <a:off x="297895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7"/>
          <p:cNvSpPr/>
          <p:nvPr/>
        </p:nvSpPr>
        <p:spPr>
          <a:xfrm>
            <a:off x="297895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7"/>
          <p:cNvSpPr/>
          <p:nvPr/>
        </p:nvSpPr>
        <p:spPr>
          <a:xfrm>
            <a:off x="297895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37"/>
          <p:cNvSpPr/>
          <p:nvPr/>
        </p:nvSpPr>
        <p:spPr>
          <a:xfrm>
            <a:off x="297895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37"/>
          <p:cNvSpPr/>
          <p:nvPr/>
        </p:nvSpPr>
        <p:spPr>
          <a:xfrm>
            <a:off x="297895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7"/>
          <p:cNvSpPr/>
          <p:nvPr/>
        </p:nvSpPr>
        <p:spPr>
          <a:xfrm>
            <a:off x="297895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37"/>
          <p:cNvSpPr/>
          <p:nvPr/>
        </p:nvSpPr>
        <p:spPr>
          <a:xfrm>
            <a:off x="297895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7"/>
          <p:cNvSpPr/>
          <p:nvPr/>
        </p:nvSpPr>
        <p:spPr>
          <a:xfrm>
            <a:off x="297895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37"/>
          <p:cNvSpPr/>
          <p:nvPr/>
        </p:nvSpPr>
        <p:spPr>
          <a:xfrm>
            <a:off x="36754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7"/>
          <p:cNvSpPr/>
          <p:nvPr/>
        </p:nvSpPr>
        <p:spPr>
          <a:xfrm>
            <a:off x="36754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37"/>
          <p:cNvSpPr/>
          <p:nvPr/>
        </p:nvSpPr>
        <p:spPr>
          <a:xfrm>
            <a:off x="36754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37"/>
          <p:cNvSpPr/>
          <p:nvPr/>
        </p:nvSpPr>
        <p:spPr>
          <a:xfrm>
            <a:off x="36754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37"/>
          <p:cNvSpPr/>
          <p:nvPr/>
        </p:nvSpPr>
        <p:spPr>
          <a:xfrm>
            <a:off x="36754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7"/>
          <p:cNvSpPr/>
          <p:nvPr/>
        </p:nvSpPr>
        <p:spPr>
          <a:xfrm>
            <a:off x="36754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37"/>
          <p:cNvSpPr/>
          <p:nvPr/>
        </p:nvSpPr>
        <p:spPr>
          <a:xfrm>
            <a:off x="36754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37"/>
          <p:cNvSpPr/>
          <p:nvPr/>
        </p:nvSpPr>
        <p:spPr>
          <a:xfrm>
            <a:off x="36754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37"/>
          <p:cNvSpPr/>
          <p:nvPr/>
        </p:nvSpPr>
        <p:spPr>
          <a:xfrm>
            <a:off x="36754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37"/>
          <p:cNvSpPr/>
          <p:nvPr/>
        </p:nvSpPr>
        <p:spPr>
          <a:xfrm>
            <a:off x="36754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37"/>
          <p:cNvSpPr/>
          <p:nvPr/>
        </p:nvSpPr>
        <p:spPr>
          <a:xfrm>
            <a:off x="43719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37"/>
          <p:cNvSpPr/>
          <p:nvPr/>
        </p:nvSpPr>
        <p:spPr>
          <a:xfrm>
            <a:off x="43719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7"/>
          <p:cNvSpPr/>
          <p:nvPr/>
        </p:nvSpPr>
        <p:spPr>
          <a:xfrm>
            <a:off x="43719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37"/>
          <p:cNvSpPr/>
          <p:nvPr/>
        </p:nvSpPr>
        <p:spPr>
          <a:xfrm>
            <a:off x="43719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37"/>
          <p:cNvSpPr/>
          <p:nvPr/>
        </p:nvSpPr>
        <p:spPr>
          <a:xfrm>
            <a:off x="43719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37"/>
          <p:cNvSpPr/>
          <p:nvPr/>
        </p:nvSpPr>
        <p:spPr>
          <a:xfrm>
            <a:off x="43719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37"/>
          <p:cNvSpPr/>
          <p:nvPr/>
        </p:nvSpPr>
        <p:spPr>
          <a:xfrm>
            <a:off x="43719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37"/>
          <p:cNvSpPr/>
          <p:nvPr/>
        </p:nvSpPr>
        <p:spPr>
          <a:xfrm>
            <a:off x="43719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37"/>
          <p:cNvSpPr/>
          <p:nvPr/>
        </p:nvSpPr>
        <p:spPr>
          <a:xfrm>
            <a:off x="43719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37"/>
          <p:cNvSpPr/>
          <p:nvPr/>
        </p:nvSpPr>
        <p:spPr>
          <a:xfrm>
            <a:off x="43719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37"/>
          <p:cNvSpPr/>
          <p:nvPr/>
        </p:nvSpPr>
        <p:spPr>
          <a:xfrm>
            <a:off x="506837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37"/>
          <p:cNvSpPr/>
          <p:nvPr/>
        </p:nvSpPr>
        <p:spPr>
          <a:xfrm>
            <a:off x="506837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37"/>
          <p:cNvSpPr/>
          <p:nvPr/>
        </p:nvSpPr>
        <p:spPr>
          <a:xfrm>
            <a:off x="506837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7"/>
          <p:cNvSpPr/>
          <p:nvPr/>
        </p:nvSpPr>
        <p:spPr>
          <a:xfrm>
            <a:off x="506837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7"/>
          <p:cNvSpPr/>
          <p:nvPr/>
        </p:nvSpPr>
        <p:spPr>
          <a:xfrm>
            <a:off x="506837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37"/>
          <p:cNvSpPr/>
          <p:nvPr/>
        </p:nvSpPr>
        <p:spPr>
          <a:xfrm>
            <a:off x="506837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37"/>
          <p:cNvSpPr/>
          <p:nvPr/>
        </p:nvSpPr>
        <p:spPr>
          <a:xfrm>
            <a:off x="506837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37"/>
          <p:cNvSpPr/>
          <p:nvPr/>
        </p:nvSpPr>
        <p:spPr>
          <a:xfrm>
            <a:off x="506837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7"/>
          <p:cNvSpPr/>
          <p:nvPr/>
        </p:nvSpPr>
        <p:spPr>
          <a:xfrm>
            <a:off x="506837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7"/>
          <p:cNvSpPr/>
          <p:nvPr/>
        </p:nvSpPr>
        <p:spPr>
          <a:xfrm>
            <a:off x="506837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7"/>
          <p:cNvSpPr/>
          <p:nvPr/>
        </p:nvSpPr>
        <p:spPr>
          <a:xfrm>
            <a:off x="576485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7"/>
          <p:cNvSpPr/>
          <p:nvPr/>
        </p:nvSpPr>
        <p:spPr>
          <a:xfrm>
            <a:off x="576485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37"/>
          <p:cNvSpPr/>
          <p:nvPr/>
        </p:nvSpPr>
        <p:spPr>
          <a:xfrm>
            <a:off x="576485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37"/>
          <p:cNvSpPr/>
          <p:nvPr/>
        </p:nvSpPr>
        <p:spPr>
          <a:xfrm>
            <a:off x="576485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37"/>
          <p:cNvSpPr/>
          <p:nvPr/>
        </p:nvSpPr>
        <p:spPr>
          <a:xfrm>
            <a:off x="576485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7"/>
          <p:cNvSpPr/>
          <p:nvPr/>
        </p:nvSpPr>
        <p:spPr>
          <a:xfrm>
            <a:off x="576485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7"/>
          <p:cNvSpPr/>
          <p:nvPr/>
        </p:nvSpPr>
        <p:spPr>
          <a:xfrm>
            <a:off x="576485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37"/>
          <p:cNvSpPr/>
          <p:nvPr/>
        </p:nvSpPr>
        <p:spPr>
          <a:xfrm>
            <a:off x="576485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7"/>
          <p:cNvSpPr/>
          <p:nvPr/>
        </p:nvSpPr>
        <p:spPr>
          <a:xfrm>
            <a:off x="576485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7"/>
          <p:cNvSpPr/>
          <p:nvPr/>
        </p:nvSpPr>
        <p:spPr>
          <a:xfrm>
            <a:off x="576485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7"/>
          <p:cNvSpPr/>
          <p:nvPr/>
        </p:nvSpPr>
        <p:spPr>
          <a:xfrm>
            <a:off x="64613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7"/>
          <p:cNvSpPr/>
          <p:nvPr/>
        </p:nvSpPr>
        <p:spPr>
          <a:xfrm>
            <a:off x="64613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7"/>
          <p:cNvSpPr/>
          <p:nvPr/>
        </p:nvSpPr>
        <p:spPr>
          <a:xfrm>
            <a:off x="64613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7"/>
          <p:cNvSpPr/>
          <p:nvPr/>
        </p:nvSpPr>
        <p:spPr>
          <a:xfrm>
            <a:off x="64613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37"/>
          <p:cNvSpPr/>
          <p:nvPr/>
        </p:nvSpPr>
        <p:spPr>
          <a:xfrm>
            <a:off x="64613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37"/>
          <p:cNvSpPr/>
          <p:nvPr/>
        </p:nvSpPr>
        <p:spPr>
          <a:xfrm>
            <a:off x="64613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37"/>
          <p:cNvSpPr/>
          <p:nvPr/>
        </p:nvSpPr>
        <p:spPr>
          <a:xfrm>
            <a:off x="64613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7"/>
          <p:cNvSpPr/>
          <p:nvPr/>
        </p:nvSpPr>
        <p:spPr>
          <a:xfrm>
            <a:off x="64613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37"/>
          <p:cNvSpPr/>
          <p:nvPr/>
        </p:nvSpPr>
        <p:spPr>
          <a:xfrm>
            <a:off x="64613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7"/>
          <p:cNvSpPr/>
          <p:nvPr/>
        </p:nvSpPr>
        <p:spPr>
          <a:xfrm>
            <a:off x="64613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7"/>
          <p:cNvSpPr/>
          <p:nvPr/>
        </p:nvSpPr>
        <p:spPr>
          <a:xfrm>
            <a:off x="71578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37"/>
          <p:cNvSpPr/>
          <p:nvPr/>
        </p:nvSpPr>
        <p:spPr>
          <a:xfrm>
            <a:off x="71578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37"/>
          <p:cNvSpPr/>
          <p:nvPr/>
        </p:nvSpPr>
        <p:spPr>
          <a:xfrm>
            <a:off x="71578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7"/>
          <p:cNvSpPr/>
          <p:nvPr/>
        </p:nvSpPr>
        <p:spPr>
          <a:xfrm>
            <a:off x="71578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7"/>
          <p:cNvSpPr/>
          <p:nvPr/>
        </p:nvSpPr>
        <p:spPr>
          <a:xfrm>
            <a:off x="71578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7"/>
          <p:cNvSpPr/>
          <p:nvPr/>
        </p:nvSpPr>
        <p:spPr>
          <a:xfrm>
            <a:off x="71578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7"/>
          <p:cNvSpPr/>
          <p:nvPr/>
        </p:nvSpPr>
        <p:spPr>
          <a:xfrm>
            <a:off x="71578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37"/>
          <p:cNvSpPr/>
          <p:nvPr/>
        </p:nvSpPr>
        <p:spPr>
          <a:xfrm>
            <a:off x="71578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37"/>
          <p:cNvSpPr/>
          <p:nvPr/>
        </p:nvSpPr>
        <p:spPr>
          <a:xfrm>
            <a:off x="71578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37"/>
          <p:cNvSpPr/>
          <p:nvPr/>
        </p:nvSpPr>
        <p:spPr>
          <a:xfrm>
            <a:off x="71578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37"/>
          <p:cNvSpPr txBox="1"/>
          <p:nvPr>
            <p:ph idx="6"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607" name="Google Shape;607;p37"/>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608" name="Google Shape;608;p37"/>
          <p:cNvSpPr txBox="1"/>
          <p:nvPr>
            <p:ph idx="7"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three column">
  <p:cSld name="CUSTOM_4_9">
    <p:spTree>
      <p:nvGrpSpPr>
        <p:cNvPr id="609" name="Shape 609"/>
        <p:cNvGrpSpPr/>
        <p:nvPr/>
      </p:nvGrpSpPr>
      <p:grpSpPr>
        <a:xfrm>
          <a:off x="0" y="0"/>
          <a:ext cx="0" cy="0"/>
          <a:chOff x="0" y="0"/>
          <a:chExt cx="0" cy="0"/>
        </a:xfrm>
      </p:grpSpPr>
      <p:cxnSp>
        <p:nvCxnSpPr>
          <p:cNvPr id="610" name="Google Shape;610;p3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11" name="Google Shape;611;p3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12" name="Google Shape;612;p3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13" name="Google Shape;613;p38"/>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14" name="Google Shape;614;p38"/>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615" name="Google Shape;615;p38"/>
          <p:cNvCxnSpPr/>
          <p:nvPr/>
        </p:nvCxnSpPr>
        <p:spPr>
          <a:xfrm>
            <a:off x="4307600" y="2776950"/>
            <a:ext cx="0" cy="2302500"/>
          </a:xfrm>
          <a:prstGeom prst="straightConnector1">
            <a:avLst/>
          </a:prstGeom>
          <a:noFill/>
          <a:ln cap="flat" cmpd="sng" w="9525">
            <a:solidFill>
              <a:schemeClr val="dk2"/>
            </a:solidFill>
            <a:prstDash val="dot"/>
            <a:round/>
            <a:headEnd len="med" w="med" type="none"/>
            <a:tailEnd len="med" w="med" type="none"/>
          </a:ln>
        </p:spPr>
      </p:cxnSp>
      <p:cxnSp>
        <p:nvCxnSpPr>
          <p:cNvPr id="616" name="Google Shape;616;p38"/>
          <p:cNvCxnSpPr/>
          <p:nvPr/>
        </p:nvCxnSpPr>
        <p:spPr>
          <a:xfrm>
            <a:off x="7890550" y="2776950"/>
            <a:ext cx="0" cy="2302500"/>
          </a:xfrm>
          <a:prstGeom prst="straightConnector1">
            <a:avLst/>
          </a:prstGeom>
          <a:noFill/>
          <a:ln cap="flat" cmpd="sng" w="9525">
            <a:solidFill>
              <a:schemeClr val="dk2"/>
            </a:solidFill>
            <a:prstDash val="dot"/>
            <a:round/>
            <a:headEnd len="med" w="med" type="none"/>
            <a:tailEnd len="med" w="med" type="none"/>
          </a:ln>
        </p:spPr>
      </p:cxnSp>
      <p:sp>
        <p:nvSpPr>
          <p:cNvPr id="617" name="Google Shape;617;p38"/>
          <p:cNvSpPr txBox="1"/>
          <p:nvPr>
            <p:ph idx="2" type="subTitle"/>
          </p:nvPr>
        </p:nvSpPr>
        <p:spPr>
          <a:xfrm>
            <a:off x="1140925" y="4681050"/>
            <a:ext cx="2750400" cy="426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618" name="Google Shape;618;p38"/>
          <p:cNvSpPr txBox="1"/>
          <p:nvPr>
            <p:ph idx="3" type="subTitle"/>
          </p:nvPr>
        </p:nvSpPr>
        <p:spPr>
          <a:xfrm>
            <a:off x="1140925" y="2813710"/>
            <a:ext cx="2750400" cy="15483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1400"/>
            </a:lvl1pPr>
            <a:lvl2pPr lvl="1">
              <a:lnSpc>
                <a:spcPct val="140000"/>
              </a:lnSpc>
              <a:spcBef>
                <a:spcPts val="0"/>
              </a:spcBef>
              <a:spcAft>
                <a:spcPts val="0"/>
              </a:spcAft>
              <a:buNone/>
              <a:defRPr sz="1400"/>
            </a:lvl2pPr>
            <a:lvl3pPr lvl="2">
              <a:lnSpc>
                <a:spcPct val="140000"/>
              </a:lnSpc>
              <a:spcBef>
                <a:spcPts val="0"/>
              </a:spcBef>
              <a:spcAft>
                <a:spcPts val="0"/>
              </a:spcAft>
              <a:buNone/>
              <a:defRPr sz="1400"/>
            </a:lvl3pPr>
            <a:lvl4pPr lvl="3">
              <a:lnSpc>
                <a:spcPct val="140000"/>
              </a:lnSpc>
              <a:spcBef>
                <a:spcPts val="0"/>
              </a:spcBef>
              <a:spcAft>
                <a:spcPts val="0"/>
              </a:spcAft>
              <a:buNone/>
              <a:defRPr sz="1400"/>
            </a:lvl4pPr>
            <a:lvl5pPr lvl="4">
              <a:lnSpc>
                <a:spcPct val="140000"/>
              </a:lnSpc>
              <a:spcBef>
                <a:spcPts val="0"/>
              </a:spcBef>
              <a:spcAft>
                <a:spcPts val="0"/>
              </a:spcAft>
              <a:buNone/>
              <a:defRPr sz="1400"/>
            </a:lvl5pPr>
            <a:lvl6pPr lvl="5">
              <a:lnSpc>
                <a:spcPct val="140000"/>
              </a:lnSpc>
              <a:spcBef>
                <a:spcPts val="0"/>
              </a:spcBef>
              <a:spcAft>
                <a:spcPts val="0"/>
              </a:spcAft>
              <a:buNone/>
              <a:defRPr sz="1400"/>
            </a:lvl6pPr>
            <a:lvl7pPr lvl="6">
              <a:lnSpc>
                <a:spcPct val="140000"/>
              </a:lnSpc>
              <a:spcBef>
                <a:spcPts val="0"/>
              </a:spcBef>
              <a:spcAft>
                <a:spcPts val="0"/>
              </a:spcAft>
              <a:buNone/>
              <a:defRPr sz="1400"/>
            </a:lvl7pPr>
            <a:lvl8pPr lvl="7">
              <a:lnSpc>
                <a:spcPct val="140000"/>
              </a:lnSpc>
              <a:spcBef>
                <a:spcPts val="0"/>
              </a:spcBef>
              <a:spcAft>
                <a:spcPts val="0"/>
              </a:spcAft>
              <a:buNone/>
              <a:defRPr sz="1400"/>
            </a:lvl8pPr>
            <a:lvl9pPr lvl="8">
              <a:lnSpc>
                <a:spcPct val="140000"/>
              </a:lnSpc>
              <a:spcBef>
                <a:spcPts val="0"/>
              </a:spcBef>
              <a:spcAft>
                <a:spcPts val="0"/>
              </a:spcAft>
              <a:buNone/>
              <a:defRPr sz="1400"/>
            </a:lvl9pPr>
          </a:lstStyle>
          <a:p/>
        </p:txBody>
      </p:sp>
      <p:sp>
        <p:nvSpPr>
          <p:cNvPr id="619" name="Google Shape;619;p38"/>
          <p:cNvSpPr txBox="1"/>
          <p:nvPr>
            <p:ph idx="4" type="subTitle"/>
          </p:nvPr>
        </p:nvSpPr>
        <p:spPr>
          <a:xfrm>
            <a:off x="4723875" y="2813710"/>
            <a:ext cx="2750400" cy="15483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1400"/>
            </a:lvl1pPr>
            <a:lvl2pPr lvl="1">
              <a:lnSpc>
                <a:spcPct val="140000"/>
              </a:lnSpc>
              <a:spcBef>
                <a:spcPts val="0"/>
              </a:spcBef>
              <a:spcAft>
                <a:spcPts val="0"/>
              </a:spcAft>
              <a:buNone/>
              <a:defRPr sz="1400"/>
            </a:lvl2pPr>
            <a:lvl3pPr lvl="2">
              <a:lnSpc>
                <a:spcPct val="140000"/>
              </a:lnSpc>
              <a:spcBef>
                <a:spcPts val="0"/>
              </a:spcBef>
              <a:spcAft>
                <a:spcPts val="0"/>
              </a:spcAft>
              <a:buNone/>
              <a:defRPr sz="1400"/>
            </a:lvl3pPr>
            <a:lvl4pPr lvl="3">
              <a:lnSpc>
                <a:spcPct val="140000"/>
              </a:lnSpc>
              <a:spcBef>
                <a:spcPts val="0"/>
              </a:spcBef>
              <a:spcAft>
                <a:spcPts val="0"/>
              </a:spcAft>
              <a:buNone/>
              <a:defRPr sz="1400"/>
            </a:lvl4pPr>
            <a:lvl5pPr lvl="4">
              <a:lnSpc>
                <a:spcPct val="140000"/>
              </a:lnSpc>
              <a:spcBef>
                <a:spcPts val="0"/>
              </a:spcBef>
              <a:spcAft>
                <a:spcPts val="0"/>
              </a:spcAft>
              <a:buNone/>
              <a:defRPr sz="1400"/>
            </a:lvl5pPr>
            <a:lvl6pPr lvl="5">
              <a:lnSpc>
                <a:spcPct val="140000"/>
              </a:lnSpc>
              <a:spcBef>
                <a:spcPts val="0"/>
              </a:spcBef>
              <a:spcAft>
                <a:spcPts val="0"/>
              </a:spcAft>
              <a:buNone/>
              <a:defRPr sz="1400"/>
            </a:lvl6pPr>
            <a:lvl7pPr lvl="6">
              <a:lnSpc>
                <a:spcPct val="140000"/>
              </a:lnSpc>
              <a:spcBef>
                <a:spcPts val="0"/>
              </a:spcBef>
              <a:spcAft>
                <a:spcPts val="0"/>
              </a:spcAft>
              <a:buNone/>
              <a:defRPr sz="1400"/>
            </a:lvl7pPr>
            <a:lvl8pPr lvl="7">
              <a:lnSpc>
                <a:spcPct val="140000"/>
              </a:lnSpc>
              <a:spcBef>
                <a:spcPts val="0"/>
              </a:spcBef>
              <a:spcAft>
                <a:spcPts val="0"/>
              </a:spcAft>
              <a:buNone/>
              <a:defRPr sz="1400"/>
            </a:lvl8pPr>
            <a:lvl9pPr lvl="8">
              <a:lnSpc>
                <a:spcPct val="140000"/>
              </a:lnSpc>
              <a:spcBef>
                <a:spcPts val="0"/>
              </a:spcBef>
              <a:spcAft>
                <a:spcPts val="0"/>
              </a:spcAft>
              <a:buNone/>
              <a:defRPr sz="1400"/>
            </a:lvl9pPr>
          </a:lstStyle>
          <a:p/>
        </p:txBody>
      </p:sp>
      <p:sp>
        <p:nvSpPr>
          <p:cNvPr id="620" name="Google Shape;620;p38"/>
          <p:cNvSpPr txBox="1"/>
          <p:nvPr>
            <p:ph idx="5" type="subTitle"/>
          </p:nvPr>
        </p:nvSpPr>
        <p:spPr>
          <a:xfrm>
            <a:off x="8306825" y="2813710"/>
            <a:ext cx="2750400" cy="15483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1400"/>
            </a:lvl1pPr>
            <a:lvl2pPr lvl="1">
              <a:lnSpc>
                <a:spcPct val="140000"/>
              </a:lnSpc>
              <a:spcBef>
                <a:spcPts val="0"/>
              </a:spcBef>
              <a:spcAft>
                <a:spcPts val="0"/>
              </a:spcAft>
              <a:buNone/>
              <a:defRPr sz="1400"/>
            </a:lvl2pPr>
            <a:lvl3pPr lvl="2">
              <a:lnSpc>
                <a:spcPct val="140000"/>
              </a:lnSpc>
              <a:spcBef>
                <a:spcPts val="0"/>
              </a:spcBef>
              <a:spcAft>
                <a:spcPts val="0"/>
              </a:spcAft>
              <a:buNone/>
              <a:defRPr sz="1400"/>
            </a:lvl3pPr>
            <a:lvl4pPr lvl="3">
              <a:lnSpc>
                <a:spcPct val="140000"/>
              </a:lnSpc>
              <a:spcBef>
                <a:spcPts val="0"/>
              </a:spcBef>
              <a:spcAft>
                <a:spcPts val="0"/>
              </a:spcAft>
              <a:buNone/>
              <a:defRPr sz="1400"/>
            </a:lvl4pPr>
            <a:lvl5pPr lvl="4">
              <a:lnSpc>
                <a:spcPct val="140000"/>
              </a:lnSpc>
              <a:spcBef>
                <a:spcPts val="0"/>
              </a:spcBef>
              <a:spcAft>
                <a:spcPts val="0"/>
              </a:spcAft>
              <a:buNone/>
              <a:defRPr sz="1400"/>
            </a:lvl5pPr>
            <a:lvl6pPr lvl="5">
              <a:lnSpc>
                <a:spcPct val="140000"/>
              </a:lnSpc>
              <a:spcBef>
                <a:spcPts val="0"/>
              </a:spcBef>
              <a:spcAft>
                <a:spcPts val="0"/>
              </a:spcAft>
              <a:buNone/>
              <a:defRPr sz="1400"/>
            </a:lvl6pPr>
            <a:lvl7pPr lvl="6">
              <a:lnSpc>
                <a:spcPct val="140000"/>
              </a:lnSpc>
              <a:spcBef>
                <a:spcPts val="0"/>
              </a:spcBef>
              <a:spcAft>
                <a:spcPts val="0"/>
              </a:spcAft>
              <a:buNone/>
              <a:defRPr sz="1400"/>
            </a:lvl7pPr>
            <a:lvl8pPr lvl="7">
              <a:lnSpc>
                <a:spcPct val="140000"/>
              </a:lnSpc>
              <a:spcBef>
                <a:spcPts val="0"/>
              </a:spcBef>
              <a:spcAft>
                <a:spcPts val="0"/>
              </a:spcAft>
              <a:buNone/>
              <a:defRPr sz="1400"/>
            </a:lvl8pPr>
            <a:lvl9pPr lvl="8">
              <a:lnSpc>
                <a:spcPct val="140000"/>
              </a:lnSpc>
              <a:spcBef>
                <a:spcPts val="0"/>
              </a:spcBef>
              <a:spcAft>
                <a:spcPts val="0"/>
              </a:spcAft>
              <a:buNone/>
              <a:defRPr sz="1400"/>
            </a:lvl9pPr>
          </a:lstStyle>
          <a:p/>
        </p:txBody>
      </p:sp>
      <p:sp>
        <p:nvSpPr>
          <p:cNvPr id="621" name="Google Shape;621;p38"/>
          <p:cNvSpPr txBox="1"/>
          <p:nvPr>
            <p:ph idx="6" type="subTitle"/>
          </p:nvPr>
        </p:nvSpPr>
        <p:spPr>
          <a:xfrm>
            <a:off x="4720800" y="4681050"/>
            <a:ext cx="2750400" cy="426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622" name="Google Shape;622;p38"/>
          <p:cNvSpPr txBox="1"/>
          <p:nvPr>
            <p:ph idx="7" type="subTitle"/>
          </p:nvPr>
        </p:nvSpPr>
        <p:spPr>
          <a:xfrm>
            <a:off x="8306825" y="4681050"/>
            <a:ext cx="2750400" cy="426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pic>
        <p:nvPicPr>
          <p:cNvPr id="623" name="Google Shape;623;p38"/>
          <p:cNvPicPr preferRelativeResize="0"/>
          <p:nvPr/>
        </p:nvPicPr>
        <p:blipFill rotWithShape="1">
          <a:blip r:embed="rId3">
            <a:alphaModFix/>
          </a:blip>
          <a:srcRect b="0" l="0" r="0" t="0"/>
          <a:stretch/>
        </p:blipFill>
        <p:spPr>
          <a:xfrm>
            <a:off x="1044805" y="2217196"/>
            <a:ext cx="553219" cy="553200"/>
          </a:xfrm>
          <a:prstGeom prst="rect">
            <a:avLst/>
          </a:prstGeom>
          <a:noFill/>
          <a:ln>
            <a:noFill/>
          </a:ln>
        </p:spPr>
      </p:pic>
      <p:pic>
        <p:nvPicPr>
          <p:cNvPr id="624" name="Google Shape;624;p38"/>
          <p:cNvPicPr preferRelativeResize="0"/>
          <p:nvPr/>
        </p:nvPicPr>
        <p:blipFill rotWithShape="1">
          <a:blip r:embed="rId3">
            <a:alphaModFix/>
          </a:blip>
          <a:srcRect b="0" l="0" r="0" t="0"/>
          <a:stretch/>
        </p:blipFill>
        <p:spPr>
          <a:xfrm>
            <a:off x="4627759" y="2217196"/>
            <a:ext cx="553219" cy="553200"/>
          </a:xfrm>
          <a:prstGeom prst="rect">
            <a:avLst/>
          </a:prstGeom>
          <a:noFill/>
          <a:ln>
            <a:noFill/>
          </a:ln>
        </p:spPr>
      </p:pic>
      <p:pic>
        <p:nvPicPr>
          <p:cNvPr id="625" name="Google Shape;625;p38"/>
          <p:cNvPicPr preferRelativeResize="0"/>
          <p:nvPr/>
        </p:nvPicPr>
        <p:blipFill rotWithShape="1">
          <a:blip r:embed="rId3">
            <a:alphaModFix/>
          </a:blip>
          <a:srcRect b="0" l="0" r="0" t="0"/>
          <a:stretch/>
        </p:blipFill>
        <p:spPr>
          <a:xfrm>
            <a:off x="8210712" y="2217196"/>
            <a:ext cx="553219" cy="553200"/>
          </a:xfrm>
          <a:prstGeom prst="rect">
            <a:avLst/>
          </a:prstGeom>
          <a:noFill/>
          <a:ln>
            <a:noFill/>
          </a:ln>
        </p:spPr>
      </p:pic>
      <p:sp>
        <p:nvSpPr>
          <p:cNvPr id="626" name="Google Shape;626;p38"/>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627" name="Google Shape;627;p38"/>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628" name="Google Shape;628;p38"/>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two column">
  <p:cSld name="CUSTOM_4_8">
    <p:spTree>
      <p:nvGrpSpPr>
        <p:cNvPr id="629" name="Shape 629"/>
        <p:cNvGrpSpPr/>
        <p:nvPr/>
      </p:nvGrpSpPr>
      <p:grpSpPr>
        <a:xfrm>
          <a:off x="0" y="0"/>
          <a:ext cx="0" cy="0"/>
          <a:chOff x="0" y="0"/>
          <a:chExt cx="0" cy="0"/>
        </a:xfrm>
      </p:grpSpPr>
      <p:cxnSp>
        <p:nvCxnSpPr>
          <p:cNvPr id="630" name="Google Shape;630;p3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31" name="Google Shape;631;p3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32" name="Google Shape;632;p3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33" name="Google Shape;633;p39"/>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34" name="Google Shape;634;p39"/>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635" name="Google Shape;635;p39"/>
          <p:cNvCxnSpPr/>
          <p:nvPr/>
        </p:nvCxnSpPr>
        <p:spPr>
          <a:xfrm>
            <a:off x="6098909" y="2796200"/>
            <a:ext cx="0" cy="2923500"/>
          </a:xfrm>
          <a:prstGeom prst="straightConnector1">
            <a:avLst/>
          </a:prstGeom>
          <a:noFill/>
          <a:ln cap="flat" cmpd="sng" w="9525">
            <a:solidFill>
              <a:schemeClr val="dk2"/>
            </a:solidFill>
            <a:prstDash val="dot"/>
            <a:round/>
            <a:headEnd len="med" w="med" type="none"/>
            <a:tailEnd len="med" w="med" type="none"/>
          </a:ln>
        </p:spPr>
      </p:cxnSp>
      <p:sp>
        <p:nvSpPr>
          <p:cNvPr id="636" name="Google Shape;636;p39"/>
          <p:cNvSpPr txBox="1"/>
          <p:nvPr>
            <p:ph idx="2" type="subTitle"/>
          </p:nvPr>
        </p:nvSpPr>
        <p:spPr>
          <a:xfrm>
            <a:off x="1343125" y="5036725"/>
            <a:ext cx="4398000" cy="426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637" name="Google Shape;637;p39"/>
          <p:cNvSpPr txBox="1"/>
          <p:nvPr>
            <p:ph idx="3" type="subTitle"/>
          </p:nvPr>
        </p:nvSpPr>
        <p:spPr>
          <a:xfrm>
            <a:off x="1343125" y="2848100"/>
            <a:ext cx="4398000" cy="1861500"/>
          </a:xfrm>
          <a:prstGeom prst="rect">
            <a:avLst/>
          </a:prstGeom>
        </p:spPr>
        <p:txBody>
          <a:bodyPr anchorCtr="0" anchor="t" bIns="0" lIns="0" spcFirstLastPara="1" rIns="0" wrap="square" tIns="0">
            <a:noAutofit/>
          </a:bodyPr>
          <a:lstStyle>
            <a:lvl1pPr lvl="0">
              <a:lnSpc>
                <a:spcPct val="150000"/>
              </a:lnSpc>
              <a:spcBef>
                <a:spcPts val="0"/>
              </a:spcBef>
              <a:spcAft>
                <a:spcPts val="0"/>
              </a:spcAft>
              <a:buNone/>
              <a:defRPr/>
            </a:lvl1pPr>
            <a:lvl2pPr lvl="1">
              <a:lnSpc>
                <a:spcPct val="150000"/>
              </a:lnSpc>
              <a:spcBef>
                <a:spcPts val="0"/>
              </a:spcBef>
              <a:spcAft>
                <a:spcPts val="0"/>
              </a:spcAft>
              <a:buNone/>
              <a:defRPr/>
            </a:lvl2pPr>
            <a:lvl3pPr lvl="2">
              <a:lnSpc>
                <a:spcPct val="150000"/>
              </a:lnSpc>
              <a:spcBef>
                <a:spcPts val="0"/>
              </a:spcBef>
              <a:spcAft>
                <a:spcPts val="0"/>
              </a:spcAft>
              <a:buNone/>
              <a:defRPr/>
            </a:lvl3pPr>
            <a:lvl4pPr lvl="3">
              <a:lnSpc>
                <a:spcPct val="150000"/>
              </a:lnSpc>
              <a:spcBef>
                <a:spcPts val="0"/>
              </a:spcBef>
              <a:spcAft>
                <a:spcPts val="0"/>
              </a:spcAft>
              <a:buNone/>
              <a:defRPr/>
            </a:lvl4pPr>
            <a:lvl5pPr lvl="4">
              <a:lnSpc>
                <a:spcPct val="150000"/>
              </a:lnSpc>
              <a:spcBef>
                <a:spcPts val="0"/>
              </a:spcBef>
              <a:spcAft>
                <a:spcPts val="0"/>
              </a:spcAft>
              <a:buNone/>
              <a:defRPr/>
            </a:lvl5pPr>
            <a:lvl6pPr lvl="5">
              <a:lnSpc>
                <a:spcPct val="150000"/>
              </a:lnSpc>
              <a:spcBef>
                <a:spcPts val="0"/>
              </a:spcBef>
              <a:spcAft>
                <a:spcPts val="0"/>
              </a:spcAft>
              <a:buNone/>
              <a:defRPr/>
            </a:lvl6pPr>
            <a:lvl7pPr lvl="6">
              <a:lnSpc>
                <a:spcPct val="150000"/>
              </a:lnSpc>
              <a:spcBef>
                <a:spcPts val="0"/>
              </a:spcBef>
              <a:spcAft>
                <a:spcPts val="0"/>
              </a:spcAft>
              <a:buNone/>
              <a:defRPr/>
            </a:lvl7pPr>
            <a:lvl8pPr lvl="7">
              <a:lnSpc>
                <a:spcPct val="150000"/>
              </a:lnSpc>
              <a:spcBef>
                <a:spcPts val="0"/>
              </a:spcBef>
              <a:spcAft>
                <a:spcPts val="0"/>
              </a:spcAft>
              <a:buNone/>
              <a:defRPr/>
            </a:lvl8pPr>
            <a:lvl9pPr lvl="8">
              <a:lnSpc>
                <a:spcPct val="150000"/>
              </a:lnSpc>
              <a:spcBef>
                <a:spcPts val="0"/>
              </a:spcBef>
              <a:spcAft>
                <a:spcPts val="0"/>
              </a:spcAft>
              <a:buNone/>
              <a:defRPr/>
            </a:lvl9pPr>
          </a:lstStyle>
          <a:p/>
        </p:txBody>
      </p:sp>
      <p:sp>
        <p:nvSpPr>
          <p:cNvPr id="638" name="Google Shape;638;p39"/>
          <p:cNvSpPr txBox="1"/>
          <p:nvPr>
            <p:ph idx="4" type="subTitle"/>
          </p:nvPr>
        </p:nvSpPr>
        <p:spPr>
          <a:xfrm>
            <a:off x="6529325" y="5036725"/>
            <a:ext cx="4398000" cy="426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639" name="Google Shape;639;p39"/>
          <p:cNvSpPr txBox="1"/>
          <p:nvPr>
            <p:ph idx="5" type="subTitle"/>
          </p:nvPr>
        </p:nvSpPr>
        <p:spPr>
          <a:xfrm>
            <a:off x="6529325" y="2848100"/>
            <a:ext cx="4398000" cy="1861500"/>
          </a:xfrm>
          <a:prstGeom prst="rect">
            <a:avLst/>
          </a:prstGeom>
        </p:spPr>
        <p:txBody>
          <a:bodyPr anchorCtr="0" anchor="t" bIns="0" lIns="0" spcFirstLastPara="1" rIns="0" wrap="square" tIns="0">
            <a:noAutofit/>
          </a:bodyPr>
          <a:lstStyle>
            <a:lvl1pPr lvl="0">
              <a:lnSpc>
                <a:spcPct val="150000"/>
              </a:lnSpc>
              <a:spcBef>
                <a:spcPts val="0"/>
              </a:spcBef>
              <a:spcAft>
                <a:spcPts val="0"/>
              </a:spcAft>
              <a:buNone/>
              <a:defRPr/>
            </a:lvl1pPr>
            <a:lvl2pPr lvl="1">
              <a:lnSpc>
                <a:spcPct val="150000"/>
              </a:lnSpc>
              <a:spcBef>
                <a:spcPts val="0"/>
              </a:spcBef>
              <a:spcAft>
                <a:spcPts val="0"/>
              </a:spcAft>
              <a:buNone/>
              <a:defRPr/>
            </a:lvl2pPr>
            <a:lvl3pPr lvl="2">
              <a:lnSpc>
                <a:spcPct val="150000"/>
              </a:lnSpc>
              <a:spcBef>
                <a:spcPts val="0"/>
              </a:spcBef>
              <a:spcAft>
                <a:spcPts val="0"/>
              </a:spcAft>
              <a:buNone/>
              <a:defRPr/>
            </a:lvl3pPr>
            <a:lvl4pPr lvl="3">
              <a:lnSpc>
                <a:spcPct val="150000"/>
              </a:lnSpc>
              <a:spcBef>
                <a:spcPts val="0"/>
              </a:spcBef>
              <a:spcAft>
                <a:spcPts val="0"/>
              </a:spcAft>
              <a:buNone/>
              <a:defRPr/>
            </a:lvl4pPr>
            <a:lvl5pPr lvl="4">
              <a:lnSpc>
                <a:spcPct val="150000"/>
              </a:lnSpc>
              <a:spcBef>
                <a:spcPts val="0"/>
              </a:spcBef>
              <a:spcAft>
                <a:spcPts val="0"/>
              </a:spcAft>
              <a:buNone/>
              <a:defRPr/>
            </a:lvl5pPr>
            <a:lvl6pPr lvl="5">
              <a:lnSpc>
                <a:spcPct val="150000"/>
              </a:lnSpc>
              <a:spcBef>
                <a:spcPts val="0"/>
              </a:spcBef>
              <a:spcAft>
                <a:spcPts val="0"/>
              </a:spcAft>
              <a:buNone/>
              <a:defRPr/>
            </a:lvl6pPr>
            <a:lvl7pPr lvl="6">
              <a:lnSpc>
                <a:spcPct val="150000"/>
              </a:lnSpc>
              <a:spcBef>
                <a:spcPts val="0"/>
              </a:spcBef>
              <a:spcAft>
                <a:spcPts val="0"/>
              </a:spcAft>
              <a:buNone/>
              <a:defRPr/>
            </a:lvl7pPr>
            <a:lvl8pPr lvl="7">
              <a:lnSpc>
                <a:spcPct val="150000"/>
              </a:lnSpc>
              <a:spcBef>
                <a:spcPts val="0"/>
              </a:spcBef>
              <a:spcAft>
                <a:spcPts val="0"/>
              </a:spcAft>
              <a:buNone/>
              <a:defRPr/>
            </a:lvl8pPr>
            <a:lvl9pPr lvl="8">
              <a:lnSpc>
                <a:spcPct val="150000"/>
              </a:lnSpc>
              <a:spcBef>
                <a:spcPts val="0"/>
              </a:spcBef>
              <a:spcAft>
                <a:spcPts val="0"/>
              </a:spcAft>
              <a:buNone/>
              <a:defRPr/>
            </a:lvl9pPr>
          </a:lstStyle>
          <a:p/>
        </p:txBody>
      </p:sp>
      <p:pic>
        <p:nvPicPr>
          <p:cNvPr id="640" name="Google Shape;640;p39"/>
          <p:cNvPicPr preferRelativeResize="0"/>
          <p:nvPr/>
        </p:nvPicPr>
        <p:blipFill rotWithShape="1">
          <a:blip r:embed="rId3">
            <a:alphaModFix/>
          </a:blip>
          <a:srcRect b="0" l="0" r="0" t="0"/>
          <a:stretch/>
        </p:blipFill>
        <p:spPr>
          <a:xfrm>
            <a:off x="1227082" y="2044890"/>
            <a:ext cx="731700" cy="731684"/>
          </a:xfrm>
          <a:prstGeom prst="rect">
            <a:avLst/>
          </a:prstGeom>
          <a:noFill/>
          <a:ln>
            <a:noFill/>
          </a:ln>
        </p:spPr>
      </p:pic>
      <p:pic>
        <p:nvPicPr>
          <p:cNvPr id="641" name="Google Shape;641;p39"/>
          <p:cNvPicPr preferRelativeResize="0"/>
          <p:nvPr/>
        </p:nvPicPr>
        <p:blipFill rotWithShape="1">
          <a:blip r:embed="rId3">
            <a:alphaModFix/>
          </a:blip>
          <a:srcRect b="0" l="0" r="0" t="0"/>
          <a:stretch/>
        </p:blipFill>
        <p:spPr>
          <a:xfrm>
            <a:off x="6413282" y="2044890"/>
            <a:ext cx="731700" cy="731684"/>
          </a:xfrm>
          <a:prstGeom prst="rect">
            <a:avLst/>
          </a:prstGeom>
          <a:noFill/>
          <a:ln>
            <a:noFill/>
          </a:ln>
        </p:spPr>
      </p:pic>
      <p:sp>
        <p:nvSpPr>
          <p:cNvPr id="642" name="Google Shape;642;p39"/>
          <p:cNvSpPr txBox="1"/>
          <p:nvPr>
            <p:ph idx="6"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643" name="Google Shape;643;p39"/>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644" name="Google Shape;644;p39"/>
          <p:cNvSpPr txBox="1"/>
          <p:nvPr>
            <p:ph idx="7"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large">
  <p:cSld name="CUSTOM_4_7">
    <p:spTree>
      <p:nvGrpSpPr>
        <p:cNvPr id="645" name="Shape 645"/>
        <p:cNvGrpSpPr/>
        <p:nvPr/>
      </p:nvGrpSpPr>
      <p:grpSpPr>
        <a:xfrm>
          <a:off x="0" y="0"/>
          <a:ext cx="0" cy="0"/>
          <a:chOff x="0" y="0"/>
          <a:chExt cx="0" cy="0"/>
        </a:xfrm>
      </p:grpSpPr>
      <p:sp>
        <p:nvSpPr>
          <p:cNvPr id="646" name="Google Shape;646;p4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647" name="Google Shape;647;p4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48" name="Google Shape;648;p4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49" name="Google Shape;649;p4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50" name="Google Shape;650;p40"/>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51" name="Google Shape;651;p40"/>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652" name="Google Shape;652;p40"/>
          <p:cNvSpPr txBox="1"/>
          <p:nvPr>
            <p:ph type="title"/>
          </p:nvPr>
        </p:nvSpPr>
        <p:spPr>
          <a:xfrm>
            <a:off x="4465550" y="1455375"/>
            <a:ext cx="6724800" cy="3200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600"/>
            </a:lvl1pPr>
            <a:lvl2pPr lvl="1">
              <a:lnSpc>
                <a:spcPct val="115000"/>
              </a:lnSpc>
              <a:spcBef>
                <a:spcPts val="0"/>
              </a:spcBef>
              <a:spcAft>
                <a:spcPts val="0"/>
              </a:spcAft>
              <a:buNone/>
              <a:defRPr sz="2600"/>
            </a:lvl2pPr>
            <a:lvl3pPr lvl="2">
              <a:lnSpc>
                <a:spcPct val="115000"/>
              </a:lnSpc>
              <a:spcBef>
                <a:spcPts val="0"/>
              </a:spcBef>
              <a:spcAft>
                <a:spcPts val="0"/>
              </a:spcAft>
              <a:buNone/>
              <a:defRPr sz="2600"/>
            </a:lvl3pPr>
            <a:lvl4pPr lvl="3">
              <a:lnSpc>
                <a:spcPct val="115000"/>
              </a:lnSpc>
              <a:spcBef>
                <a:spcPts val="0"/>
              </a:spcBef>
              <a:spcAft>
                <a:spcPts val="0"/>
              </a:spcAft>
              <a:buNone/>
              <a:defRPr sz="2600"/>
            </a:lvl4pPr>
            <a:lvl5pPr lvl="4">
              <a:lnSpc>
                <a:spcPct val="115000"/>
              </a:lnSpc>
              <a:spcBef>
                <a:spcPts val="0"/>
              </a:spcBef>
              <a:spcAft>
                <a:spcPts val="0"/>
              </a:spcAft>
              <a:buNone/>
              <a:defRPr sz="2600"/>
            </a:lvl5pPr>
            <a:lvl6pPr lvl="5">
              <a:lnSpc>
                <a:spcPct val="115000"/>
              </a:lnSpc>
              <a:spcBef>
                <a:spcPts val="0"/>
              </a:spcBef>
              <a:spcAft>
                <a:spcPts val="0"/>
              </a:spcAft>
              <a:buNone/>
              <a:defRPr sz="2600"/>
            </a:lvl6pPr>
            <a:lvl7pPr lvl="6">
              <a:lnSpc>
                <a:spcPct val="115000"/>
              </a:lnSpc>
              <a:spcBef>
                <a:spcPts val="0"/>
              </a:spcBef>
              <a:spcAft>
                <a:spcPts val="0"/>
              </a:spcAft>
              <a:buNone/>
              <a:defRPr sz="2600"/>
            </a:lvl7pPr>
            <a:lvl8pPr lvl="7">
              <a:lnSpc>
                <a:spcPct val="115000"/>
              </a:lnSpc>
              <a:spcBef>
                <a:spcPts val="0"/>
              </a:spcBef>
              <a:spcAft>
                <a:spcPts val="0"/>
              </a:spcAft>
              <a:buNone/>
              <a:defRPr sz="2600"/>
            </a:lvl8pPr>
            <a:lvl9pPr lvl="8">
              <a:lnSpc>
                <a:spcPct val="115000"/>
              </a:lnSpc>
              <a:spcBef>
                <a:spcPts val="0"/>
              </a:spcBef>
              <a:spcAft>
                <a:spcPts val="0"/>
              </a:spcAft>
              <a:buNone/>
              <a:defRPr sz="2600"/>
            </a:lvl9pPr>
          </a:lstStyle>
          <a:p/>
        </p:txBody>
      </p:sp>
      <p:sp>
        <p:nvSpPr>
          <p:cNvPr id="653" name="Google Shape;653;p40"/>
          <p:cNvSpPr txBox="1"/>
          <p:nvPr>
            <p:ph idx="3" type="subTitle"/>
          </p:nvPr>
        </p:nvSpPr>
        <p:spPr>
          <a:xfrm>
            <a:off x="4465600" y="5036725"/>
            <a:ext cx="4097700" cy="426000"/>
          </a:xfrm>
          <a:prstGeom prst="rect">
            <a:avLst/>
          </a:prstGeom>
        </p:spPr>
        <p:txBody>
          <a:bodyPr anchorCtr="0" anchor="t" bIns="0" lIns="0" spcFirstLastPara="1" rIns="0" wrap="square" tIns="0">
            <a:noAutofit/>
          </a:bodyPr>
          <a:lstStyle>
            <a:lvl1pPr lvl="0">
              <a:lnSpc>
                <a:spcPct val="114000"/>
              </a:lnSpc>
              <a:spcBef>
                <a:spcPts val="0"/>
              </a:spcBef>
              <a:spcAft>
                <a:spcPts val="0"/>
              </a:spcAft>
              <a:buNone/>
              <a:defRPr sz="1400"/>
            </a:lvl1pPr>
            <a:lvl2pPr lvl="1">
              <a:lnSpc>
                <a:spcPct val="114000"/>
              </a:lnSpc>
              <a:spcBef>
                <a:spcPts val="0"/>
              </a:spcBef>
              <a:spcAft>
                <a:spcPts val="0"/>
              </a:spcAft>
              <a:buNone/>
              <a:defRPr sz="1400"/>
            </a:lvl2pPr>
            <a:lvl3pPr lvl="2">
              <a:lnSpc>
                <a:spcPct val="114000"/>
              </a:lnSpc>
              <a:spcBef>
                <a:spcPts val="0"/>
              </a:spcBef>
              <a:spcAft>
                <a:spcPts val="0"/>
              </a:spcAft>
              <a:buNone/>
              <a:defRPr sz="1400"/>
            </a:lvl3pPr>
            <a:lvl4pPr lvl="3">
              <a:lnSpc>
                <a:spcPct val="114000"/>
              </a:lnSpc>
              <a:spcBef>
                <a:spcPts val="0"/>
              </a:spcBef>
              <a:spcAft>
                <a:spcPts val="0"/>
              </a:spcAft>
              <a:buNone/>
              <a:defRPr sz="1400"/>
            </a:lvl4pPr>
            <a:lvl5pPr lvl="4">
              <a:lnSpc>
                <a:spcPct val="114000"/>
              </a:lnSpc>
              <a:spcBef>
                <a:spcPts val="0"/>
              </a:spcBef>
              <a:spcAft>
                <a:spcPts val="0"/>
              </a:spcAft>
              <a:buNone/>
              <a:defRPr sz="1400"/>
            </a:lvl5pPr>
            <a:lvl6pPr lvl="5">
              <a:lnSpc>
                <a:spcPct val="114000"/>
              </a:lnSpc>
              <a:spcBef>
                <a:spcPts val="0"/>
              </a:spcBef>
              <a:spcAft>
                <a:spcPts val="0"/>
              </a:spcAft>
              <a:buNone/>
              <a:defRPr sz="1400"/>
            </a:lvl6pPr>
            <a:lvl7pPr lvl="6">
              <a:lnSpc>
                <a:spcPct val="114000"/>
              </a:lnSpc>
              <a:spcBef>
                <a:spcPts val="0"/>
              </a:spcBef>
              <a:spcAft>
                <a:spcPts val="0"/>
              </a:spcAft>
              <a:buNone/>
              <a:defRPr sz="1400"/>
            </a:lvl7pPr>
            <a:lvl8pPr lvl="7">
              <a:lnSpc>
                <a:spcPct val="114000"/>
              </a:lnSpc>
              <a:spcBef>
                <a:spcPts val="0"/>
              </a:spcBef>
              <a:spcAft>
                <a:spcPts val="0"/>
              </a:spcAft>
              <a:buNone/>
              <a:defRPr sz="1400"/>
            </a:lvl8pPr>
            <a:lvl9pPr lvl="8">
              <a:lnSpc>
                <a:spcPct val="114000"/>
              </a:lnSpc>
              <a:spcBef>
                <a:spcPts val="0"/>
              </a:spcBef>
              <a:spcAft>
                <a:spcPts val="0"/>
              </a:spcAft>
              <a:buNone/>
              <a:defRPr sz="1400"/>
            </a:lvl9pPr>
          </a:lstStyle>
          <a:p/>
        </p:txBody>
      </p:sp>
      <p:pic>
        <p:nvPicPr>
          <p:cNvPr id="654" name="Google Shape;654;p40"/>
          <p:cNvPicPr preferRelativeResize="0"/>
          <p:nvPr/>
        </p:nvPicPr>
        <p:blipFill rotWithShape="1">
          <a:blip r:embed="rId3">
            <a:alphaModFix/>
          </a:blip>
          <a:srcRect b="0" l="0" r="0" t="0"/>
          <a:stretch/>
        </p:blipFill>
        <p:spPr>
          <a:xfrm>
            <a:off x="3419450" y="1298452"/>
            <a:ext cx="731700" cy="731684"/>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by two">
  <p:cSld name="CUSTOM_4_6">
    <p:spTree>
      <p:nvGrpSpPr>
        <p:cNvPr id="655" name="Shape 655"/>
        <p:cNvGrpSpPr/>
        <p:nvPr/>
      </p:nvGrpSpPr>
      <p:grpSpPr>
        <a:xfrm>
          <a:off x="0" y="0"/>
          <a:ext cx="0" cy="0"/>
          <a:chOff x="0" y="0"/>
          <a:chExt cx="0" cy="0"/>
        </a:xfrm>
      </p:grpSpPr>
      <p:cxnSp>
        <p:nvCxnSpPr>
          <p:cNvPr id="656" name="Google Shape;656;p4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57" name="Google Shape;657;p4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58" name="Google Shape;658;p4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59" name="Google Shape;659;p41"/>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60" name="Google Shape;660;p41"/>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661" name="Google Shape;661;p41"/>
          <p:cNvSpPr txBox="1"/>
          <p:nvPr>
            <p:ph idx="2" type="subTitle"/>
          </p:nvPr>
        </p:nvSpPr>
        <p:spPr>
          <a:xfrm>
            <a:off x="6855088" y="2788100"/>
            <a:ext cx="3512100" cy="10608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662" name="Google Shape;662;p41"/>
          <p:cNvSpPr txBox="1"/>
          <p:nvPr>
            <p:ph idx="3" type="subTitle"/>
          </p:nvPr>
        </p:nvSpPr>
        <p:spPr>
          <a:xfrm>
            <a:off x="6855081" y="2352950"/>
            <a:ext cx="3512100" cy="3792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63" name="Google Shape;663;p41"/>
          <p:cNvSpPr txBox="1"/>
          <p:nvPr>
            <p:ph idx="4" type="subTitle"/>
          </p:nvPr>
        </p:nvSpPr>
        <p:spPr>
          <a:xfrm>
            <a:off x="6855088" y="4434375"/>
            <a:ext cx="3512100" cy="10608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664" name="Google Shape;664;p41"/>
          <p:cNvSpPr txBox="1"/>
          <p:nvPr>
            <p:ph idx="5" type="subTitle"/>
          </p:nvPr>
        </p:nvSpPr>
        <p:spPr>
          <a:xfrm>
            <a:off x="6855081" y="3999225"/>
            <a:ext cx="3512100" cy="3792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65" name="Google Shape;665;p41"/>
          <p:cNvSpPr txBox="1"/>
          <p:nvPr>
            <p:ph idx="6" type="subTitle"/>
          </p:nvPr>
        </p:nvSpPr>
        <p:spPr>
          <a:xfrm>
            <a:off x="2084625" y="2788100"/>
            <a:ext cx="3512100" cy="10608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666" name="Google Shape;666;p41"/>
          <p:cNvSpPr txBox="1"/>
          <p:nvPr>
            <p:ph idx="7" type="subTitle"/>
          </p:nvPr>
        </p:nvSpPr>
        <p:spPr>
          <a:xfrm>
            <a:off x="2084600" y="2352950"/>
            <a:ext cx="3512100" cy="3792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67" name="Google Shape;667;p41"/>
          <p:cNvSpPr txBox="1"/>
          <p:nvPr>
            <p:ph idx="8" type="subTitle"/>
          </p:nvPr>
        </p:nvSpPr>
        <p:spPr>
          <a:xfrm>
            <a:off x="2084625" y="4434375"/>
            <a:ext cx="3512100" cy="10608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668" name="Google Shape;668;p41"/>
          <p:cNvSpPr txBox="1"/>
          <p:nvPr>
            <p:ph idx="9" type="subTitle"/>
          </p:nvPr>
        </p:nvSpPr>
        <p:spPr>
          <a:xfrm>
            <a:off x="2084600" y="3999225"/>
            <a:ext cx="3512100" cy="3792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69" name="Google Shape;669;p41"/>
          <p:cNvSpPr txBox="1"/>
          <p:nvPr>
            <p:ph idx="1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670" name="Google Shape;670;p41"/>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671" name="Google Shape;671;p41"/>
          <p:cNvSpPr txBox="1"/>
          <p:nvPr>
            <p:ph idx="1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four column">
  <p:cSld name="CUSTOM_4_5">
    <p:spTree>
      <p:nvGrpSpPr>
        <p:cNvPr id="672" name="Shape 672"/>
        <p:cNvGrpSpPr/>
        <p:nvPr/>
      </p:nvGrpSpPr>
      <p:grpSpPr>
        <a:xfrm>
          <a:off x="0" y="0"/>
          <a:ext cx="0" cy="0"/>
          <a:chOff x="0" y="0"/>
          <a:chExt cx="0" cy="0"/>
        </a:xfrm>
      </p:grpSpPr>
      <p:cxnSp>
        <p:nvCxnSpPr>
          <p:cNvPr id="673" name="Google Shape;673;p4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74" name="Google Shape;674;p4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75" name="Google Shape;675;p4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76" name="Google Shape;676;p4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77" name="Google Shape;677;p42"/>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678" name="Google Shape;678;p42"/>
          <p:cNvCxnSpPr/>
          <p:nvPr/>
        </p:nvCxnSpPr>
        <p:spPr>
          <a:xfrm>
            <a:off x="3416583" y="3678000"/>
            <a:ext cx="0" cy="1527600"/>
          </a:xfrm>
          <a:prstGeom prst="straightConnector1">
            <a:avLst/>
          </a:prstGeom>
          <a:noFill/>
          <a:ln cap="flat" cmpd="sng" w="9525">
            <a:solidFill>
              <a:schemeClr val="dk2"/>
            </a:solidFill>
            <a:prstDash val="dot"/>
            <a:round/>
            <a:headEnd len="med" w="med" type="none"/>
            <a:tailEnd len="med" w="med" type="none"/>
          </a:ln>
        </p:spPr>
      </p:cxnSp>
      <p:cxnSp>
        <p:nvCxnSpPr>
          <p:cNvPr id="679" name="Google Shape;679;p42"/>
          <p:cNvCxnSpPr/>
          <p:nvPr/>
        </p:nvCxnSpPr>
        <p:spPr>
          <a:xfrm>
            <a:off x="6096100" y="3678000"/>
            <a:ext cx="0" cy="1527600"/>
          </a:xfrm>
          <a:prstGeom prst="straightConnector1">
            <a:avLst/>
          </a:prstGeom>
          <a:noFill/>
          <a:ln cap="flat" cmpd="sng" w="9525">
            <a:solidFill>
              <a:schemeClr val="dk2"/>
            </a:solidFill>
            <a:prstDash val="dot"/>
            <a:round/>
            <a:headEnd len="med" w="med" type="none"/>
            <a:tailEnd len="med" w="med" type="none"/>
          </a:ln>
        </p:spPr>
      </p:cxnSp>
      <p:cxnSp>
        <p:nvCxnSpPr>
          <p:cNvPr id="680" name="Google Shape;680;p42"/>
          <p:cNvCxnSpPr/>
          <p:nvPr/>
        </p:nvCxnSpPr>
        <p:spPr>
          <a:xfrm>
            <a:off x="8775617" y="3678000"/>
            <a:ext cx="0" cy="1527600"/>
          </a:xfrm>
          <a:prstGeom prst="straightConnector1">
            <a:avLst/>
          </a:prstGeom>
          <a:noFill/>
          <a:ln cap="flat" cmpd="sng" w="9525">
            <a:solidFill>
              <a:schemeClr val="dk2"/>
            </a:solidFill>
            <a:prstDash val="dot"/>
            <a:round/>
            <a:headEnd len="med" w="med" type="none"/>
            <a:tailEnd len="med" w="med" type="none"/>
          </a:ln>
        </p:spPr>
      </p:cxnSp>
      <p:sp>
        <p:nvSpPr>
          <p:cNvPr id="681" name="Google Shape;681;p42"/>
          <p:cNvSpPr txBox="1"/>
          <p:nvPr>
            <p:ph idx="2" type="subTitle"/>
          </p:nvPr>
        </p:nvSpPr>
        <p:spPr>
          <a:xfrm>
            <a:off x="885075" y="4059500"/>
            <a:ext cx="2383500" cy="10608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682" name="Google Shape;682;p42"/>
          <p:cNvSpPr txBox="1"/>
          <p:nvPr>
            <p:ph idx="3" type="subTitle"/>
          </p:nvPr>
        </p:nvSpPr>
        <p:spPr>
          <a:xfrm>
            <a:off x="885050" y="3624350"/>
            <a:ext cx="2383500" cy="3792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83" name="Google Shape;683;p42"/>
          <p:cNvSpPr txBox="1"/>
          <p:nvPr>
            <p:ph idx="4" type="subTitle"/>
          </p:nvPr>
        </p:nvSpPr>
        <p:spPr>
          <a:xfrm>
            <a:off x="8923625" y="4059500"/>
            <a:ext cx="2383500" cy="10608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684" name="Google Shape;684;p42"/>
          <p:cNvSpPr txBox="1"/>
          <p:nvPr>
            <p:ph idx="5" type="subTitle"/>
          </p:nvPr>
        </p:nvSpPr>
        <p:spPr>
          <a:xfrm>
            <a:off x="8923600" y="3624350"/>
            <a:ext cx="2383500" cy="3792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85" name="Google Shape;685;p42"/>
          <p:cNvSpPr txBox="1"/>
          <p:nvPr>
            <p:ph idx="6" type="subTitle"/>
          </p:nvPr>
        </p:nvSpPr>
        <p:spPr>
          <a:xfrm>
            <a:off x="6244108" y="4059500"/>
            <a:ext cx="2383500" cy="10608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686" name="Google Shape;686;p42"/>
          <p:cNvSpPr txBox="1"/>
          <p:nvPr>
            <p:ph idx="7" type="subTitle"/>
          </p:nvPr>
        </p:nvSpPr>
        <p:spPr>
          <a:xfrm>
            <a:off x="6244083" y="3624350"/>
            <a:ext cx="2383500" cy="3792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87" name="Google Shape;687;p42"/>
          <p:cNvSpPr txBox="1"/>
          <p:nvPr>
            <p:ph idx="8" type="subTitle"/>
          </p:nvPr>
        </p:nvSpPr>
        <p:spPr>
          <a:xfrm>
            <a:off x="3564592" y="4059500"/>
            <a:ext cx="2383500" cy="10608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688" name="Google Shape;688;p42"/>
          <p:cNvSpPr txBox="1"/>
          <p:nvPr>
            <p:ph idx="9" type="subTitle"/>
          </p:nvPr>
        </p:nvSpPr>
        <p:spPr>
          <a:xfrm>
            <a:off x="3564567" y="3624350"/>
            <a:ext cx="2383500" cy="3792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89" name="Google Shape;689;p42"/>
          <p:cNvSpPr txBox="1"/>
          <p:nvPr>
            <p:ph idx="1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690" name="Google Shape;690;p42"/>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691" name="Google Shape;691;p42"/>
          <p:cNvSpPr txBox="1"/>
          <p:nvPr>
            <p:ph idx="1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left">
  <p:cSld name="CUSTOM_4_4">
    <p:spTree>
      <p:nvGrpSpPr>
        <p:cNvPr id="692" name="Shape 692"/>
        <p:cNvGrpSpPr/>
        <p:nvPr/>
      </p:nvGrpSpPr>
      <p:grpSpPr>
        <a:xfrm>
          <a:off x="0" y="0"/>
          <a:ext cx="0" cy="0"/>
          <a:chOff x="0" y="0"/>
          <a:chExt cx="0" cy="0"/>
        </a:xfrm>
      </p:grpSpPr>
      <p:sp>
        <p:nvSpPr>
          <p:cNvPr id="693" name="Google Shape;693;p43"/>
          <p:cNvSpPr txBox="1"/>
          <p:nvPr>
            <p:ph idx="1" type="subTitle"/>
          </p:nvPr>
        </p:nvSpPr>
        <p:spPr>
          <a:xfrm>
            <a:off x="885050" y="3358700"/>
            <a:ext cx="3291900" cy="1980600"/>
          </a:xfrm>
          <a:prstGeom prst="rect">
            <a:avLst/>
          </a:prstGeom>
        </p:spPr>
        <p:txBody>
          <a:bodyPr anchorCtr="0" anchor="t" bIns="0" lIns="0" spcFirstLastPara="1" rIns="0" wrap="square" tIns="0">
            <a:noAutofit/>
          </a:bodyPr>
          <a:lstStyle>
            <a:lvl1pPr lvl="0">
              <a:lnSpc>
                <a:spcPct val="150000"/>
              </a:lnSpc>
              <a:spcBef>
                <a:spcPts val="0"/>
              </a:spcBef>
              <a:spcAft>
                <a:spcPts val="0"/>
              </a:spcAft>
              <a:buNone/>
              <a:defRPr>
                <a:solidFill>
                  <a:schemeClr val="accent1"/>
                </a:solidFill>
              </a:defRPr>
            </a:lvl1pPr>
            <a:lvl2pPr lvl="1">
              <a:lnSpc>
                <a:spcPct val="150000"/>
              </a:lnSpc>
              <a:spcBef>
                <a:spcPts val="500"/>
              </a:spcBef>
              <a:spcAft>
                <a:spcPts val="0"/>
              </a:spcAft>
              <a:buNone/>
              <a:defRPr>
                <a:solidFill>
                  <a:schemeClr val="accent1"/>
                </a:solidFill>
              </a:defRPr>
            </a:lvl2pPr>
            <a:lvl3pPr lvl="2">
              <a:lnSpc>
                <a:spcPct val="150000"/>
              </a:lnSpc>
              <a:spcBef>
                <a:spcPts val="500"/>
              </a:spcBef>
              <a:spcAft>
                <a:spcPts val="0"/>
              </a:spcAft>
              <a:buNone/>
              <a:defRPr>
                <a:solidFill>
                  <a:schemeClr val="accent1"/>
                </a:solidFill>
              </a:defRPr>
            </a:lvl3pPr>
            <a:lvl4pPr lvl="3">
              <a:lnSpc>
                <a:spcPct val="150000"/>
              </a:lnSpc>
              <a:spcBef>
                <a:spcPts val="500"/>
              </a:spcBef>
              <a:spcAft>
                <a:spcPts val="0"/>
              </a:spcAft>
              <a:buNone/>
              <a:defRPr>
                <a:solidFill>
                  <a:schemeClr val="accent1"/>
                </a:solidFill>
              </a:defRPr>
            </a:lvl4pPr>
            <a:lvl5pPr lvl="4">
              <a:lnSpc>
                <a:spcPct val="150000"/>
              </a:lnSpc>
              <a:spcBef>
                <a:spcPts val="500"/>
              </a:spcBef>
              <a:spcAft>
                <a:spcPts val="0"/>
              </a:spcAft>
              <a:buNone/>
              <a:defRPr>
                <a:solidFill>
                  <a:schemeClr val="accent1"/>
                </a:solidFill>
              </a:defRPr>
            </a:lvl5pPr>
            <a:lvl6pPr lvl="5">
              <a:lnSpc>
                <a:spcPct val="150000"/>
              </a:lnSpc>
              <a:spcBef>
                <a:spcPts val="500"/>
              </a:spcBef>
              <a:spcAft>
                <a:spcPts val="0"/>
              </a:spcAft>
              <a:buNone/>
              <a:defRPr>
                <a:solidFill>
                  <a:schemeClr val="accent1"/>
                </a:solidFill>
              </a:defRPr>
            </a:lvl6pPr>
            <a:lvl7pPr lvl="6">
              <a:lnSpc>
                <a:spcPct val="150000"/>
              </a:lnSpc>
              <a:spcBef>
                <a:spcPts val="500"/>
              </a:spcBef>
              <a:spcAft>
                <a:spcPts val="0"/>
              </a:spcAft>
              <a:buNone/>
              <a:defRPr>
                <a:solidFill>
                  <a:schemeClr val="accent1"/>
                </a:solidFill>
              </a:defRPr>
            </a:lvl7pPr>
            <a:lvl8pPr lvl="7">
              <a:lnSpc>
                <a:spcPct val="150000"/>
              </a:lnSpc>
              <a:spcBef>
                <a:spcPts val="500"/>
              </a:spcBef>
              <a:spcAft>
                <a:spcPts val="0"/>
              </a:spcAft>
              <a:buNone/>
              <a:defRPr>
                <a:solidFill>
                  <a:schemeClr val="accent1"/>
                </a:solidFill>
              </a:defRPr>
            </a:lvl8pPr>
            <a:lvl9pPr lvl="8">
              <a:lnSpc>
                <a:spcPct val="150000"/>
              </a:lnSpc>
              <a:spcBef>
                <a:spcPts val="500"/>
              </a:spcBef>
              <a:spcAft>
                <a:spcPts val="500"/>
              </a:spcAft>
              <a:buNone/>
              <a:defRPr>
                <a:solidFill>
                  <a:schemeClr val="accent1"/>
                </a:solidFill>
              </a:defRPr>
            </a:lvl9pPr>
          </a:lstStyle>
          <a:p/>
        </p:txBody>
      </p:sp>
      <p:sp>
        <p:nvSpPr>
          <p:cNvPr id="694" name="Google Shape;694;p43"/>
          <p:cNvSpPr txBox="1"/>
          <p:nvPr>
            <p:ph type="title"/>
          </p:nvPr>
        </p:nvSpPr>
        <p:spPr>
          <a:xfrm>
            <a:off x="885050" y="1240700"/>
            <a:ext cx="4114800" cy="19806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2400"/>
            </a:lvl1pPr>
            <a:lvl2pPr lvl="1">
              <a:lnSpc>
                <a:spcPct val="140000"/>
              </a:lnSpc>
              <a:spcBef>
                <a:spcPts val="0"/>
              </a:spcBef>
              <a:spcAft>
                <a:spcPts val="0"/>
              </a:spcAft>
              <a:buNone/>
              <a:defRPr sz="2400"/>
            </a:lvl2pPr>
            <a:lvl3pPr lvl="2">
              <a:lnSpc>
                <a:spcPct val="140000"/>
              </a:lnSpc>
              <a:spcBef>
                <a:spcPts val="0"/>
              </a:spcBef>
              <a:spcAft>
                <a:spcPts val="0"/>
              </a:spcAft>
              <a:buNone/>
              <a:defRPr sz="2400"/>
            </a:lvl3pPr>
            <a:lvl4pPr lvl="3">
              <a:lnSpc>
                <a:spcPct val="140000"/>
              </a:lnSpc>
              <a:spcBef>
                <a:spcPts val="0"/>
              </a:spcBef>
              <a:spcAft>
                <a:spcPts val="0"/>
              </a:spcAft>
              <a:buNone/>
              <a:defRPr sz="2400"/>
            </a:lvl4pPr>
            <a:lvl5pPr lvl="4">
              <a:lnSpc>
                <a:spcPct val="140000"/>
              </a:lnSpc>
              <a:spcBef>
                <a:spcPts val="0"/>
              </a:spcBef>
              <a:spcAft>
                <a:spcPts val="0"/>
              </a:spcAft>
              <a:buNone/>
              <a:defRPr sz="2400"/>
            </a:lvl5pPr>
            <a:lvl6pPr lvl="5">
              <a:lnSpc>
                <a:spcPct val="140000"/>
              </a:lnSpc>
              <a:spcBef>
                <a:spcPts val="0"/>
              </a:spcBef>
              <a:spcAft>
                <a:spcPts val="0"/>
              </a:spcAft>
              <a:buNone/>
              <a:defRPr sz="2400"/>
            </a:lvl6pPr>
            <a:lvl7pPr lvl="6">
              <a:lnSpc>
                <a:spcPct val="140000"/>
              </a:lnSpc>
              <a:spcBef>
                <a:spcPts val="0"/>
              </a:spcBef>
              <a:spcAft>
                <a:spcPts val="0"/>
              </a:spcAft>
              <a:buNone/>
              <a:defRPr sz="2400"/>
            </a:lvl7pPr>
            <a:lvl8pPr lvl="7">
              <a:lnSpc>
                <a:spcPct val="140000"/>
              </a:lnSpc>
              <a:spcBef>
                <a:spcPts val="0"/>
              </a:spcBef>
              <a:spcAft>
                <a:spcPts val="0"/>
              </a:spcAft>
              <a:buNone/>
              <a:defRPr sz="2400"/>
            </a:lvl8pPr>
            <a:lvl9pPr lvl="8">
              <a:lnSpc>
                <a:spcPct val="140000"/>
              </a:lnSpc>
              <a:spcBef>
                <a:spcPts val="0"/>
              </a:spcBef>
              <a:spcAft>
                <a:spcPts val="0"/>
              </a:spcAft>
              <a:buNone/>
              <a:defRPr sz="2400"/>
            </a:lvl9pPr>
          </a:lstStyle>
          <a:p/>
        </p:txBody>
      </p:sp>
      <p:sp>
        <p:nvSpPr>
          <p:cNvPr id="695" name="Google Shape;695;p43"/>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cxnSp>
        <p:nvCxnSpPr>
          <p:cNvPr id="696" name="Google Shape;696;p4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97" name="Google Shape;697;p4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98" name="Google Shape;698;p4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99" name="Google Shape;699;p43"/>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00" name="Google Shape;700;p43"/>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701" name="Google Shape;701;p43"/>
          <p:cNvSpPr txBox="1"/>
          <p:nvPr>
            <p:ph idx="4" type="subTitle"/>
          </p:nvPr>
        </p:nvSpPr>
        <p:spPr>
          <a:xfrm>
            <a:off x="6857350" y="1644050"/>
            <a:ext cx="4660800" cy="8865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702" name="Google Shape;702;p43"/>
          <p:cNvSpPr txBox="1"/>
          <p:nvPr>
            <p:ph idx="5" type="subTitle"/>
          </p:nvPr>
        </p:nvSpPr>
        <p:spPr>
          <a:xfrm>
            <a:off x="6857350" y="1240700"/>
            <a:ext cx="4660800" cy="3474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703" name="Google Shape;703;p43"/>
          <p:cNvSpPr txBox="1"/>
          <p:nvPr>
            <p:ph idx="6" type="subTitle"/>
          </p:nvPr>
        </p:nvSpPr>
        <p:spPr>
          <a:xfrm>
            <a:off x="6857350" y="3164125"/>
            <a:ext cx="4660800" cy="8865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704" name="Google Shape;704;p43"/>
          <p:cNvSpPr txBox="1"/>
          <p:nvPr>
            <p:ph idx="7" type="subTitle"/>
          </p:nvPr>
        </p:nvSpPr>
        <p:spPr>
          <a:xfrm>
            <a:off x="6857350" y="2760775"/>
            <a:ext cx="4660800" cy="3474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705" name="Google Shape;705;p43"/>
          <p:cNvSpPr txBox="1"/>
          <p:nvPr>
            <p:ph idx="8" type="subTitle"/>
          </p:nvPr>
        </p:nvSpPr>
        <p:spPr>
          <a:xfrm>
            <a:off x="6857350" y="4684200"/>
            <a:ext cx="4660800" cy="8865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706" name="Google Shape;706;p43"/>
          <p:cNvSpPr txBox="1"/>
          <p:nvPr>
            <p:ph idx="9" type="subTitle"/>
          </p:nvPr>
        </p:nvSpPr>
        <p:spPr>
          <a:xfrm>
            <a:off x="6857350" y="4280850"/>
            <a:ext cx="4660800" cy="3474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olumn">
  <p:cSld name="CUSTOM_4_3">
    <p:spTree>
      <p:nvGrpSpPr>
        <p:cNvPr id="707" name="Shape 707"/>
        <p:cNvGrpSpPr/>
        <p:nvPr/>
      </p:nvGrpSpPr>
      <p:grpSpPr>
        <a:xfrm>
          <a:off x="0" y="0"/>
          <a:ext cx="0" cy="0"/>
          <a:chOff x="0" y="0"/>
          <a:chExt cx="0" cy="0"/>
        </a:xfrm>
      </p:grpSpPr>
      <p:cxnSp>
        <p:nvCxnSpPr>
          <p:cNvPr id="708" name="Google Shape;708;p4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709" name="Google Shape;709;p4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710" name="Google Shape;710;p4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11" name="Google Shape;711;p44"/>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12" name="Google Shape;712;p44"/>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713" name="Google Shape;713;p44"/>
          <p:cNvCxnSpPr/>
          <p:nvPr/>
        </p:nvCxnSpPr>
        <p:spPr>
          <a:xfrm>
            <a:off x="4306150" y="4229725"/>
            <a:ext cx="0" cy="1557600"/>
          </a:xfrm>
          <a:prstGeom prst="straightConnector1">
            <a:avLst/>
          </a:prstGeom>
          <a:noFill/>
          <a:ln cap="flat" cmpd="sng" w="9525">
            <a:solidFill>
              <a:schemeClr val="dk2"/>
            </a:solidFill>
            <a:prstDash val="dot"/>
            <a:round/>
            <a:headEnd len="med" w="med" type="none"/>
            <a:tailEnd len="med" w="med" type="none"/>
          </a:ln>
        </p:spPr>
      </p:cxnSp>
      <p:cxnSp>
        <p:nvCxnSpPr>
          <p:cNvPr id="714" name="Google Shape;714;p44"/>
          <p:cNvCxnSpPr/>
          <p:nvPr/>
        </p:nvCxnSpPr>
        <p:spPr>
          <a:xfrm>
            <a:off x="7885850" y="4229725"/>
            <a:ext cx="0" cy="1557600"/>
          </a:xfrm>
          <a:prstGeom prst="straightConnector1">
            <a:avLst/>
          </a:prstGeom>
          <a:noFill/>
          <a:ln cap="flat" cmpd="sng" w="9525">
            <a:solidFill>
              <a:schemeClr val="dk2"/>
            </a:solidFill>
            <a:prstDash val="dot"/>
            <a:round/>
            <a:headEnd len="med" w="med" type="none"/>
            <a:tailEnd len="med" w="med" type="none"/>
          </a:ln>
        </p:spPr>
      </p:cxnSp>
      <p:sp>
        <p:nvSpPr>
          <p:cNvPr id="715" name="Google Shape;715;p44"/>
          <p:cNvSpPr txBox="1"/>
          <p:nvPr>
            <p:ph idx="2" type="subTitle"/>
          </p:nvPr>
        </p:nvSpPr>
        <p:spPr>
          <a:xfrm>
            <a:off x="4468300" y="4229725"/>
            <a:ext cx="3255300" cy="3219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716" name="Google Shape;716;p44"/>
          <p:cNvSpPr txBox="1"/>
          <p:nvPr>
            <p:ph idx="3" type="subTitle"/>
          </p:nvPr>
        </p:nvSpPr>
        <p:spPr>
          <a:xfrm>
            <a:off x="4468400" y="4718950"/>
            <a:ext cx="3255300" cy="9153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717" name="Google Shape;717;p44"/>
          <p:cNvSpPr txBox="1"/>
          <p:nvPr>
            <p:ph idx="4" type="subTitle"/>
          </p:nvPr>
        </p:nvSpPr>
        <p:spPr>
          <a:xfrm>
            <a:off x="8048000" y="4229725"/>
            <a:ext cx="3255300" cy="3219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718" name="Google Shape;718;p44"/>
          <p:cNvSpPr txBox="1"/>
          <p:nvPr>
            <p:ph idx="5" type="subTitle"/>
          </p:nvPr>
        </p:nvSpPr>
        <p:spPr>
          <a:xfrm>
            <a:off x="8048100" y="4718950"/>
            <a:ext cx="3255300" cy="9153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719" name="Google Shape;719;p44"/>
          <p:cNvSpPr txBox="1"/>
          <p:nvPr>
            <p:ph idx="6" type="subTitle"/>
          </p:nvPr>
        </p:nvSpPr>
        <p:spPr>
          <a:xfrm>
            <a:off x="888600" y="4229725"/>
            <a:ext cx="3255300" cy="3219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720" name="Google Shape;720;p44"/>
          <p:cNvSpPr txBox="1"/>
          <p:nvPr>
            <p:ph idx="7" type="subTitle"/>
          </p:nvPr>
        </p:nvSpPr>
        <p:spPr>
          <a:xfrm>
            <a:off x="888700" y="4718950"/>
            <a:ext cx="3255300" cy="9153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721" name="Google Shape;721;p44"/>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722" name="Google Shape;722;p44"/>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723" name="Google Shape;723;p44"/>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left">
  <p:cSld name="CUSTOM_4_2">
    <p:spTree>
      <p:nvGrpSpPr>
        <p:cNvPr id="724" name="Shape 724"/>
        <p:cNvGrpSpPr/>
        <p:nvPr/>
      </p:nvGrpSpPr>
      <p:grpSpPr>
        <a:xfrm>
          <a:off x="0" y="0"/>
          <a:ext cx="0" cy="0"/>
          <a:chOff x="0" y="0"/>
          <a:chExt cx="0" cy="0"/>
        </a:xfrm>
      </p:grpSpPr>
      <p:cxnSp>
        <p:nvCxnSpPr>
          <p:cNvPr id="725" name="Google Shape;725;p4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726" name="Google Shape;726;p4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727" name="Google Shape;727;p4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28" name="Google Shape;728;p45"/>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29" name="Google Shape;729;p45"/>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730" name="Google Shape;730;p45"/>
          <p:cNvSpPr txBox="1"/>
          <p:nvPr>
            <p:ph idx="2" type="subTitle"/>
          </p:nvPr>
        </p:nvSpPr>
        <p:spPr>
          <a:xfrm>
            <a:off x="5662075" y="2539250"/>
            <a:ext cx="5486400" cy="3168600"/>
          </a:xfrm>
          <a:prstGeom prst="rect">
            <a:avLst/>
          </a:prstGeom>
        </p:spPr>
        <p:txBody>
          <a:bodyPr anchorCtr="0" anchor="t" bIns="0" lIns="0" spcFirstLastPara="1" rIns="0" wrap="square" tIns="0">
            <a:noAutofit/>
          </a:bodyPr>
          <a:lstStyle>
            <a:lvl1pPr lvl="0">
              <a:lnSpc>
                <a:spcPct val="113000"/>
              </a:lnSpc>
              <a:spcBef>
                <a:spcPts val="0"/>
              </a:spcBef>
              <a:spcAft>
                <a:spcPts val="0"/>
              </a:spcAft>
              <a:buNone/>
              <a:defRPr/>
            </a:lvl1pPr>
            <a:lvl2pPr lvl="1">
              <a:lnSpc>
                <a:spcPct val="113000"/>
              </a:lnSpc>
              <a:spcBef>
                <a:spcPts val="2000"/>
              </a:spcBef>
              <a:spcAft>
                <a:spcPts val="0"/>
              </a:spcAft>
              <a:buNone/>
              <a:defRPr/>
            </a:lvl2pPr>
            <a:lvl3pPr lvl="2">
              <a:lnSpc>
                <a:spcPct val="113000"/>
              </a:lnSpc>
              <a:spcBef>
                <a:spcPts val="2000"/>
              </a:spcBef>
              <a:spcAft>
                <a:spcPts val="0"/>
              </a:spcAft>
              <a:buNone/>
              <a:defRPr/>
            </a:lvl3pPr>
            <a:lvl4pPr lvl="3">
              <a:lnSpc>
                <a:spcPct val="113000"/>
              </a:lnSpc>
              <a:spcBef>
                <a:spcPts val="2000"/>
              </a:spcBef>
              <a:spcAft>
                <a:spcPts val="0"/>
              </a:spcAft>
              <a:buNone/>
              <a:defRPr/>
            </a:lvl4pPr>
            <a:lvl5pPr lvl="4">
              <a:lnSpc>
                <a:spcPct val="113000"/>
              </a:lnSpc>
              <a:spcBef>
                <a:spcPts val="2000"/>
              </a:spcBef>
              <a:spcAft>
                <a:spcPts val="0"/>
              </a:spcAft>
              <a:buNone/>
              <a:defRPr/>
            </a:lvl5pPr>
            <a:lvl6pPr lvl="5">
              <a:lnSpc>
                <a:spcPct val="113000"/>
              </a:lnSpc>
              <a:spcBef>
                <a:spcPts val="2000"/>
              </a:spcBef>
              <a:spcAft>
                <a:spcPts val="0"/>
              </a:spcAft>
              <a:buNone/>
              <a:defRPr/>
            </a:lvl6pPr>
            <a:lvl7pPr lvl="6">
              <a:lnSpc>
                <a:spcPct val="113000"/>
              </a:lnSpc>
              <a:spcBef>
                <a:spcPts val="2000"/>
              </a:spcBef>
              <a:spcAft>
                <a:spcPts val="0"/>
              </a:spcAft>
              <a:buNone/>
              <a:defRPr/>
            </a:lvl7pPr>
            <a:lvl8pPr lvl="7">
              <a:lnSpc>
                <a:spcPct val="113000"/>
              </a:lnSpc>
              <a:spcBef>
                <a:spcPts val="2000"/>
              </a:spcBef>
              <a:spcAft>
                <a:spcPts val="0"/>
              </a:spcAft>
              <a:buNone/>
              <a:defRPr/>
            </a:lvl8pPr>
            <a:lvl9pPr lvl="8">
              <a:lnSpc>
                <a:spcPct val="113000"/>
              </a:lnSpc>
              <a:spcBef>
                <a:spcPts val="2000"/>
              </a:spcBef>
              <a:spcAft>
                <a:spcPts val="2000"/>
              </a:spcAft>
              <a:buNone/>
              <a:defRPr/>
            </a:lvl9pPr>
          </a:lstStyle>
          <a:p/>
        </p:txBody>
      </p:sp>
      <p:sp>
        <p:nvSpPr>
          <p:cNvPr id="731" name="Google Shape;731;p45"/>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732" name="Google Shape;732;p45"/>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733" name="Google Shape;733;p45"/>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large text alt1">
  <p:cSld name="CUSTOM_4_2_2">
    <p:spTree>
      <p:nvGrpSpPr>
        <p:cNvPr id="734" name="Shape 734"/>
        <p:cNvGrpSpPr/>
        <p:nvPr/>
      </p:nvGrpSpPr>
      <p:grpSpPr>
        <a:xfrm>
          <a:off x="0" y="0"/>
          <a:ext cx="0" cy="0"/>
          <a:chOff x="0" y="0"/>
          <a:chExt cx="0" cy="0"/>
        </a:xfrm>
      </p:grpSpPr>
      <p:cxnSp>
        <p:nvCxnSpPr>
          <p:cNvPr id="735" name="Google Shape;735;p4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736" name="Google Shape;736;p4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737" name="Google Shape;737;p4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38" name="Google Shape;738;p46"/>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39" name="Google Shape;739;p46"/>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740" name="Google Shape;740;p46"/>
          <p:cNvSpPr txBox="1"/>
          <p:nvPr>
            <p:ph idx="2" type="subTitle"/>
          </p:nvPr>
        </p:nvSpPr>
        <p:spPr>
          <a:xfrm>
            <a:off x="2087850" y="2416425"/>
            <a:ext cx="8044800" cy="13041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a:solidFill>
                  <a:schemeClr val="accent1"/>
                </a:solidFill>
              </a:defRPr>
            </a:lvl1pPr>
            <a:lvl2pPr lvl="1">
              <a:spcBef>
                <a:spcPts val="500"/>
              </a:spcBef>
              <a:spcAft>
                <a:spcPts val="0"/>
              </a:spcAft>
              <a:buNone/>
              <a:defRPr>
                <a:solidFill>
                  <a:schemeClr val="accent1"/>
                </a:solidFill>
              </a:defRPr>
            </a:lvl2pPr>
            <a:lvl3pPr lvl="2">
              <a:spcBef>
                <a:spcPts val="500"/>
              </a:spcBef>
              <a:spcAft>
                <a:spcPts val="0"/>
              </a:spcAft>
              <a:buNone/>
              <a:defRPr>
                <a:solidFill>
                  <a:schemeClr val="accent1"/>
                </a:solidFill>
              </a:defRPr>
            </a:lvl3pPr>
            <a:lvl4pPr lvl="3">
              <a:spcBef>
                <a:spcPts val="500"/>
              </a:spcBef>
              <a:spcAft>
                <a:spcPts val="0"/>
              </a:spcAft>
              <a:buNone/>
              <a:defRPr>
                <a:solidFill>
                  <a:schemeClr val="accent1"/>
                </a:solidFill>
              </a:defRPr>
            </a:lvl4pPr>
            <a:lvl5pPr lvl="4">
              <a:spcBef>
                <a:spcPts val="500"/>
              </a:spcBef>
              <a:spcAft>
                <a:spcPts val="0"/>
              </a:spcAft>
              <a:buNone/>
              <a:defRPr>
                <a:solidFill>
                  <a:schemeClr val="accent1"/>
                </a:solidFill>
              </a:defRPr>
            </a:lvl5pPr>
            <a:lvl6pPr lvl="5">
              <a:spcBef>
                <a:spcPts val="500"/>
              </a:spcBef>
              <a:spcAft>
                <a:spcPts val="0"/>
              </a:spcAft>
              <a:buNone/>
              <a:defRPr>
                <a:solidFill>
                  <a:schemeClr val="accent1"/>
                </a:solidFill>
              </a:defRPr>
            </a:lvl6pPr>
            <a:lvl7pPr lvl="6">
              <a:spcBef>
                <a:spcPts val="500"/>
              </a:spcBef>
              <a:spcAft>
                <a:spcPts val="0"/>
              </a:spcAft>
              <a:buNone/>
              <a:defRPr>
                <a:solidFill>
                  <a:schemeClr val="accent1"/>
                </a:solidFill>
              </a:defRPr>
            </a:lvl7pPr>
            <a:lvl8pPr lvl="7">
              <a:spcBef>
                <a:spcPts val="500"/>
              </a:spcBef>
              <a:spcAft>
                <a:spcPts val="0"/>
              </a:spcAft>
              <a:buNone/>
              <a:defRPr>
                <a:solidFill>
                  <a:schemeClr val="accent1"/>
                </a:solidFill>
              </a:defRPr>
            </a:lvl8pPr>
            <a:lvl9pPr lvl="8">
              <a:spcBef>
                <a:spcPts val="500"/>
              </a:spcBef>
              <a:spcAft>
                <a:spcPts val="500"/>
              </a:spcAft>
              <a:buNone/>
              <a:defRPr>
                <a:solidFill>
                  <a:schemeClr val="accent1"/>
                </a:solidFill>
              </a:defRPr>
            </a:lvl9pPr>
          </a:lstStyle>
          <a:p/>
        </p:txBody>
      </p:sp>
      <p:sp>
        <p:nvSpPr>
          <p:cNvPr id="741" name="Google Shape;741;p46"/>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742" name="Google Shape;742;p46"/>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743" name="Google Shape;743;p46"/>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large text">
  <p:cSld name="CUSTOM_4_2_1">
    <p:spTree>
      <p:nvGrpSpPr>
        <p:cNvPr id="744" name="Shape 744"/>
        <p:cNvGrpSpPr/>
        <p:nvPr/>
      </p:nvGrpSpPr>
      <p:grpSpPr>
        <a:xfrm>
          <a:off x="0" y="0"/>
          <a:ext cx="0" cy="0"/>
          <a:chOff x="0" y="0"/>
          <a:chExt cx="0" cy="0"/>
        </a:xfrm>
      </p:grpSpPr>
      <p:sp>
        <p:nvSpPr>
          <p:cNvPr id="745" name="Google Shape;745;p47"/>
          <p:cNvSpPr txBox="1"/>
          <p:nvPr>
            <p:ph type="title"/>
          </p:nvPr>
        </p:nvSpPr>
        <p:spPr>
          <a:xfrm>
            <a:off x="3280375" y="1653075"/>
            <a:ext cx="7431000" cy="39318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sz="2800">
                <a:solidFill>
                  <a:schemeClr val="accent1"/>
                </a:solidFill>
              </a:defRPr>
            </a:lvl1pPr>
            <a:lvl2pPr lvl="1">
              <a:lnSpc>
                <a:spcPct val="115000"/>
              </a:lnSpc>
              <a:spcBef>
                <a:spcPts val="0"/>
              </a:spcBef>
              <a:spcAft>
                <a:spcPts val="0"/>
              </a:spcAft>
              <a:buNone/>
              <a:defRPr sz="2600">
                <a:solidFill>
                  <a:schemeClr val="accent1"/>
                </a:solidFill>
                <a:latin typeface="Red Hat Text"/>
                <a:ea typeface="Red Hat Text"/>
                <a:cs typeface="Red Hat Text"/>
                <a:sym typeface="Red Hat Text"/>
              </a:defRPr>
            </a:lvl2pPr>
            <a:lvl3pPr lvl="2">
              <a:lnSpc>
                <a:spcPct val="115000"/>
              </a:lnSpc>
              <a:spcBef>
                <a:spcPts val="0"/>
              </a:spcBef>
              <a:spcAft>
                <a:spcPts val="0"/>
              </a:spcAft>
              <a:buNone/>
              <a:defRPr sz="2600">
                <a:solidFill>
                  <a:schemeClr val="accent1"/>
                </a:solidFill>
                <a:latin typeface="Red Hat Text"/>
                <a:ea typeface="Red Hat Text"/>
                <a:cs typeface="Red Hat Text"/>
                <a:sym typeface="Red Hat Text"/>
              </a:defRPr>
            </a:lvl3pPr>
            <a:lvl4pPr lvl="3">
              <a:lnSpc>
                <a:spcPct val="115000"/>
              </a:lnSpc>
              <a:spcBef>
                <a:spcPts val="0"/>
              </a:spcBef>
              <a:spcAft>
                <a:spcPts val="0"/>
              </a:spcAft>
              <a:buNone/>
              <a:defRPr sz="2600">
                <a:solidFill>
                  <a:schemeClr val="accent1"/>
                </a:solidFill>
                <a:latin typeface="Red Hat Text"/>
                <a:ea typeface="Red Hat Text"/>
                <a:cs typeface="Red Hat Text"/>
                <a:sym typeface="Red Hat Text"/>
              </a:defRPr>
            </a:lvl4pPr>
            <a:lvl5pPr lvl="4">
              <a:lnSpc>
                <a:spcPct val="115000"/>
              </a:lnSpc>
              <a:spcBef>
                <a:spcPts val="0"/>
              </a:spcBef>
              <a:spcAft>
                <a:spcPts val="0"/>
              </a:spcAft>
              <a:buNone/>
              <a:defRPr sz="2600">
                <a:solidFill>
                  <a:schemeClr val="accent1"/>
                </a:solidFill>
                <a:latin typeface="Red Hat Text"/>
                <a:ea typeface="Red Hat Text"/>
                <a:cs typeface="Red Hat Text"/>
                <a:sym typeface="Red Hat Text"/>
              </a:defRPr>
            </a:lvl5pPr>
            <a:lvl6pPr lvl="5">
              <a:lnSpc>
                <a:spcPct val="115000"/>
              </a:lnSpc>
              <a:spcBef>
                <a:spcPts val="0"/>
              </a:spcBef>
              <a:spcAft>
                <a:spcPts val="0"/>
              </a:spcAft>
              <a:buNone/>
              <a:defRPr sz="2600">
                <a:solidFill>
                  <a:schemeClr val="accent1"/>
                </a:solidFill>
                <a:latin typeface="Red Hat Text"/>
                <a:ea typeface="Red Hat Text"/>
                <a:cs typeface="Red Hat Text"/>
                <a:sym typeface="Red Hat Text"/>
              </a:defRPr>
            </a:lvl6pPr>
            <a:lvl7pPr lvl="6">
              <a:lnSpc>
                <a:spcPct val="115000"/>
              </a:lnSpc>
              <a:spcBef>
                <a:spcPts val="0"/>
              </a:spcBef>
              <a:spcAft>
                <a:spcPts val="0"/>
              </a:spcAft>
              <a:buNone/>
              <a:defRPr sz="2600">
                <a:solidFill>
                  <a:schemeClr val="accent1"/>
                </a:solidFill>
                <a:latin typeface="Red Hat Text"/>
                <a:ea typeface="Red Hat Text"/>
                <a:cs typeface="Red Hat Text"/>
                <a:sym typeface="Red Hat Text"/>
              </a:defRPr>
            </a:lvl7pPr>
            <a:lvl8pPr lvl="7">
              <a:lnSpc>
                <a:spcPct val="115000"/>
              </a:lnSpc>
              <a:spcBef>
                <a:spcPts val="0"/>
              </a:spcBef>
              <a:spcAft>
                <a:spcPts val="0"/>
              </a:spcAft>
              <a:buNone/>
              <a:defRPr sz="2600">
                <a:solidFill>
                  <a:schemeClr val="accent1"/>
                </a:solidFill>
                <a:latin typeface="Red Hat Text"/>
                <a:ea typeface="Red Hat Text"/>
                <a:cs typeface="Red Hat Text"/>
                <a:sym typeface="Red Hat Text"/>
              </a:defRPr>
            </a:lvl8pPr>
            <a:lvl9pPr lvl="8">
              <a:lnSpc>
                <a:spcPct val="115000"/>
              </a:lnSpc>
              <a:spcBef>
                <a:spcPts val="0"/>
              </a:spcBef>
              <a:spcAft>
                <a:spcPts val="0"/>
              </a:spcAft>
              <a:buNone/>
              <a:defRPr sz="2600">
                <a:solidFill>
                  <a:schemeClr val="accent1"/>
                </a:solidFill>
                <a:latin typeface="Red Hat Text"/>
                <a:ea typeface="Red Hat Text"/>
                <a:cs typeface="Red Hat Text"/>
                <a:sym typeface="Red Hat Text"/>
              </a:defRPr>
            </a:lvl9pPr>
          </a:lstStyle>
          <a:p/>
        </p:txBody>
      </p:sp>
      <p:sp>
        <p:nvSpPr>
          <p:cNvPr id="746" name="Google Shape;746;p4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747" name="Google Shape;747;p4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748" name="Google Shape;748;p4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749" name="Google Shape;749;p4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50" name="Google Shape;750;p4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51" name="Google Shape;751;p47"/>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dark">
  <p:cSld name="CUSTOM_4_1">
    <p:bg>
      <p:bgPr>
        <a:solidFill>
          <a:srgbClr val="353535"/>
        </a:solidFill>
      </p:bgPr>
    </p:bg>
    <p:spTree>
      <p:nvGrpSpPr>
        <p:cNvPr id="752" name="Shape 752"/>
        <p:cNvGrpSpPr/>
        <p:nvPr/>
      </p:nvGrpSpPr>
      <p:grpSpPr>
        <a:xfrm>
          <a:off x="0" y="0"/>
          <a:ext cx="0" cy="0"/>
          <a:chOff x="0" y="0"/>
          <a:chExt cx="0" cy="0"/>
        </a:xfrm>
      </p:grpSpPr>
      <p:sp>
        <p:nvSpPr>
          <p:cNvPr id="753" name="Google Shape;753;p48"/>
          <p:cNvSpPr txBox="1"/>
          <p:nvPr>
            <p:ph idx="1" type="body"/>
          </p:nvPr>
        </p:nvSpPr>
        <p:spPr>
          <a:xfrm>
            <a:off x="8669900" y="1849475"/>
            <a:ext cx="2131800" cy="3000000"/>
          </a:xfrm>
          <a:prstGeom prst="rect">
            <a:avLst/>
          </a:prstGeom>
        </p:spPr>
        <p:txBody>
          <a:bodyPr anchorCtr="0" anchor="t" bIns="0" lIns="0" spcFirstLastPara="1" rIns="0" wrap="square" tIns="0">
            <a:noAutofit/>
          </a:bodyPr>
          <a:lstStyle>
            <a:lvl1pPr indent="-342900" lvl="0" marL="457200">
              <a:lnSpc>
                <a:spcPct val="115000"/>
              </a:lnSpc>
              <a:spcBef>
                <a:spcPts val="0"/>
              </a:spcBef>
              <a:spcAft>
                <a:spcPts val="0"/>
              </a:spcAft>
              <a:buClr>
                <a:srgbClr val="FFFFFF"/>
              </a:buClr>
              <a:buSzPts val="1800"/>
              <a:buChar char="▸"/>
              <a:defRPr>
                <a:solidFill>
                  <a:srgbClr val="FFFFFF"/>
                </a:solidFill>
              </a:defRPr>
            </a:lvl1pPr>
            <a:lvl2pPr indent="-342900" lvl="1" marL="914400">
              <a:lnSpc>
                <a:spcPct val="115000"/>
              </a:lnSpc>
              <a:spcBef>
                <a:spcPts val="2000"/>
              </a:spcBef>
              <a:spcAft>
                <a:spcPts val="0"/>
              </a:spcAft>
              <a:buClr>
                <a:srgbClr val="FFFFFF"/>
              </a:buClr>
              <a:buSzPts val="1800"/>
              <a:buChar char="･"/>
              <a:defRPr>
                <a:solidFill>
                  <a:srgbClr val="FFFFFF"/>
                </a:solidFill>
              </a:defRPr>
            </a:lvl2pPr>
            <a:lvl3pPr indent="-342900" lvl="2" marL="1371600">
              <a:lnSpc>
                <a:spcPct val="115000"/>
              </a:lnSpc>
              <a:spcBef>
                <a:spcPts val="2000"/>
              </a:spcBef>
              <a:spcAft>
                <a:spcPts val="0"/>
              </a:spcAft>
              <a:buClr>
                <a:srgbClr val="FFFFFF"/>
              </a:buClr>
              <a:buSzPts val="1800"/>
              <a:buChar char="･"/>
              <a:defRPr>
                <a:solidFill>
                  <a:srgbClr val="FFFFFF"/>
                </a:solidFill>
              </a:defRPr>
            </a:lvl3pPr>
            <a:lvl4pPr indent="-342900" lvl="3" marL="1828800">
              <a:lnSpc>
                <a:spcPct val="115000"/>
              </a:lnSpc>
              <a:spcBef>
                <a:spcPts val="2000"/>
              </a:spcBef>
              <a:spcAft>
                <a:spcPts val="0"/>
              </a:spcAft>
              <a:buClr>
                <a:srgbClr val="FFFFFF"/>
              </a:buClr>
              <a:buSzPts val="1800"/>
              <a:buChar char="･"/>
              <a:defRPr>
                <a:solidFill>
                  <a:srgbClr val="FFFFFF"/>
                </a:solidFill>
              </a:defRPr>
            </a:lvl4pPr>
            <a:lvl5pPr indent="-342900" lvl="4" marL="2286000">
              <a:lnSpc>
                <a:spcPct val="115000"/>
              </a:lnSpc>
              <a:spcBef>
                <a:spcPts val="2000"/>
              </a:spcBef>
              <a:spcAft>
                <a:spcPts val="0"/>
              </a:spcAft>
              <a:buClr>
                <a:srgbClr val="FFFFFF"/>
              </a:buClr>
              <a:buSzPts val="1800"/>
              <a:buChar char="･"/>
              <a:defRPr>
                <a:solidFill>
                  <a:srgbClr val="FFFFFF"/>
                </a:solidFill>
              </a:defRPr>
            </a:lvl5pPr>
            <a:lvl6pPr indent="-342900" lvl="5" marL="2743200">
              <a:lnSpc>
                <a:spcPct val="115000"/>
              </a:lnSpc>
              <a:spcBef>
                <a:spcPts val="2000"/>
              </a:spcBef>
              <a:spcAft>
                <a:spcPts val="0"/>
              </a:spcAft>
              <a:buClr>
                <a:srgbClr val="FFFFFF"/>
              </a:buClr>
              <a:buSzPts val="1800"/>
              <a:buChar char="･"/>
              <a:defRPr>
                <a:solidFill>
                  <a:srgbClr val="FFFFFF"/>
                </a:solidFill>
              </a:defRPr>
            </a:lvl6pPr>
            <a:lvl7pPr indent="-342900" lvl="6" marL="3200400">
              <a:lnSpc>
                <a:spcPct val="115000"/>
              </a:lnSpc>
              <a:spcBef>
                <a:spcPts val="2000"/>
              </a:spcBef>
              <a:spcAft>
                <a:spcPts val="0"/>
              </a:spcAft>
              <a:buClr>
                <a:srgbClr val="FFFFFF"/>
              </a:buClr>
              <a:buSzPts val="1800"/>
              <a:buChar char="･"/>
              <a:defRPr>
                <a:solidFill>
                  <a:srgbClr val="FFFFFF"/>
                </a:solidFill>
              </a:defRPr>
            </a:lvl7pPr>
            <a:lvl8pPr indent="-342900" lvl="7" marL="3657600">
              <a:lnSpc>
                <a:spcPct val="115000"/>
              </a:lnSpc>
              <a:spcBef>
                <a:spcPts val="2000"/>
              </a:spcBef>
              <a:spcAft>
                <a:spcPts val="0"/>
              </a:spcAft>
              <a:buClr>
                <a:srgbClr val="FFFFFF"/>
              </a:buClr>
              <a:buSzPts val="1800"/>
              <a:buChar char="･"/>
              <a:defRPr>
                <a:solidFill>
                  <a:srgbClr val="FFFFFF"/>
                </a:solidFill>
              </a:defRPr>
            </a:lvl8pPr>
            <a:lvl9pPr indent="-342900" lvl="8" marL="4114800">
              <a:lnSpc>
                <a:spcPct val="115000"/>
              </a:lnSpc>
              <a:spcBef>
                <a:spcPts val="2000"/>
              </a:spcBef>
              <a:spcAft>
                <a:spcPts val="2000"/>
              </a:spcAft>
              <a:buClr>
                <a:srgbClr val="FFFFFF"/>
              </a:buClr>
              <a:buSzPts val="1800"/>
              <a:buChar char="･"/>
              <a:defRPr>
                <a:solidFill>
                  <a:srgbClr val="FFFFFF"/>
                </a:solidFill>
              </a:defRPr>
            </a:lvl9pPr>
          </a:lstStyle>
          <a:p/>
        </p:txBody>
      </p:sp>
      <p:sp>
        <p:nvSpPr>
          <p:cNvPr id="754" name="Google Shape;754;p48"/>
          <p:cNvSpPr txBox="1"/>
          <p:nvPr>
            <p:ph idx="2" type="body"/>
          </p:nvPr>
        </p:nvSpPr>
        <p:spPr>
          <a:xfrm>
            <a:off x="5708700" y="1849475"/>
            <a:ext cx="2131800" cy="3000000"/>
          </a:xfrm>
          <a:prstGeom prst="rect">
            <a:avLst/>
          </a:prstGeom>
        </p:spPr>
        <p:txBody>
          <a:bodyPr anchorCtr="0" anchor="t" bIns="0" lIns="0" spcFirstLastPara="1" rIns="0" wrap="square" tIns="0">
            <a:noAutofit/>
          </a:bodyPr>
          <a:lstStyle>
            <a:lvl1pPr indent="-342900" lvl="0" marL="457200">
              <a:lnSpc>
                <a:spcPct val="115000"/>
              </a:lnSpc>
              <a:spcBef>
                <a:spcPts val="0"/>
              </a:spcBef>
              <a:spcAft>
                <a:spcPts val="0"/>
              </a:spcAft>
              <a:buClr>
                <a:srgbClr val="FFFFFF"/>
              </a:buClr>
              <a:buSzPts val="1800"/>
              <a:buChar char="▸"/>
              <a:defRPr>
                <a:solidFill>
                  <a:srgbClr val="FFFFFF"/>
                </a:solidFill>
              </a:defRPr>
            </a:lvl1pPr>
            <a:lvl2pPr indent="-342900" lvl="1" marL="914400">
              <a:lnSpc>
                <a:spcPct val="115000"/>
              </a:lnSpc>
              <a:spcBef>
                <a:spcPts val="2000"/>
              </a:spcBef>
              <a:spcAft>
                <a:spcPts val="0"/>
              </a:spcAft>
              <a:buClr>
                <a:srgbClr val="FFFFFF"/>
              </a:buClr>
              <a:buSzPts val="1800"/>
              <a:buChar char="･"/>
              <a:defRPr>
                <a:solidFill>
                  <a:srgbClr val="FFFFFF"/>
                </a:solidFill>
              </a:defRPr>
            </a:lvl2pPr>
            <a:lvl3pPr indent="-342900" lvl="2" marL="1371600">
              <a:lnSpc>
                <a:spcPct val="115000"/>
              </a:lnSpc>
              <a:spcBef>
                <a:spcPts val="2000"/>
              </a:spcBef>
              <a:spcAft>
                <a:spcPts val="0"/>
              </a:spcAft>
              <a:buClr>
                <a:srgbClr val="FFFFFF"/>
              </a:buClr>
              <a:buSzPts val="1800"/>
              <a:buChar char="･"/>
              <a:defRPr>
                <a:solidFill>
                  <a:srgbClr val="FFFFFF"/>
                </a:solidFill>
              </a:defRPr>
            </a:lvl3pPr>
            <a:lvl4pPr indent="-342900" lvl="3" marL="1828800">
              <a:lnSpc>
                <a:spcPct val="115000"/>
              </a:lnSpc>
              <a:spcBef>
                <a:spcPts val="2000"/>
              </a:spcBef>
              <a:spcAft>
                <a:spcPts val="0"/>
              </a:spcAft>
              <a:buClr>
                <a:srgbClr val="FFFFFF"/>
              </a:buClr>
              <a:buSzPts val="1800"/>
              <a:buChar char="･"/>
              <a:defRPr>
                <a:solidFill>
                  <a:srgbClr val="FFFFFF"/>
                </a:solidFill>
              </a:defRPr>
            </a:lvl4pPr>
            <a:lvl5pPr indent="-342900" lvl="4" marL="2286000">
              <a:lnSpc>
                <a:spcPct val="115000"/>
              </a:lnSpc>
              <a:spcBef>
                <a:spcPts val="2000"/>
              </a:spcBef>
              <a:spcAft>
                <a:spcPts val="0"/>
              </a:spcAft>
              <a:buClr>
                <a:srgbClr val="FFFFFF"/>
              </a:buClr>
              <a:buSzPts val="1800"/>
              <a:buChar char="･"/>
              <a:defRPr>
                <a:solidFill>
                  <a:srgbClr val="FFFFFF"/>
                </a:solidFill>
              </a:defRPr>
            </a:lvl5pPr>
            <a:lvl6pPr indent="-342900" lvl="5" marL="2743200">
              <a:lnSpc>
                <a:spcPct val="115000"/>
              </a:lnSpc>
              <a:spcBef>
                <a:spcPts val="2000"/>
              </a:spcBef>
              <a:spcAft>
                <a:spcPts val="0"/>
              </a:spcAft>
              <a:buClr>
                <a:srgbClr val="FFFFFF"/>
              </a:buClr>
              <a:buSzPts val="1800"/>
              <a:buChar char="･"/>
              <a:defRPr>
                <a:solidFill>
                  <a:srgbClr val="FFFFFF"/>
                </a:solidFill>
              </a:defRPr>
            </a:lvl6pPr>
            <a:lvl7pPr indent="-342900" lvl="6" marL="3200400">
              <a:lnSpc>
                <a:spcPct val="115000"/>
              </a:lnSpc>
              <a:spcBef>
                <a:spcPts val="2000"/>
              </a:spcBef>
              <a:spcAft>
                <a:spcPts val="0"/>
              </a:spcAft>
              <a:buClr>
                <a:srgbClr val="FFFFFF"/>
              </a:buClr>
              <a:buSzPts val="1800"/>
              <a:buChar char="･"/>
              <a:defRPr>
                <a:solidFill>
                  <a:srgbClr val="FFFFFF"/>
                </a:solidFill>
              </a:defRPr>
            </a:lvl7pPr>
            <a:lvl8pPr indent="-342900" lvl="7" marL="3657600">
              <a:lnSpc>
                <a:spcPct val="115000"/>
              </a:lnSpc>
              <a:spcBef>
                <a:spcPts val="2000"/>
              </a:spcBef>
              <a:spcAft>
                <a:spcPts val="0"/>
              </a:spcAft>
              <a:buClr>
                <a:srgbClr val="FFFFFF"/>
              </a:buClr>
              <a:buSzPts val="1800"/>
              <a:buChar char="･"/>
              <a:defRPr>
                <a:solidFill>
                  <a:srgbClr val="FFFFFF"/>
                </a:solidFill>
              </a:defRPr>
            </a:lvl8pPr>
            <a:lvl9pPr indent="-342900" lvl="8" marL="4114800">
              <a:lnSpc>
                <a:spcPct val="115000"/>
              </a:lnSpc>
              <a:spcBef>
                <a:spcPts val="2000"/>
              </a:spcBef>
              <a:spcAft>
                <a:spcPts val="2000"/>
              </a:spcAft>
              <a:buClr>
                <a:srgbClr val="FFFFFF"/>
              </a:buClr>
              <a:buSzPts val="1800"/>
              <a:buChar char="･"/>
              <a:defRPr>
                <a:solidFill>
                  <a:srgbClr val="FFFFFF"/>
                </a:solidFill>
              </a:defRPr>
            </a:lvl9pPr>
          </a:lstStyle>
          <a:p/>
        </p:txBody>
      </p:sp>
      <p:sp>
        <p:nvSpPr>
          <p:cNvPr id="755" name="Google Shape;755;p48"/>
          <p:cNvSpPr txBox="1"/>
          <p:nvPr>
            <p:ph type="title"/>
          </p:nvPr>
        </p:nvSpPr>
        <p:spPr>
          <a:xfrm>
            <a:off x="900275" y="1736433"/>
            <a:ext cx="3885900" cy="2698200"/>
          </a:xfrm>
          <a:prstGeom prst="rect">
            <a:avLst/>
          </a:prstGeom>
        </p:spPr>
        <p:txBody>
          <a:bodyPr anchorCtr="0" anchor="t" bIns="0" lIns="0" spcFirstLastPara="1" rIns="0" wrap="square" tIns="0">
            <a:noAutofit/>
          </a:bodyPr>
          <a:lstStyle>
            <a:lvl1pPr lvl="0">
              <a:spcBef>
                <a:spcPts val="0"/>
              </a:spcBef>
              <a:spcAft>
                <a:spcPts val="0"/>
              </a:spcAft>
              <a:buClr>
                <a:srgbClr val="FFFFFF"/>
              </a:buClr>
              <a:buSzPts val="4800"/>
              <a:buNone/>
              <a:defRPr sz="4800">
                <a:solidFill>
                  <a:srgbClr val="FFFFFF"/>
                </a:solidFill>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cxnSp>
        <p:nvCxnSpPr>
          <p:cNvPr id="756" name="Google Shape;756;p48"/>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57" name="Google Shape;757;p48"/>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cxnSp>
        <p:nvCxnSpPr>
          <p:cNvPr id="758" name="Google Shape;758;p48"/>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pic>
        <p:nvPicPr>
          <p:cNvPr id="759" name="Google Shape;759;p48"/>
          <p:cNvPicPr preferRelativeResize="0"/>
          <p:nvPr/>
        </p:nvPicPr>
        <p:blipFill>
          <a:blip r:embed="rId2">
            <a:alphaModFix/>
          </a:blip>
          <a:stretch>
            <a:fillRect/>
          </a:stretch>
        </p:blipFill>
        <p:spPr>
          <a:xfrm>
            <a:off x="10711279" y="6312505"/>
            <a:ext cx="975850" cy="229612"/>
          </a:xfrm>
          <a:prstGeom prst="rect">
            <a:avLst/>
          </a:prstGeom>
          <a:noFill/>
          <a:ln>
            <a:noFill/>
          </a:ln>
        </p:spPr>
      </p:pic>
      <p:sp>
        <p:nvSpPr>
          <p:cNvPr id="760" name="Google Shape;760;p4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chemeClr val="lt1"/>
                </a:solidFill>
                <a:latin typeface="Red Hat Text Medium"/>
                <a:ea typeface="Red Hat Text Medium"/>
                <a:cs typeface="Red Hat Text Medium"/>
                <a:sym typeface="Red Hat Text Medium"/>
              </a:defRPr>
            </a:lvl1pPr>
            <a:lvl2pPr lvl="1" algn="ctr">
              <a:buNone/>
              <a:defRPr sz="800">
                <a:solidFill>
                  <a:schemeClr val="lt1"/>
                </a:solidFill>
                <a:latin typeface="Red Hat Text Medium"/>
                <a:ea typeface="Red Hat Text Medium"/>
                <a:cs typeface="Red Hat Text Medium"/>
                <a:sym typeface="Red Hat Text Medium"/>
              </a:defRPr>
            </a:lvl2pPr>
            <a:lvl3pPr lvl="2" algn="ctr">
              <a:buNone/>
              <a:defRPr sz="800">
                <a:solidFill>
                  <a:schemeClr val="lt1"/>
                </a:solidFill>
                <a:latin typeface="Red Hat Text Medium"/>
                <a:ea typeface="Red Hat Text Medium"/>
                <a:cs typeface="Red Hat Text Medium"/>
                <a:sym typeface="Red Hat Text Medium"/>
              </a:defRPr>
            </a:lvl3pPr>
            <a:lvl4pPr lvl="3" algn="ctr">
              <a:buNone/>
              <a:defRPr sz="800">
                <a:solidFill>
                  <a:schemeClr val="lt1"/>
                </a:solidFill>
                <a:latin typeface="Red Hat Text Medium"/>
                <a:ea typeface="Red Hat Text Medium"/>
                <a:cs typeface="Red Hat Text Medium"/>
                <a:sym typeface="Red Hat Text Medium"/>
              </a:defRPr>
            </a:lvl4pPr>
            <a:lvl5pPr lvl="4" algn="ctr">
              <a:buNone/>
              <a:defRPr sz="800">
                <a:solidFill>
                  <a:schemeClr val="lt1"/>
                </a:solidFill>
                <a:latin typeface="Red Hat Text Medium"/>
                <a:ea typeface="Red Hat Text Medium"/>
                <a:cs typeface="Red Hat Text Medium"/>
                <a:sym typeface="Red Hat Text Medium"/>
              </a:defRPr>
            </a:lvl5pPr>
            <a:lvl6pPr lvl="5" algn="ctr">
              <a:buNone/>
              <a:defRPr sz="800">
                <a:solidFill>
                  <a:schemeClr val="lt1"/>
                </a:solidFill>
                <a:latin typeface="Red Hat Text Medium"/>
                <a:ea typeface="Red Hat Text Medium"/>
                <a:cs typeface="Red Hat Text Medium"/>
                <a:sym typeface="Red Hat Text Medium"/>
              </a:defRPr>
            </a:lvl6pPr>
            <a:lvl7pPr lvl="6" algn="ctr">
              <a:buNone/>
              <a:defRPr sz="800">
                <a:solidFill>
                  <a:schemeClr val="lt1"/>
                </a:solidFill>
                <a:latin typeface="Red Hat Text Medium"/>
                <a:ea typeface="Red Hat Text Medium"/>
                <a:cs typeface="Red Hat Text Medium"/>
                <a:sym typeface="Red Hat Text Medium"/>
              </a:defRPr>
            </a:lvl7pPr>
            <a:lvl8pPr lvl="7" algn="ctr">
              <a:buNone/>
              <a:defRPr sz="800">
                <a:solidFill>
                  <a:schemeClr val="lt1"/>
                </a:solidFill>
                <a:latin typeface="Red Hat Text Medium"/>
                <a:ea typeface="Red Hat Text Medium"/>
                <a:cs typeface="Red Hat Text Medium"/>
                <a:sym typeface="Red Hat Text Medium"/>
              </a:defRPr>
            </a:lvl8pPr>
            <a:lvl9pPr lvl="8" algn="ctr">
              <a:buNone/>
              <a:defRPr sz="800">
                <a:solidFill>
                  <a:schemeClr val="lt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761" name="Google Shape;761;p48"/>
          <p:cNvSpPr txBox="1"/>
          <p:nvPr>
            <p:ph idx="4"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lt1"/>
                </a:solidFill>
              </a:defRPr>
            </a:lvl1pPr>
            <a:lvl2pPr lvl="1">
              <a:lnSpc>
                <a:spcPct val="115000"/>
              </a:lnSpc>
              <a:spcBef>
                <a:spcPts val="0"/>
              </a:spcBef>
              <a:spcAft>
                <a:spcPts val="0"/>
              </a:spcAft>
              <a:buNone/>
              <a:defRPr sz="800">
                <a:solidFill>
                  <a:schemeClr val="lt1"/>
                </a:solidFill>
              </a:defRPr>
            </a:lvl2pPr>
            <a:lvl3pPr lvl="2">
              <a:lnSpc>
                <a:spcPct val="115000"/>
              </a:lnSpc>
              <a:spcBef>
                <a:spcPts val="0"/>
              </a:spcBef>
              <a:spcAft>
                <a:spcPts val="0"/>
              </a:spcAft>
              <a:buNone/>
              <a:defRPr sz="800">
                <a:solidFill>
                  <a:schemeClr val="lt1"/>
                </a:solidFill>
              </a:defRPr>
            </a:lvl3pPr>
            <a:lvl4pPr lvl="3">
              <a:lnSpc>
                <a:spcPct val="115000"/>
              </a:lnSpc>
              <a:spcBef>
                <a:spcPts val="0"/>
              </a:spcBef>
              <a:spcAft>
                <a:spcPts val="0"/>
              </a:spcAft>
              <a:buNone/>
              <a:defRPr sz="800">
                <a:solidFill>
                  <a:schemeClr val="lt1"/>
                </a:solidFill>
              </a:defRPr>
            </a:lvl4pPr>
            <a:lvl5pPr lvl="4">
              <a:lnSpc>
                <a:spcPct val="115000"/>
              </a:lnSpc>
              <a:spcBef>
                <a:spcPts val="0"/>
              </a:spcBef>
              <a:spcAft>
                <a:spcPts val="0"/>
              </a:spcAft>
              <a:buNone/>
              <a:defRPr sz="800">
                <a:solidFill>
                  <a:schemeClr val="lt1"/>
                </a:solidFill>
              </a:defRPr>
            </a:lvl5pPr>
            <a:lvl6pPr lvl="5">
              <a:lnSpc>
                <a:spcPct val="115000"/>
              </a:lnSpc>
              <a:spcBef>
                <a:spcPts val="0"/>
              </a:spcBef>
              <a:spcAft>
                <a:spcPts val="0"/>
              </a:spcAft>
              <a:buNone/>
              <a:defRPr sz="800">
                <a:solidFill>
                  <a:schemeClr val="lt1"/>
                </a:solidFill>
              </a:defRPr>
            </a:lvl6pPr>
            <a:lvl7pPr lvl="6">
              <a:lnSpc>
                <a:spcPct val="115000"/>
              </a:lnSpc>
              <a:spcBef>
                <a:spcPts val="0"/>
              </a:spcBef>
              <a:spcAft>
                <a:spcPts val="0"/>
              </a:spcAft>
              <a:buNone/>
              <a:defRPr sz="800">
                <a:solidFill>
                  <a:schemeClr val="lt1"/>
                </a:solidFill>
              </a:defRPr>
            </a:lvl7pPr>
            <a:lvl8pPr lvl="7">
              <a:lnSpc>
                <a:spcPct val="115000"/>
              </a:lnSpc>
              <a:spcBef>
                <a:spcPts val="0"/>
              </a:spcBef>
              <a:spcAft>
                <a:spcPts val="0"/>
              </a:spcAft>
              <a:buNone/>
              <a:defRPr sz="800">
                <a:solidFill>
                  <a:schemeClr val="lt1"/>
                </a:solidFill>
              </a:defRPr>
            </a:lvl8pPr>
            <a:lvl9pPr lvl="8">
              <a:lnSpc>
                <a:spcPct val="115000"/>
              </a:lnSpc>
              <a:spcBef>
                <a:spcPts val="0"/>
              </a:spcBef>
              <a:spcAft>
                <a:spcPts val="0"/>
              </a:spcAft>
              <a:buNone/>
              <a:defRPr sz="800">
                <a:solidFill>
                  <a:schemeClr val="lt1"/>
                </a:solidFill>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light">
  <p:cSld name="CUSTOM_4_1_1">
    <p:bg>
      <p:bgPr>
        <a:solidFill>
          <a:schemeClr val="lt1"/>
        </a:solidFill>
      </p:bgPr>
    </p:bg>
    <p:spTree>
      <p:nvGrpSpPr>
        <p:cNvPr id="762" name="Shape 762"/>
        <p:cNvGrpSpPr/>
        <p:nvPr/>
      </p:nvGrpSpPr>
      <p:grpSpPr>
        <a:xfrm>
          <a:off x="0" y="0"/>
          <a:ext cx="0" cy="0"/>
          <a:chOff x="0" y="0"/>
          <a:chExt cx="0" cy="0"/>
        </a:xfrm>
      </p:grpSpPr>
      <p:cxnSp>
        <p:nvCxnSpPr>
          <p:cNvPr id="763" name="Google Shape;763;p49"/>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64" name="Google Shape;764;p4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2pPr>
            <a:lvl3pPr lvl="2">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3pPr>
            <a:lvl4pPr lvl="3">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4pPr>
            <a:lvl5pPr lvl="4">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5pPr>
            <a:lvl6pPr lvl="5">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6pPr>
            <a:lvl7pPr lvl="6">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7pPr>
            <a:lvl8pPr lvl="7">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8pPr>
            <a:lvl9pPr lvl="8">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9pPr>
          </a:lstStyle>
          <a:p/>
        </p:txBody>
      </p:sp>
      <p:cxnSp>
        <p:nvCxnSpPr>
          <p:cNvPr id="765" name="Google Shape;765;p49"/>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766" name="Google Shape;766;p4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chemeClr val="dk1"/>
                </a:solidFill>
                <a:latin typeface="Red Hat Text Medium"/>
                <a:ea typeface="Red Hat Text Medium"/>
                <a:cs typeface="Red Hat Text Medium"/>
                <a:sym typeface="Red Hat Text Medium"/>
              </a:defRPr>
            </a:lvl1pPr>
            <a:lvl2pPr lvl="1" algn="ctr">
              <a:buNone/>
              <a:defRPr sz="800">
                <a:solidFill>
                  <a:schemeClr val="dk1"/>
                </a:solidFill>
                <a:latin typeface="Red Hat Text Medium"/>
                <a:ea typeface="Red Hat Text Medium"/>
                <a:cs typeface="Red Hat Text Medium"/>
                <a:sym typeface="Red Hat Text Medium"/>
              </a:defRPr>
            </a:lvl2pPr>
            <a:lvl3pPr lvl="2" algn="ctr">
              <a:buNone/>
              <a:defRPr sz="800">
                <a:solidFill>
                  <a:schemeClr val="dk1"/>
                </a:solidFill>
                <a:latin typeface="Red Hat Text Medium"/>
                <a:ea typeface="Red Hat Text Medium"/>
                <a:cs typeface="Red Hat Text Medium"/>
                <a:sym typeface="Red Hat Text Medium"/>
              </a:defRPr>
            </a:lvl3pPr>
            <a:lvl4pPr lvl="3" algn="ctr">
              <a:buNone/>
              <a:defRPr sz="800">
                <a:solidFill>
                  <a:schemeClr val="dk1"/>
                </a:solidFill>
                <a:latin typeface="Red Hat Text Medium"/>
                <a:ea typeface="Red Hat Text Medium"/>
                <a:cs typeface="Red Hat Text Medium"/>
                <a:sym typeface="Red Hat Text Medium"/>
              </a:defRPr>
            </a:lvl4pPr>
            <a:lvl5pPr lvl="4" algn="ctr">
              <a:buNone/>
              <a:defRPr sz="800">
                <a:solidFill>
                  <a:schemeClr val="dk1"/>
                </a:solidFill>
                <a:latin typeface="Red Hat Text Medium"/>
                <a:ea typeface="Red Hat Text Medium"/>
                <a:cs typeface="Red Hat Text Medium"/>
                <a:sym typeface="Red Hat Text Medium"/>
              </a:defRPr>
            </a:lvl5pPr>
            <a:lvl6pPr lvl="5" algn="ctr">
              <a:buNone/>
              <a:defRPr sz="800">
                <a:solidFill>
                  <a:schemeClr val="dk1"/>
                </a:solidFill>
                <a:latin typeface="Red Hat Text Medium"/>
                <a:ea typeface="Red Hat Text Medium"/>
                <a:cs typeface="Red Hat Text Medium"/>
                <a:sym typeface="Red Hat Text Medium"/>
              </a:defRPr>
            </a:lvl6pPr>
            <a:lvl7pPr lvl="6" algn="ctr">
              <a:buNone/>
              <a:defRPr sz="800">
                <a:solidFill>
                  <a:schemeClr val="dk1"/>
                </a:solidFill>
                <a:latin typeface="Red Hat Text Medium"/>
                <a:ea typeface="Red Hat Text Medium"/>
                <a:cs typeface="Red Hat Text Medium"/>
                <a:sym typeface="Red Hat Text Medium"/>
              </a:defRPr>
            </a:lvl7pPr>
            <a:lvl8pPr lvl="7" algn="ctr">
              <a:buNone/>
              <a:defRPr sz="800">
                <a:solidFill>
                  <a:schemeClr val="dk1"/>
                </a:solidFill>
                <a:latin typeface="Red Hat Text Medium"/>
                <a:ea typeface="Red Hat Text Medium"/>
                <a:cs typeface="Red Hat Text Medium"/>
                <a:sym typeface="Red Hat Text Medium"/>
              </a:defRPr>
            </a:lvl8pPr>
            <a:lvl9pPr lvl="8" algn="ctr">
              <a:buNone/>
              <a:defRPr sz="8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67" name="Google Shape;767;p49"/>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68" name="Google Shape;768;p49"/>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769" name="Google Shape;769;p49"/>
          <p:cNvSpPr txBox="1"/>
          <p:nvPr>
            <p:ph idx="3" type="body"/>
          </p:nvPr>
        </p:nvSpPr>
        <p:spPr>
          <a:xfrm>
            <a:off x="8669900" y="1849475"/>
            <a:ext cx="2131800" cy="3000000"/>
          </a:xfrm>
          <a:prstGeom prst="rect">
            <a:avLst/>
          </a:prstGeom>
        </p:spPr>
        <p:txBody>
          <a:bodyPr anchorCtr="0" anchor="t" bIns="0" lIns="0" spcFirstLastPara="1" rIns="0" wrap="square" tIns="0">
            <a:noAutofit/>
          </a:bodyPr>
          <a:lstStyle>
            <a:lvl1pPr indent="-342900" lvl="0" marL="457200">
              <a:lnSpc>
                <a:spcPct val="115000"/>
              </a:lnSpc>
              <a:spcBef>
                <a:spcPts val="0"/>
              </a:spcBef>
              <a:spcAft>
                <a:spcPts val="0"/>
              </a:spcAft>
              <a:buSzPts val="1800"/>
              <a:buChar char="▸"/>
              <a:defRPr/>
            </a:lvl1pPr>
            <a:lvl2pPr indent="-342900" lvl="1" marL="914400">
              <a:lnSpc>
                <a:spcPct val="115000"/>
              </a:lnSpc>
              <a:spcBef>
                <a:spcPts val="2000"/>
              </a:spcBef>
              <a:spcAft>
                <a:spcPts val="0"/>
              </a:spcAft>
              <a:buSzPts val="1800"/>
              <a:buChar char="･"/>
              <a:defRPr/>
            </a:lvl2pPr>
            <a:lvl3pPr indent="-342900" lvl="2" marL="1371600">
              <a:lnSpc>
                <a:spcPct val="115000"/>
              </a:lnSpc>
              <a:spcBef>
                <a:spcPts val="2000"/>
              </a:spcBef>
              <a:spcAft>
                <a:spcPts val="0"/>
              </a:spcAft>
              <a:buSzPts val="1800"/>
              <a:buChar char="･"/>
              <a:defRPr/>
            </a:lvl3pPr>
            <a:lvl4pPr indent="-342900" lvl="3" marL="1828800">
              <a:lnSpc>
                <a:spcPct val="115000"/>
              </a:lnSpc>
              <a:spcBef>
                <a:spcPts val="2000"/>
              </a:spcBef>
              <a:spcAft>
                <a:spcPts val="0"/>
              </a:spcAft>
              <a:buSzPts val="1800"/>
              <a:buChar char="･"/>
              <a:defRPr/>
            </a:lvl4pPr>
            <a:lvl5pPr indent="-342900" lvl="4" marL="2286000">
              <a:lnSpc>
                <a:spcPct val="115000"/>
              </a:lnSpc>
              <a:spcBef>
                <a:spcPts val="2000"/>
              </a:spcBef>
              <a:spcAft>
                <a:spcPts val="0"/>
              </a:spcAft>
              <a:buSzPts val="1800"/>
              <a:buChar char="･"/>
              <a:defRPr/>
            </a:lvl5pPr>
            <a:lvl6pPr indent="-342900" lvl="5" marL="2743200">
              <a:lnSpc>
                <a:spcPct val="115000"/>
              </a:lnSpc>
              <a:spcBef>
                <a:spcPts val="2000"/>
              </a:spcBef>
              <a:spcAft>
                <a:spcPts val="0"/>
              </a:spcAft>
              <a:buSzPts val="1800"/>
              <a:buChar char="･"/>
              <a:defRPr/>
            </a:lvl6pPr>
            <a:lvl7pPr indent="-342900" lvl="6" marL="3200400">
              <a:lnSpc>
                <a:spcPct val="115000"/>
              </a:lnSpc>
              <a:spcBef>
                <a:spcPts val="2000"/>
              </a:spcBef>
              <a:spcAft>
                <a:spcPts val="0"/>
              </a:spcAft>
              <a:buSzPts val="1800"/>
              <a:buChar char="･"/>
              <a:defRPr/>
            </a:lvl7pPr>
            <a:lvl8pPr indent="-342900" lvl="7" marL="3657600">
              <a:lnSpc>
                <a:spcPct val="115000"/>
              </a:lnSpc>
              <a:spcBef>
                <a:spcPts val="2000"/>
              </a:spcBef>
              <a:spcAft>
                <a:spcPts val="0"/>
              </a:spcAft>
              <a:buSzPts val="1800"/>
              <a:buChar char="･"/>
              <a:defRPr/>
            </a:lvl8pPr>
            <a:lvl9pPr indent="-342900" lvl="8" marL="4114800">
              <a:lnSpc>
                <a:spcPct val="115000"/>
              </a:lnSpc>
              <a:spcBef>
                <a:spcPts val="2000"/>
              </a:spcBef>
              <a:spcAft>
                <a:spcPts val="2000"/>
              </a:spcAft>
              <a:buSzPts val="1800"/>
              <a:buChar char="･"/>
              <a:defRPr/>
            </a:lvl9pPr>
          </a:lstStyle>
          <a:p/>
        </p:txBody>
      </p:sp>
      <p:sp>
        <p:nvSpPr>
          <p:cNvPr id="770" name="Google Shape;770;p49"/>
          <p:cNvSpPr txBox="1"/>
          <p:nvPr>
            <p:ph idx="4" type="body"/>
          </p:nvPr>
        </p:nvSpPr>
        <p:spPr>
          <a:xfrm>
            <a:off x="5708700" y="1849475"/>
            <a:ext cx="2131800" cy="3000000"/>
          </a:xfrm>
          <a:prstGeom prst="rect">
            <a:avLst/>
          </a:prstGeom>
        </p:spPr>
        <p:txBody>
          <a:bodyPr anchorCtr="0" anchor="t" bIns="0" lIns="0" spcFirstLastPara="1" rIns="0" wrap="square" tIns="0">
            <a:noAutofit/>
          </a:bodyPr>
          <a:lstStyle>
            <a:lvl1pPr indent="-342900" lvl="0" marL="457200">
              <a:lnSpc>
                <a:spcPct val="115000"/>
              </a:lnSpc>
              <a:spcBef>
                <a:spcPts val="0"/>
              </a:spcBef>
              <a:spcAft>
                <a:spcPts val="0"/>
              </a:spcAft>
              <a:buSzPts val="1800"/>
              <a:buChar char="▸"/>
              <a:defRPr/>
            </a:lvl1pPr>
            <a:lvl2pPr indent="-342900" lvl="1" marL="914400">
              <a:lnSpc>
                <a:spcPct val="115000"/>
              </a:lnSpc>
              <a:spcBef>
                <a:spcPts val="2000"/>
              </a:spcBef>
              <a:spcAft>
                <a:spcPts val="0"/>
              </a:spcAft>
              <a:buSzPts val="1800"/>
              <a:buChar char="･"/>
              <a:defRPr/>
            </a:lvl2pPr>
            <a:lvl3pPr indent="-342900" lvl="2" marL="1371600">
              <a:lnSpc>
                <a:spcPct val="115000"/>
              </a:lnSpc>
              <a:spcBef>
                <a:spcPts val="2000"/>
              </a:spcBef>
              <a:spcAft>
                <a:spcPts val="0"/>
              </a:spcAft>
              <a:buSzPts val="1800"/>
              <a:buChar char="･"/>
              <a:defRPr/>
            </a:lvl3pPr>
            <a:lvl4pPr indent="-342900" lvl="3" marL="1828800">
              <a:lnSpc>
                <a:spcPct val="115000"/>
              </a:lnSpc>
              <a:spcBef>
                <a:spcPts val="2000"/>
              </a:spcBef>
              <a:spcAft>
                <a:spcPts val="0"/>
              </a:spcAft>
              <a:buSzPts val="1800"/>
              <a:buChar char="･"/>
              <a:defRPr/>
            </a:lvl4pPr>
            <a:lvl5pPr indent="-342900" lvl="4" marL="2286000">
              <a:lnSpc>
                <a:spcPct val="115000"/>
              </a:lnSpc>
              <a:spcBef>
                <a:spcPts val="2000"/>
              </a:spcBef>
              <a:spcAft>
                <a:spcPts val="0"/>
              </a:spcAft>
              <a:buSzPts val="1800"/>
              <a:buChar char="･"/>
              <a:defRPr/>
            </a:lvl5pPr>
            <a:lvl6pPr indent="-342900" lvl="5" marL="2743200">
              <a:lnSpc>
                <a:spcPct val="115000"/>
              </a:lnSpc>
              <a:spcBef>
                <a:spcPts val="2000"/>
              </a:spcBef>
              <a:spcAft>
                <a:spcPts val="0"/>
              </a:spcAft>
              <a:buSzPts val="1800"/>
              <a:buChar char="･"/>
              <a:defRPr/>
            </a:lvl6pPr>
            <a:lvl7pPr indent="-342900" lvl="6" marL="3200400">
              <a:lnSpc>
                <a:spcPct val="115000"/>
              </a:lnSpc>
              <a:spcBef>
                <a:spcPts val="2000"/>
              </a:spcBef>
              <a:spcAft>
                <a:spcPts val="0"/>
              </a:spcAft>
              <a:buSzPts val="1800"/>
              <a:buChar char="･"/>
              <a:defRPr/>
            </a:lvl7pPr>
            <a:lvl8pPr indent="-342900" lvl="7" marL="3657600">
              <a:lnSpc>
                <a:spcPct val="115000"/>
              </a:lnSpc>
              <a:spcBef>
                <a:spcPts val="2000"/>
              </a:spcBef>
              <a:spcAft>
                <a:spcPts val="0"/>
              </a:spcAft>
              <a:buSzPts val="1800"/>
              <a:buChar char="･"/>
              <a:defRPr/>
            </a:lvl8pPr>
            <a:lvl9pPr indent="-342900" lvl="8" marL="4114800">
              <a:lnSpc>
                <a:spcPct val="115000"/>
              </a:lnSpc>
              <a:spcBef>
                <a:spcPts val="2000"/>
              </a:spcBef>
              <a:spcAft>
                <a:spcPts val="2000"/>
              </a:spcAft>
              <a:buSzPts val="1800"/>
              <a:buChar char="･"/>
              <a:defRPr/>
            </a:lvl9pPr>
          </a:lstStyle>
          <a:p/>
        </p:txBody>
      </p:sp>
      <p:sp>
        <p:nvSpPr>
          <p:cNvPr id="771" name="Google Shape;771;p49"/>
          <p:cNvSpPr txBox="1"/>
          <p:nvPr>
            <p:ph type="title"/>
          </p:nvPr>
        </p:nvSpPr>
        <p:spPr>
          <a:xfrm>
            <a:off x="900275" y="1736433"/>
            <a:ext cx="3885900" cy="26982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4800"/>
              <a:buNone/>
              <a:defRPr sz="4800">
                <a:solidFill>
                  <a:schemeClr val="accent1"/>
                </a:solidFill>
              </a:defRPr>
            </a:lvl1pPr>
            <a:lvl2pPr lvl="1">
              <a:spcBef>
                <a:spcPts val="0"/>
              </a:spcBef>
              <a:spcAft>
                <a:spcPts val="0"/>
              </a:spcAft>
              <a:buClr>
                <a:schemeClr val="accent1"/>
              </a:buClr>
              <a:buSzPts val="4800"/>
              <a:buNone/>
              <a:defRPr sz="4800">
                <a:solidFill>
                  <a:schemeClr val="accent1"/>
                </a:solidFill>
              </a:defRPr>
            </a:lvl2pPr>
            <a:lvl3pPr lvl="2">
              <a:spcBef>
                <a:spcPts val="0"/>
              </a:spcBef>
              <a:spcAft>
                <a:spcPts val="0"/>
              </a:spcAft>
              <a:buClr>
                <a:schemeClr val="accent1"/>
              </a:buClr>
              <a:buSzPts val="4800"/>
              <a:buNone/>
              <a:defRPr sz="4800">
                <a:solidFill>
                  <a:schemeClr val="accent1"/>
                </a:solidFill>
              </a:defRPr>
            </a:lvl3pPr>
            <a:lvl4pPr lvl="3">
              <a:spcBef>
                <a:spcPts val="0"/>
              </a:spcBef>
              <a:spcAft>
                <a:spcPts val="0"/>
              </a:spcAft>
              <a:buClr>
                <a:schemeClr val="accent1"/>
              </a:buClr>
              <a:buSzPts val="4800"/>
              <a:buNone/>
              <a:defRPr sz="4800">
                <a:solidFill>
                  <a:schemeClr val="accent1"/>
                </a:solidFill>
              </a:defRPr>
            </a:lvl4pPr>
            <a:lvl5pPr lvl="4">
              <a:spcBef>
                <a:spcPts val="0"/>
              </a:spcBef>
              <a:spcAft>
                <a:spcPts val="0"/>
              </a:spcAft>
              <a:buClr>
                <a:schemeClr val="accent1"/>
              </a:buClr>
              <a:buSzPts val="4800"/>
              <a:buNone/>
              <a:defRPr sz="4800">
                <a:solidFill>
                  <a:schemeClr val="accent1"/>
                </a:solidFill>
              </a:defRPr>
            </a:lvl5pPr>
            <a:lvl6pPr lvl="5">
              <a:spcBef>
                <a:spcPts val="0"/>
              </a:spcBef>
              <a:spcAft>
                <a:spcPts val="0"/>
              </a:spcAft>
              <a:buClr>
                <a:schemeClr val="accent1"/>
              </a:buClr>
              <a:buSzPts val="4800"/>
              <a:buNone/>
              <a:defRPr sz="4800">
                <a:solidFill>
                  <a:schemeClr val="accent1"/>
                </a:solidFill>
              </a:defRPr>
            </a:lvl6pPr>
            <a:lvl7pPr lvl="6">
              <a:spcBef>
                <a:spcPts val="0"/>
              </a:spcBef>
              <a:spcAft>
                <a:spcPts val="0"/>
              </a:spcAft>
              <a:buClr>
                <a:schemeClr val="accent1"/>
              </a:buClr>
              <a:buSzPts val="4800"/>
              <a:buNone/>
              <a:defRPr sz="4800">
                <a:solidFill>
                  <a:schemeClr val="accent1"/>
                </a:solidFill>
              </a:defRPr>
            </a:lvl7pPr>
            <a:lvl8pPr lvl="7">
              <a:spcBef>
                <a:spcPts val="0"/>
              </a:spcBef>
              <a:spcAft>
                <a:spcPts val="0"/>
              </a:spcAft>
              <a:buClr>
                <a:schemeClr val="accent1"/>
              </a:buClr>
              <a:buSzPts val="4800"/>
              <a:buNone/>
              <a:defRPr sz="4800">
                <a:solidFill>
                  <a:schemeClr val="accent1"/>
                </a:solidFill>
              </a:defRPr>
            </a:lvl8pPr>
            <a:lvl9pPr lvl="8">
              <a:spcBef>
                <a:spcPts val="0"/>
              </a:spcBef>
              <a:spcAft>
                <a:spcPts val="0"/>
              </a:spcAft>
              <a:buClr>
                <a:schemeClr val="accent1"/>
              </a:buClr>
              <a:buSzPts val="4800"/>
              <a:buNone/>
              <a:defRPr sz="4800">
                <a:solidFill>
                  <a:schemeClr val="accent1"/>
                </a:solidFill>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overview">
  <p:cSld name="CUSTOM_4_1_1_1">
    <p:bg>
      <p:bgPr>
        <a:solidFill>
          <a:schemeClr val="lt1"/>
        </a:solidFill>
      </p:bgPr>
    </p:bg>
    <p:spTree>
      <p:nvGrpSpPr>
        <p:cNvPr id="772" name="Shape 772"/>
        <p:cNvGrpSpPr/>
        <p:nvPr/>
      </p:nvGrpSpPr>
      <p:grpSpPr>
        <a:xfrm>
          <a:off x="0" y="0"/>
          <a:ext cx="0" cy="0"/>
          <a:chOff x="0" y="0"/>
          <a:chExt cx="0" cy="0"/>
        </a:xfrm>
      </p:grpSpPr>
      <p:cxnSp>
        <p:nvCxnSpPr>
          <p:cNvPr id="773" name="Google Shape;773;p50"/>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74" name="Google Shape;774;p5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2pPr>
            <a:lvl3pPr lvl="2">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3pPr>
            <a:lvl4pPr lvl="3">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4pPr>
            <a:lvl5pPr lvl="4">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5pPr>
            <a:lvl6pPr lvl="5">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6pPr>
            <a:lvl7pPr lvl="6">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7pPr>
            <a:lvl8pPr lvl="7">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8pPr>
            <a:lvl9pPr lvl="8">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9pPr>
          </a:lstStyle>
          <a:p/>
        </p:txBody>
      </p:sp>
      <p:cxnSp>
        <p:nvCxnSpPr>
          <p:cNvPr id="775" name="Google Shape;775;p50"/>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776" name="Google Shape;776;p5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chemeClr val="dk1"/>
                </a:solidFill>
                <a:latin typeface="Red Hat Text Medium"/>
                <a:ea typeface="Red Hat Text Medium"/>
                <a:cs typeface="Red Hat Text Medium"/>
                <a:sym typeface="Red Hat Text Medium"/>
              </a:defRPr>
            </a:lvl1pPr>
            <a:lvl2pPr lvl="1" algn="ctr">
              <a:buNone/>
              <a:defRPr sz="800">
                <a:solidFill>
                  <a:schemeClr val="dk1"/>
                </a:solidFill>
                <a:latin typeface="Red Hat Text Medium"/>
                <a:ea typeface="Red Hat Text Medium"/>
                <a:cs typeface="Red Hat Text Medium"/>
                <a:sym typeface="Red Hat Text Medium"/>
              </a:defRPr>
            </a:lvl2pPr>
            <a:lvl3pPr lvl="2" algn="ctr">
              <a:buNone/>
              <a:defRPr sz="800">
                <a:solidFill>
                  <a:schemeClr val="dk1"/>
                </a:solidFill>
                <a:latin typeface="Red Hat Text Medium"/>
                <a:ea typeface="Red Hat Text Medium"/>
                <a:cs typeface="Red Hat Text Medium"/>
                <a:sym typeface="Red Hat Text Medium"/>
              </a:defRPr>
            </a:lvl3pPr>
            <a:lvl4pPr lvl="3" algn="ctr">
              <a:buNone/>
              <a:defRPr sz="800">
                <a:solidFill>
                  <a:schemeClr val="dk1"/>
                </a:solidFill>
                <a:latin typeface="Red Hat Text Medium"/>
                <a:ea typeface="Red Hat Text Medium"/>
                <a:cs typeface="Red Hat Text Medium"/>
                <a:sym typeface="Red Hat Text Medium"/>
              </a:defRPr>
            </a:lvl4pPr>
            <a:lvl5pPr lvl="4" algn="ctr">
              <a:buNone/>
              <a:defRPr sz="800">
                <a:solidFill>
                  <a:schemeClr val="dk1"/>
                </a:solidFill>
                <a:latin typeface="Red Hat Text Medium"/>
                <a:ea typeface="Red Hat Text Medium"/>
                <a:cs typeface="Red Hat Text Medium"/>
                <a:sym typeface="Red Hat Text Medium"/>
              </a:defRPr>
            </a:lvl5pPr>
            <a:lvl6pPr lvl="5" algn="ctr">
              <a:buNone/>
              <a:defRPr sz="800">
                <a:solidFill>
                  <a:schemeClr val="dk1"/>
                </a:solidFill>
                <a:latin typeface="Red Hat Text Medium"/>
                <a:ea typeface="Red Hat Text Medium"/>
                <a:cs typeface="Red Hat Text Medium"/>
                <a:sym typeface="Red Hat Text Medium"/>
              </a:defRPr>
            </a:lvl6pPr>
            <a:lvl7pPr lvl="6" algn="ctr">
              <a:buNone/>
              <a:defRPr sz="800">
                <a:solidFill>
                  <a:schemeClr val="dk1"/>
                </a:solidFill>
                <a:latin typeface="Red Hat Text Medium"/>
                <a:ea typeface="Red Hat Text Medium"/>
                <a:cs typeface="Red Hat Text Medium"/>
                <a:sym typeface="Red Hat Text Medium"/>
              </a:defRPr>
            </a:lvl7pPr>
            <a:lvl8pPr lvl="7" algn="ctr">
              <a:buNone/>
              <a:defRPr sz="800">
                <a:solidFill>
                  <a:schemeClr val="dk1"/>
                </a:solidFill>
                <a:latin typeface="Red Hat Text Medium"/>
                <a:ea typeface="Red Hat Text Medium"/>
                <a:cs typeface="Red Hat Text Medium"/>
                <a:sym typeface="Red Hat Text Medium"/>
              </a:defRPr>
            </a:lvl8pPr>
            <a:lvl9pPr lvl="8" algn="ctr">
              <a:buNone/>
              <a:defRPr sz="8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77" name="Google Shape;777;p50"/>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78" name="Google Shape;778;p50"/>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779" name="Google Shape;779;p50"/>
          <p:cNvSpPr txBox="1"/>
          <p:nvPr>
            <p:ph idx="3" type="body"/>
          </p:nvPr>
        </p:nvSpPr>
        <p:spPr>
          <a:xfrm>
            <a:off x="900275" y="3109300"/>
            <a:ext cx="5043900" cy="3000000"/>
          </a:xfrm>
          <a:prstGeom prst="rect">
            <a:avLst/>
          </a:prstGeom>
        </p:spPr>
        <p:txBody>
          <a:bodyPr anchorCtr="0" anchor="t" bIns="91425" lIns="914400" spcFirstLastPara="1" rIns="91425" wrap="square" tIns="91425">
            <a:noAutofit/>
          </a:bodyPr>
          <a:lstStyle>
            <a:lvl1pPr indent="-342900" lvl="0" marL="457200">
              <a:lnSpc>
                <a:spcPct val="115000"/>
              </a:lnSpc>
              <a:spcBef>
                <a:spcPts val="0"/>
              </a:spcBef>
              <a:spcAft>
                <a:spcPts val="0"/>
              </a:spcAft>
              <a:buSzPts val="1800"/>
              <a:buChar char="▸"/>
              <a:defRPr/>
            </a:lvl1pPr>
            <a:lvl2pPr indent="-342900" lvl="1" marL="914400">
              <a:lnSpc>
                <a:spcPct val="115000"/>
              </a:lnSpc>
              <a:spcBef>
                <a:spcPts val="2000"/>
              </a:spcBef>
              <a:spcAft>
                <a:spcPts val="0"/>
              </a:spcAft>
              <a:buSzPts val="1800"/>
              <a:buChar char="･"/>
              <a:defRPr/>
            </a:lvl2pPr>
            <a:lvl3pPr indent="-342900" lvl="2" marL="1371600">
              <a:lnSpc>
                <a:spcPct val="115000"/>
              </a:lnSpc>
              <a:spcBef>
                <a:spcPts val="2000"/>
              </a:spcBef>
              <a:spcAft>
                <a:spcPts val="0"/>
              </a:spcAft>
              <a:buSzPts val="1800"/>
              <a:buChar char="･"/>
              <a:defRPr/>
            </a:lvl3pPr>
            <a:lvl4pPr indent="-342900" lvl="3" marL="1828800">
              <a:lnSpc>
                <a:spcPct val="115000"/>
              </a:lnSpc>
              <a:spcBef>
                <a:spcPts val="2000"/>
              </a:spcBef>
              <a:spcAft>
                <a:spcPts val="0"/>
              </a:spcAft>
              <a:buSzPts val="1800"/>
              <a:buChar char="･"/>
              <a:defRPr/>
            </a:lvl4pPr>
            <a:lvl5pPr indent="-342900" lvl="4" marL="2286000">
              <a:lnSpc>
                <a:spcPct val="115000"/>
              </a:lnSpc>
              <a:spcBef>
                <a:spcPts val="2000"/>
              </a:spcBef>
              <a:spcAft>
                <a:spcPts val="0"/>
              </a:spcAft>
              <a:buSzPts val="1800"/>
              <a:buChar char="･"/>
              <a:defRPr/>
            </a:lvl5pPr>
            <a:lvl6pPr indent="-342900" lvl="5" marL="2743200">
              <a:lnSpc>
                <a:spcPct val="115000"/>
              </a:lnSpc>
              <a:spcBef>
                <a:spcPts val="2000"/>
              </a:spcBef>
              <a:spcAft>
                <a:spcPts val="0"/>
              </a:spcAft>
              <a:buSzPts val="1800"/>
              <a:buChar char="･"/>
              <a:defRPr/>
            </a:lvl6pPr>
            <a:lvl7pPr indent="-342900" lvl="6" marL="3200400">
              <a:lnSpc>
                <a:spcPct val="115000"/>
              </a:lnSpc>
              <a:spcBef>
                <a:spcPts val="2000"/>
              </a:spcBef>
              <a:spcAft>
                <a:spcPts val="0"/>
              </a:spcAft>
              <a:buSzPts val="1800"/>
              <a:buChar char="･"/>
              <a:defRPr/>
            </a:lvl7pPr>
            <a:lvl8pPr indent="-342900" lvl="7" marL="3657600">
              <a:lnSpc>
                <a:spcPct val="115000"/>
              </a:lnSpc>
              <a:spcBef>
                <a:spcPts val="2000"/>
              </a:spcBef>
              <a:spcAft>
                <a:spcPts val="0"/>
              </a:spcAft>
              <a:buSzPts val="1800"/>
              <a:buChar char="･"/>
              <a:defRPr/>
            </a:lvl8pPr>
            <a:lvl9pPr indent="-342900" lvl="8" marL="4114800">
              <a:lnSpc>
                <a:spcPct val="115000"/>
              </a:lnSpc>
              <a:spcBef>
                <a:spcPts val="2000"/>
              </a:spcBef>
              <a:spcAft>
                <a:spcPts val="2000"/>
              </a:spcAft>
              <a:buSzPts val="1800"/>
              <a:buChar char="･"/>
              <a:defRPr/>
            </a:lvl9pPr>
          </a:lstStyle>
          <a:p/>
        </p:txBody>
      </p:sp>
      <p:sp>
        <p:nvSpPr>
          <p:cNvPr id="780" name="Google Shape;780;p50"/>
          <p:cNvSpPr txBox="1"/>
          <p:nvPr>
            <p:ph type="title"/>
          </p:nvPr>
        </p:nvSpPr>
        <p:spPr>
          <a:xfrm>
            <a:off x="900275" y="1190987"/>
            <a:ext cx="3885900" cy="1461300"/>
          </a:xfrm>
          <a:prstGeom prst="rect">
            <a:avLst/>
          </a:prstGeom>
        </p:spPr>
        <p:txBody>
          <a:bodyPr anchorCtr="0" anchor="b" bIns="0" lIns="0" spcFirstLastPara="1" rIns="0" wrap="square" tIns="0">
            <a:noAutofit/>
          </a:bodyPr>
          <a:lstStyle>
            <a:lvl1pPr lvl="0">
              <a:spcBef>
                <a:spcPts val="0"/>
              </a:spcBef>
              <a:spcAft>
                <a:spcPts val="0"/>
              </a:spcAft>
              <a:buClr>
                <a:schemeClr val="accent1"/>
              </a:buClr>
              <a:buSzPts val="4800"/>
              <a:buNone/>
              <a:defRPr sz="4800">
                <a:solidFill>
                  <a:schemeClr val="accent1"/>
                </a:solidFill>
              </a:defRPr>
            </a:lvl1pPr>
            <a:lvl2pPr lvl="1">
              <a:spcBef>
                <a:spcPts val="0"/>
              </a:spcBef>
              <a:spcAft>
                <a:spcPts val="0"/>
              </a:spcAft>
              <a:buClr>
                <a:schemeClr val="accent1"/>
              </a:buClr>
              <a:buSzPts val="4800"/>
              <a:buNone/>
              <a:defRPr sz="4800">
                <a:solidFill>
                  <a:schemeClr val="accent1"/>
                </a:solidFill>
              </a:defRPr>
            </a:lvl2pPr>
            <a:lvl3pPr lvl="2">
              <a:spcBef>
                <a:spcPts val="0"/>
              </a:spcBef>
              <a:spcAft>
                <a:spcPts val="0"/>
              </a:spcAft>
              <a:buClr>
                <a:schemeClr val="accent1"/>
              </a:buClr>
              <a:buSzPts val="4800"/>
              <a:buNone/>
              <a:defRPr sz="4800">
                <a:solidFill>
                  <a:schemeClr val="accent1"/>
                </a:solidFill>
              </a:defRPr>
            </a:lvl3pPr>
            <a:lvl4pPr lvl="3">
              <a:spcBef>
                <a:spcPts val="0"/>
              </a:spcBef>
              <a:spcAft>
                <a:spcPts val="0"/>
              </a:spcAft>
              <a:buClr>
                <a:schemeClr val="accent1"/>
              </a:buClr>
              <a:buSzPts val="4800"/>
              <a:buNone/>
              <a:defRPr sz="4800">
                <a:solidFill>
                  <a:schemeClr val="accent1"/>
                </a:solidFill>
              </a:defRPr>
            </a:lvl4pPr>
            <a:lvl5pPr lvl="4">
              <a:spcBef>
                <a:spcPts val="0"/>
              </a:spcBef>
              <a:spcAft>
                <a:spcPts val="0"/>
              </a:spcAft>
              <a:buClr>
                <a:schemeClr val="accent1"/>
              </a:buClr>
              <a:buSzPts val="4800"/>
              <a:buNone/>
              <a:defRPr sz="4800">
                <a:solidFill>
                  <a:schemeClr val="accent1"/>
                </a:solidFill>
              </a:defRPr>
            </a:lvl5pPr>
            <a:lvl6pPr lvl="5">
              <a:spcBef>
                <a:spcPts val="0"/>
              </a:spcBef>
              <a:spcAft>
                <a:spcPts val="0"/>
              </a:spcAft>
              <a:buClr>
                <a:schemeClr val="accent1"/>
              </a:buClr>
              <a:buSzPts val="4800"/>
              <a:buNone/>
              <a:defRPr sz="4800">
                <a:solidFill>
                  <a:schemeClr val="accent1"/>
                </a:solidFill>
              </a:defRPr>
            </a:lvl6pPr>
            <a:lvl7pPr lvl="6">
              <a:spcBef>
                <a:spcPts val="0"/>
              </a:spcBef>
              <a:spcAft>
                <a:spcPts val="0"/>
              </a:spcAft>
              <a:buClr>
                <a:schemeClr val="accent1"/>
              </a:buClr>
              <a:buSzPts val="4800"/>
              <a:buNone/>
              <a:defRPr sz="4800">
                <a:solidFill>
                  <a:schemeClr val="accent1"/>
                </a:solidFill>
              </a:defRPr>
            </a:lvl7pPr>
            <a:lvl8pPr lvl="7">
              <a:spcBef>
                <a:spcPts val="0"/>
              </a:spcBef>
              <a:spcAft>
                <a:spcPts val="0"/>
              </a:spcAft>
              <a:buClr>
                <a:schemeClr val="accent1"/>
              </a:buClr>
              <a:buSzPts val="4800"/>
              <a:buNone/>
              <a:defRPr sz="4800">
                <a:solidFill>
                  <a:schemeClr val="accent1"/>
                </a:solidFill>
              </a:defRPr>
            </a:lvl8pPr>
            <a:lvl9pPr lvl="8">
              <a:spcBef>
                <a:spcPts val="0"/>
              </a:spcBef>
              <a:spcAft>
                <a:spcPts val="0"/>
              </a:spcAft>
              <a:buClr>
                <a:schemeClr val="accent1"/>
              </a:buClr>
              <a:buSzPts val="4800"/>
              <a:buNone/>
              <a:defRPr sz="4800">
                <a:solidFill>
                  <a:schemeClr val="accent1"/>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1">
  <p:cSld name="CUSTOM_4_25">
    <p:spTree>
      <p:nvGrpSpPr>
        <p:cNvPr id="781" name="Shape 781"/>
        <p:cNvGrpSpPr/>
        <p:nvPr/>
      </p:nvGrpSpPr>
      <p:grpSpPr>
        <a:xfrm>
          <a:off x="0" y="0"/>
          <a:ext cx="0" cy="0"/>
          <a:chOff x="0" y="0"/>
          <a:chExt cx="0" cy="0"/>
        </a:xfrm>
      </p:grpSpPr>
      <p:sp>
        <p:nvSpPr>
          <p:cNvPr id="782" name="Google Shape;782;p5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783" name="Google Shape;783;p51"/>
          <p:cNvSpPr txBox="1"/>
          <p:nvPr>
            <p:ph type="title"/>
          </p:nvPr>
        </p:nvSpPr>
        <p:spPr>
          <a:xfrm>
            <a:off x="885050" y="566950"/>
            <a:ext cx="10422000" cy="4008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6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cxnSp>
        <p:nvCxnSpPr>
          <p:cNvPr id="784" name="Google Shape;784;p5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785" name="Google Shape;785;p5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786" name="Google Shape;786;p5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87" name="Google Shape;787;p51"/>
          <p:cNvPicPr preferRelativeResize="0"/>
          <p:nvPr/>
        </p:nvPicPr>
        <p:blipFill rotWithShape="1">
          <a:blip r:embed="rId2">
            <a:alphaModFix/>
          </a:blip>
          <a:srcRect b="317" l="0" r="0" t="327"/>
          <a:stretch/>
        </p:blipFill>
        <p:spPr>
          <a:xfrm>
            <a:off x="10711279" y="6313250"/>
            <a:ext cx="975606" cy="228064"/>
          </a:xfrm>
          <a:prstGeom prst="rect">
            <a:avLst/>
          </a:prstGeom>
          <a:noFill/>
          <a:ln>
            <a:noFill/>
          </a:ln>
        </p:spPr>
      </p:pic>
      <p:sp>
        <p:nvSpPr>
          <p:cNvPr id="788" name="Google Shape;788;p51"/>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
        <p:nvSpPr>
          <p:cNvPr id="789" name="Google Shape;789;p51"/>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9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 title subtitle">
  <p:cSld name="CUSTOM_4_2_3">
    <p:spTree>
      <p:nvGrpSpPr>
        <p:cNvPr id="790" name="Shape 790"/>
        <p:cNvGrpSpPr/>
        <p:nvPr/>
      </p:nvGrpSpPr>
      <p:grpSpPr>
        <a:xfrm>
          <a:off x="0" y="0"/>
          <a:ext cx="0" cy="0"/>
          <a:chOff x="0" y="0"/>
          <a:chExt cx="0" cy="0"/>
        </a:xfrm>
      </p:grpSpPr>
      <p:sp>
        <p:nvSpPr>
          <p:cNvPr id="791" name="Google Shape;791;p52"/>
          <p:cNvSpPr txBox="1"/>
          <p:nvPr>
            <p:ph type="title"/>
          </p:nvPr>
        </p:nvSpPr>
        <p:spPr>
          <a:xfrm>
            <a:off x="1752600" y="946000"/>
            <a:ext cx="8686800" cy="4566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6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792" name="Google Shape;792;p52"/>
          <p:cNvSpPr txBox="1"/>
          <p:nvPr>
            <p:ph idx="1" type="subTitle"/>
          </p:nvPr>
        </p:nvSpPr>
        <p:spPr>
          <a:xfrm>
            <a:off x="1752600" y="1402600"/>
            <a:ext cx="8686800" cy="4566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None/>
              <a:defRPr sz="2000">
                <a:solidFill>
                  <a:schemeClr val="dk2"/>
                </a:solidFill>
              </a:defRPr>
            </a:lvl1pPr>
            <a:lvl2pPr lvl="1" algn="ctr">
              <a:lnSpc>
                <a:spcPct val="100000"/>
              </a:lnSpc>
              <a:spcBef>
                <a:spcPts val="0"/>
              </a:spcBef>
              <a:spcAft>
                <a:spcPts val="0"/>
              </a:spcAft>
              <a:buNone/>
              <a:defRPr/>
            </a:lvl2pPr>
            <a:lvl3pPr lvl="2" algn="ctr">
              <a:lnSpc>
                <a:spcPct val="100000"/>
              </a:lnSpc>
              <a:spcBef>
                <a:spcPts val="0"/>
              </a:spcBef>
              <a:spcAft>
                <a:spcPts val="0"/>
              </a:spcAft>
              <a:buNone/>
              <a:defRPr/>
            </a:lvl3pPr>
            <a:lvl4pPr lvl="3" algn="ctr">
              <a:lnSpc>
                <a:spcPct val="100000"/>
              </a:lnSpc>
              <a:spcBef>
                <a:spcPts val="0"/>
              </a:spcBef>
              <a:spcAft>
                <a:spcPts val="0"/>
              </a:spcAft>
              <a:buNone/>
              <a:defRPr/>
            </a:lvl4pPr>
            <a:lvl5pPr lvl="4" algn="ctr">
              <a:lnSpc>
                <a:spcPct val="100000"/>
              </a:lnSpc>
              <a:spcBef>
                <a:spcPts val="0"/>
              </a:spcBef>
              <a:spcAft>
                <a:spcPts val="0"/>
              </a:spcAft>
              <a:buNone/>
              <a:defRPr/>
            </a:lvl5pPr>
            <a:lvl6pPr lvl="5" algn="ctr">
              <a:lnSpc>
                <a:spcPct val="100000"/>
              </a:lnSpc>
              <a:spcBef>
                <a:spcPts val="0"/>
              </a:spcBef>
              <a:spcAft>
                <a:spcPts val="0"/>
              </a:spcAft>
              <a:buNone/>
              <a:defRPr/>
            </a:lvl6pPr>
            <a:lvl7pPr lvl="6" algn="ctr">
              <a:lnSpc>
                <a:spcPct val="100000"/>
              </a:lnSpc>
              <a:spcBef>
                <a:spcPts val="0"/>
              </a:spcBef>
              <a:spcAft>
                <a:spcPts val="0"/>
              </a:spcAft>
              <a:buNone/>
              <a:defRPr/>
            </a:lvl7pPr>
            <a:lvl8pPr lvl="7" algn="ctr">
              <a:lnSpc>
                <a:spcPct val="100000"/>
              </a:lnSpc>
              <a:spcBef>
                <a:spcPts val="0"/>
              </a:spcBef>
              <a:spcAft>
                <a:spcPts val="0"/>
              </a:spcAft>
              <a:buNone/>
              <a:defRPr/>
            </a:lvl8pPr>
            <a:lvl9pPr lvl="8" algn="ctr">
              <a:lnSpc>
                <a:spcPct val="100000"/>
              </a:lnSpc>
              <a:spcBef>
                <a:spcPts val="0"/>
              </a:spcBef>
              <a:spcAft>
                <a:spcPts val="0"/>
              </a:spcAft>
              <a:buNone/>
              <a:defRPr/>
            </a:lvl9pPr>
          </a:lstStyle>
          <a:p/>
        </p:txBody>
      </p:sp>
      <p:cxnSp>
        <p:nvCxnSpPr>
          <p:cNvPr id="793" name="Google Shape;793;p5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sp>
        <p:nvSpPr>
          <p:cNvPr id="794" name="Google Shape;794;p52"/>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900"/>
              <a:buFont typeface="Red Hat Display SemiBold"/>
              <a:buNone/>
              <a:defRPr sz="900">
                <a:solidFill>
                  <a:schemeClr val="accent1"/>
                </a:solidFill>
                <a:latin typeface="Red Hat Display SemiBold"/>
                <a:ea typeface="Red Hat Display SemiBold"/>
                <a:cs typeface="Red Hat Display SemiBold"/>
                <a:sym typeface="Red Hat Display SemiBold"/>
              </a:defRPr>
            </a:lvl1pPr>
            <a:lvl2pPr lvl="1">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2pPr>
            <a:lvl3pPr lvl="2">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3pPr>
            <a:lvl4pPr lvl="3">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4pPr>
            <a:lvl5pPr lvl="4">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5pPr>
            <a:lvl6pPr lvl="5">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6pPr>
            <a:lvl7pPr lvl="6">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7pPr>
            <a:lvl8pPr lvl="7">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8pPr>
            <a:lvl9pPr lvl="8">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9pPr>
          </a:lstStyle>
          <a:p/>
        </p:txBody>
      </p:sp>
      <p:cxnSp>
        <p:nvCxnSpPr>
          <p:cNvPr id="795" name="Google Shape;795;p5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796" name="Google Shape;796;p5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Overpass SemiBold"/>
                <a:ea typeface="Overpass SemiBold"/>
                <a:cs typeface="Overpass SemiBold"/>
                <a:sym typeface="Overpass SemiBold"/>
              </a:defRPr>
            </a:lvl1pPr>
            <a:lvl2pPr lvl="1" algn="ctr">
              <a:buNone/>
              <a:defRPr sz="800">
                <a:latin typeface="Overpass SemiBold"/>
                <a:ea typeface="Overpass SemiBold"/>
                <a:cs typeface="Overpass SemiBold"/>
                <a:sym typeface="Overpass SemiBold"/>
              </a:defRPr>
            </a:lvl2pPr>
            <a:lvl3pPr lvl="2" algn="ctr">
              <a:buNone/>
              <a:defRPr sz="800">
                <a:latin typeface="Overpass SemiBold"/>
                <a:ea typeface="Overpass SemiBold"/>
                <a:cs typeface="Overpass SemiBold"/>
                <a:sym typeface="Overpass SemiBold"/>
              </a:defRPr>
            </a:lvl3pPr>
            <a:lvl4pPr lvl="3" algn="ctr">
              <a:buNone/>
              <a:defRPr sz="800">
                <a:latin typeface="Overpass SemiBold"/>
                <a:ea typeface="Overpass SemiBold"/>
                <a:cs typeface="Overpass SemiBold"/>
                <a:sym typeface="Overpass SemiBold"/>
              </a:defRPr>
            </a:lvl4pPr>
            <a:lvl5pPr lvl="4" algn="ctr">
              <a:buNone/>
              <a:defRPr sz="800">
                <a:latin typeface="Overpass SemiBold"/>
                <a:ea typeface="Overpass SemiBold"/>
                <a:cs typeface="Overpass SemiBold"/>
                <a:sym typeface="Overpass SemiBold"/>
              </a:defRPr>
            </a:lvl5pPr>
            <a:lvl6pPr lvl="5" algn="ctr">
              <a:buNone/>
              <a:defRPr sz="800">
                <a:latin typeface="Overpass SemiBold"/>
                <a:ea typeface="Overpass SemiBold"/>
                <a:cs typeface="Overpass SemiBold"/>
                <a:sym typeface="Overpass SemiBold"/>
              </a:defRPr>
            </a:lvl6pPr>
            <a:lvl7pPr lvl="6" algn="ctr">
              <a:buNone/>
              <a:defRPr sz="800">
                <a:latin typeface="Overpass SemiBold"/>
                <a:ea typeface="Overpass SemiBold"/>
                <a:cs typeface="Overpass SemiBold"/>
                <a:sym typeface="Overpass SemiBold"/>
              </a:defRPr>
            </a:lvl7pPr>
            <a:lvl8pPr lvl="7" algn="ctr">
              <a:buNone/>
              <a:defRPr sz="800">
                <a:latin typeface="Overpass SemiBold"/>
                <a:ea typeface="Overpass SemiBold"/>
                <a:cs typeface="Overpass SemiBold"/>
                <a:sym typeface="Overpass SemiBold"/>
              </a:defRPr>
            </a:lvl8pPr>
            <a:lvl9pPr lvl="8"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797" name="Google Shape;797;p5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98" name="Google Shape;798;p52"/>
          <p:cNvSpPr txBox="1"/>
          <p:nvPr>
            <p:ph idx="3" type="subTitle"/>
          </p:nvPr>
        </p:nvSpPr>
        <p:spPr>
          <a:xfrm>
            <a:off x="885050" y="6169550"/>
            <a:ext cx="9183000" cy="559800"/>
          </a:xfrm>
          <a:prstGeom prst="rect">
            <a:avLst/>
          </a:prstGeom>
          <a:noFill/>
        </p:spPr>
        <p:txBody>
          <a:bodyPr anchorCtr="0" anchor="b" bIns="0" lIns="0" spcFirstLastPara="1" rIns="0" wrap="square" tIns="0">
            <a:noAutofit/>
          </a:bodyPr>
          <a:lstStyle>
            <a:lvl1pPr lvl="0">
              <a:lnSpc>
                <a:spcPct val="142000"/>
              </a:lnSpc>
              <a:spcBef>
                <a:spcPts val="0"/>
              </a:spcBef>
              <a:spcAft>
                <a:spcPts val="0"/>
              </a:spcAft>
              <a:buNone/>
              <a:defRPr sz="600">
                <a:solidFill>
                  <a:schemeClr val="dk2"/>
                </a:solidFill>
              </a:defRPr>
            </a:lvl1pPr>
            <a:lvl2pPr lvl="1">
              <a:lnSpc>
                <a:spcPct val="142000"/>
              </a:lnSpc>
              <a:spcBef>
                <a:spcPts val="0"/>
              </a:spcBef>
              <a:spcAft>
                <a:spcPts val="0"/>
              </a:spcAft>
              <a:buNone/>
              <a:defRPr sz="600">
                <a:solidFill>
                  <a:schemeClr val="dk2"/>
                </a:solidFill>
              </a:defRPr>
            </a:lvl2pPr>
            <a:lvl3pPr lvl="2">
              <a:lnSpc>
                <a:spcPct val="142000"/>
              </a:lnSpc>
              <a:spcBef>
                <a:spcPts val="0"/>
              </a:spcBef>
              <a:spcAft>
                <a:spcPts val="0"/>
              </a:spcAft>
              <a:buNone/>
              <a:defRPr sz="600">
                <a:solidFill>
                  <a:schemeClr val="dk2"/>
                </a:solidFill>
              </a:defRPr>
            </a:lvl3pPr>
            <a:lvl4pPr lvl="3">
              <a:lnSpc>
                <a:spcPct val="142000"/>
              </a:lnSpc>
              <a:spcBef>
                <a:spcPts val="0"/>
              </a:spcBef>
              <a:spcAft>
                <a:spcPts val="0"/>
              </a:spcAft>
              <a:buNone/>
              <a:defRPr sz="600">
                <a:solidFill>
                  <a:schemeClr val="dk2"/>
                </a:solidFill>
              </a:defRPr>
            </a:lvl4pPr>
            <a:lvl5pPr lvl="4">
              <a:lnSpc>
                <a:spcPct val="142000"/>
              </a:lnSpc>
              <a:spcBef>
                <a:spcPts val="0"/>
              </a:spcBef>
              <a:spcAft>
                <a:spcPts val="0"/>
              </a:spcAft>
              <a:buNone/>
              <a:defRPr sz="600">
                <a:solidFill>
                  <a:schemeClr val="dk2"/>
                </a:solidFill>
              </a:defRPr>
            </a:lvl5pPr>
            <a:lvl6pPr lvl="5">
              <a:lnSpc>
                <a:spcPct val="142000"/>
              </a:lnSpc>
              <a:spcBef>
                <a:spcPts val="0"/>
              </a:spcBef>
              <a:spcAft>
                <a:spcPts val="0"/>
              </a:spcAft>
              <a:buNone/>
              <a:defRPr sz="600">
                <a:solidFill>
                  <a:schemeClr val="dk2"/>
                </a:solidFill>
              </a:defRPr>
            </a:lvl6pPr>
            <a:lvl7pPr lvl="6">
              <a:lnSpc>
                <a:spcPct val="142000"/>
              </a:lnSpc>
              <a:spcBef>
                <a:spcPts val="0"/>
              </a:spcBef>
              <a:spcAft>
                <a:spcPts val="0"/>
              </a:spcAft>
              <a:buNone/>
              <a:defRPr sz="600">
                <a:solidFill>
                  <a:schemeClr val="dk2"/>
                </a:solidFill>
              </a:defRPr>
            </a:lvl7pPr>
            <a:lvl8pPr lvl="7">
              <a:lnSpc>
                <a:spcPct val="142000"/>
              </a:lnSpc>
              <a:spcBef>
                <a:spcPts val="0"/>
              </a:spcBef>
              <a:spcAft>
                <a:spcPts val="0"/>
              </a:spcAft>
              <a:buNone/>
              <a:defRPr sz="600">
                <a:solidFill>
                  <a:schemeClr val="dk2"/>
                </a:solidFill>
              </a:defRPr>
            </a:lvl8pPr>
            <a:lvl9pPr lvl="8">
              <a:lnSpc>
                <a:spcPct val="142000"/>
              </a:lnSpc>
              <a:spcBef>
                <a:spcPts val="0"/>
              </a:spcBef>
              <a:spcAft>
                <a:spcPts val="0"/>
              </a:spcAft>
              <a:buNone/>
              <a:defRPr sz="600">
                <a:solidFill>
                  <a:schemeClr val="dk2"/>
                </a:solidFill>
              </a:defRPr>
            </a:lvl9pPr>
          </a:lstStyle>
          <a:p/>
        </p:txBody>
      </p:sp>
    </p:spTree>
  </p:cSld>
  <p:clrMapOvr>
    <a:masterClrMapping/>
  </p:clrMapOvr>
  <p:extLst>
    <p:ext uri="{DCECCB84-F9BA-43D5-87BE-67443E8EF086}">
      <p15:sldGuideLst>
        <p15:guide id="1" orient="horz" pos="2592">
          <p15:clr>
            <a:srgbClr val="FF00FF"/>
          </p15:clr>
        </p15:guide>
        <p15:guide id="2" pos="3840">
          <p15:clr>
            <a:srgbClr val="FF00FF"/>
          </p15:clr>
        </p15:guide>
        <p15:guide id="3" orient="horz" pos="1206">
          <p15:clr>
            <a:srgbClr val="FF00FF"/>
          </p15:clr>
        </p15:guide>
        <p15:guide id="4" orient="horz" pos="3886">
          <p15:clr>
            <a:srgbClr val="FF00FF"/>
          </p15:clr>
        </p15:guide>
        <p15:guide id="5" pos="432">
          <p15:clr>
            <a:srgbClr val="FF00FF"/>
          </p15:clr>
        </p15:guide>
        <p15:guide id="6" pos="7247">
          <p15:clr>
            <a:srgbClr val="FF00FF"/>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telyBlankSlide">
  <p:cSld name="CUSTOM_9_1">
    <p:spTree>
      <p:nvGrpSpPr>
        <p:cNvPr id="799" name="Shape 799"/>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title 1">
  <p:cSld name="TITLE_1_2">
    <p:bg>
      <p:bgPr>
        <a:blipFill>
          <a:blip r:embed="rId2">
            <a:alphaModFix/>
          </a:blip>
          <a:stretch>
            <a:fillRect/>
          </a:stretch>
        </a:blipFill>
      </p:bgPr>
    </p:bg>
    <p:spTree>
      <p:nvGrpSpPr>
        <p:cNvPr id="800" name="Shape 800"/>
        <p:cNvGrpSpPr/>
        <p:nvPr/>
      </p:nvGrpSpPr>
      <p:grpSpPr>
        <a:xfrm>
          <a:off x="0" y="0"/>
          <a:ext cx="0" cy="0"/>
          <a:chOff x="0" y="0"/>
          <a:chExt cx="0" cy="0"/>
        </a:xfrm>
      </p:grpSpPr>
      <p:sp>
        <p:nvSpPr>
          <p:cNvPr id="801" name="Google Shape;801;p54"/>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54"/>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lt1"/>
              </a:buClr>
              <a:buSzPts val="2800"/>
              <a:buFont typeface="Red Hat Display"/>
              <a:buNone/>
              <a:defRPr sz="2800">
                <a:solidFill>
                  <a:schemeClr val="lt1"/>
                </a:solidFill>
                <a:latin typeface="Red Hat Display"/>
                <a:ea typeface="Red Hat Display"/>
                <a:cs typeface="Red Hat Display"/>
                <a:sym typeface="Red Hat Display"/>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803" name="Google Shape;803;p54"/>
          <p:cNvSpPr txBox="1"/>
          <p:nvPr>
            <p:ph type="title"/>
          </p:nvPr>
        </p:nvSpPr>
        <p:spPr>
          <a:xfrm>
            <a:off x="2083875" y="1743625"/>
            <a:ext cx="7533300" cy="16005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4800">
                <a:solidFill>
                  <a:schemeClr val="lt1"/>
                </a:solidFill>
                <a:latin typeface="Red Hat Display Medium"/>
                <a:ea typeface="Red Hat Display Medium"/>
                <a:cs typeface="Red Hat Display Medium"/>
                <a:sym typeface="Red Hat Display Medium"/>
              </a:defRPr>
            </a:lvl1pPr>
            <a:lvl2pPr lvl="1">
              <a:lnSpc>
                <a:spcPct val="105000"/>
              </a:lnSpc>
              <a:spcBef>
                <a:spcPts val="0"/>
              </a:spcBef>
              <a:spcAft>
                <a:spcPts val="0"/>
              </a:spcAft>
              <a:buNone/>
              <a:defRPr sz="4700">
                <a:solidFill>
                  <a:schemeClr val="lt1"/>
                </a:solidFill>
              </a:defRPr>
            </a:lvl2pPr>
            <a:lvl3pPr lvl="2">
              <a:lnSpc>
                <a:spcPct val="105000"/>
              </a:lnSpc>
              <a:spcBef>
                <a:spcPts val="0"/>
              </a:spcBef>
              <a:spcAft>
                <a:spcPts val="0"/>
              </a:spcAft>
              <a:buNone/>
              <a:defRPr sz="4700">
                <a:solidFill>
                  <a:schemeClr val="lt1"/>
                </a:solidFill>
              </a:defRPr>
            </a:lvl3pPr>
            <a:lvl4pPr lvl="3">
              <a:lnSpc>
                <a:spcPct val="105000"/>
              </a:lnSpc>
              <a:spcBef>
                <a:spcPts val="0"/>
              </a:spcBef>
              <a:spcAft>
                <a:spcPts val="0"/>
              </a:spcAft>
              <a:buNone/>
              <a:defRPr sz="4700">
                <a:solidFill>
                  <a:schemeClr val="lt1"/>
                </a:solidFill>
              </a:defRPr>
            </a:lvl4pPr>
            <a:lvl5pPr lvl="4">
              <a:lnSpc>
                <a:spcPct val="105000"/>
              </a:lnSpc>
              <a:spcBef>
                <a:spcPts val="0"/>
              </a:spcBef>
              <a:spcAft>
                <a:spcPts val="0"/>
              </a:spcAft>
              <a:buNone/>
              <a:defRPr sz="4700">
                <a:solidFill>
                  <a:schemeClr val="lt1"/>
                </a:solidFill>
              </a:defRPr>
            </a:lvl5pPr>
            <a:lvl6pPr lvl="5">
              <a:lnSpc>
                <a:spcPct val="105000"/>
              </a:lnSpc>
              <a:spcBef>
                <a:spcPts val="0"/>
              </a:spcBef>
              <a:spcAft>
                <a:spcPts val="0"/>
              </a:spcAft>
              <a:buNone/>
              <a:defRPr sz="4700">
                <a:solidFill>
                  <a:schemeClr val="lt1"/>
                </a:solidFill>
              </a:defRPr>
            </a:lvl6pPr>
            <a:lvl7pPr lvl="6">
              <a:lnSpc>
                <a:spcPct val="105000"/>
              </a:lnSpc>
              <a:spcBef>
                <a:spcPts val="0"/>
              </a:spcBef>
              <a:spcAft>
                <a:spcPts val="0"/>
              </a:spcAft>
              <a:buNone/>
              <a:defRPr sz="4700">
                <a:solidFill>
                  <a:schemeClr val="lt1"/>
                </a:solidFill>
              </a:defRPr>
            </a:lvl7pPr>
            <a:lvl8pPr lvl="7">
              <a:lnSpc>
                <a:spcPct val="105000"/>
              </a:lnSpc>
              <a:spcBef>
                <a:spcPts val="0"/>
              </a:spcBef>
              <a:spcAft>
                <a:spcPts val="0"/>
              </a:spcAft>
              <a:buNone/>
              <a:defRPr sz="4700">
                <a:solidFill>
                  <a:schemeClr val="lt1"/>
                </a:solidFill>
              </a:defRPr>
            </a:lvl8pPr>
            <a:lvl9pPr lvl="8">
              <a:lnSpc>
                <a:spcPct val="105000"/>
              </a:lnSpc>
              <a:spcBef>
                <a:spcPts val="0"/>
              </a:spcBef>
              <a:spcAft>
                <a:spcPts val="0"/>
              </a:spcAft>
              <a:buNone/>
              <a:defRPr sz="4700">
                <a:solidFill>
                  <a:schemeClr val="lt1"/>
                </a:solidFill>
              </a:defRPr>
            </a:lvl9pPr>
          </a:lstStyle>
          <a:p/>
        </p:txBody>
      </p:sp>
      <p:sp>
        <p:nvSpPr>
          <p:cNvPr id="804" name="Google Shape;804;p54"/>
          <p:cNvSpPr txBox="1"/>
          <p:nvPr>
            <p:ph idx="2" type="subTitle"/>
          </p:nvPr>
        </p:nvSpPr>
        <p:spPr>
          <a:xfrm>
            <a:off x="2083725" y="4605500"/>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500"/>
              <a:buFont typeface="Red Hat Display Medium"/>
              <a:buNone/>
              <a:defRPr sz="1500">
                <a:solidFill>
                  <a:schemeClr val="lt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2pPr>
            <a:lvl3pPr lvl="2">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3pPr>
            <a:lvl4pPr lvl="3">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4pPr>
            <a:lvl5pPr lvl="4">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5pPr>
            <a:lvl6pPr lvl="5">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6pPr>
            <a:lvl7pPr lvl="6">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7pPr>
            <a:lvl8pPr lvl="7">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8pPr>
            <a:lvl9pPr lvl="8">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9pPr>
          </a:lstStyle>
          <a:p/>
        </p:txBody>
      </p:sp>
      <p:sp>
        <p:nvSpPr>
          <p:cNvPr id="805" name="Google Shape;805;p54"/>
          <p:cNvSpPr txBox="1"/>
          <p:nvPr>
            <p:ph idx="3" type="subTitle"/>
          </p:nvPr>
        </p:nvSpPr>
        <p:spPr>
          <a:xfrm>
            <a:off x="4471850" y="4605500"/>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500"/>
              <a:buFont typeface="Red Hat Display Medium"/>
              <a:buNone/>
              <a:defRPr sz="1500">
                <a:solidFill>
                  <a:schemeClr val="lt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2pPr>
            <a:lvl3pPr lvl="2">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3pPr>
            <a:lvl4pPr lvl="3">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4pPr>
            <a:lvl5pPr lvl="4">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5pPr>
            <a:lvl6pPr lvl="5">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6pPr>
            <a:lvl7pPr lvl="6">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7pPr>
            <a:lvl8pPr lvl="7">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8pPr>
            <a:lvl9pPr lvl="8">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9pPr>
          </a:lstStyle>
          <a:p/>
        </p:txBody>
      </p:sp>
      <p:pic>
        <p:nvPicPr>
          <p:cNvPr id="806" name="Google Shape;806;p54"/>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807" name="Google Shape;807;p54"/>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808" name="Google Shape;808;p5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left 1">
  <p:cSld name="CUSTOM_4_2_4">
    <p:spTree>
      <p:nvGrpSpPr>
        <p:cNvPr id="809" name="Shape 809"/>
        <p:cNvGrpSpPr/>
        <p:nvPr/>
      </p:nvGrpSpPr>
      <p:grpSpPr>
        <a:xfrm>
          <a:off x="0" y="0"/>
          <a:ext cx="0" cy="0"/>
          <a:chOff x="0" y="0"/>
          <a:chExt cx="0" cy="0"/>
        </a:xfrm>
      </p:grpSpPr>
      <p:cxnSp>
        <p:nvCxnSpPr>
          <p:cNvPr id="810" name="Google Shape;810;p5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811" name="Google Shape;811;p5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812" name="Google Shape;812;p5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813" name="Google Shape;813;p55"/>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814" name="Google Shape;814;p55"/>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815" name="Google Shape;815;p55"/>
          <p:cNvSpPr txBox="1"/>
          <p:nvPr>
            <p:ph idx="2" type="subTitle"/>
          </p:nvPr>
        </p:nvSpPr>
        <p:spPr>
          <a:xfrm>
            <a:off x="5662075" y="2539250"/>
            <a:ext cx="5486400" cy="3168600"/>
          </a:xfrm>
          <a:prstGeom prst="rect">
            <a:avLst/>
          </a:prstGeom>
        </p:spPr>
        <p:txBody>
          <a:bodyPr anchorCtr="0" anchor="t" bIns="0" lIns="0" spcFirstLastPara="1" rIns="0" wrap="square" tIns="0">
            <a:noAutofit/>
          </a:bodyPr>
          <a:lstStyle>
            <a:lvl1pPr lvl="0">
              <a:lnSpc>
                <a:spcPct val="113000"/>
              </a:lnSpc>
              <a:spcBef>
                <a:spcPts val="0"/>
              </a:spcBef>
              <a:spcAft>
                <a:spcPts val="0"/>
              </a:spcAft>
              <a:buNone/>
              <a:defRPr/>
            </a:lvl1pPr>
            <a:lvl2pPr lvl="1">
              <a:lnSpc>
                <a:spcPct val="113000"/>
              </a:lnSpc>
              <a:spcBef>
                <a:spcPts val="2000"/>
              </a:spcBef>
              <a:spcAft>
                <a:spcPts val="0"/>
              </a:spcAft>
              <a:buNone/>
              <a:defRPr/>
            </a:lvl2pPr>
            <a:lvl3pPr lvl="2">
              <a:lnSpc>
                <a:spcPct val="113000"/>
              </a:lnSpc>
              <a:spcBef>
                <a:spcPts val="2000"/>
              </a:spcBef>
              <a:spcAft>
                <a:spcPts val="0"/>
              </a:spcAft>
              <a:buNone/>
              <a:defRPr/>
            </a:lvl3pPr>
            <a:lvl4pPr lvl="3">
              <a:lnSpc>
                <a:spcPct val="113000"/>
              </a:lnSpc>
              <a:spcBef>
                <a:spcPts val="2000"/>
              </a:spcBef>
              <a:spcAft>
                <a:spcPts val="0"/>
              </a:spcAft>
              <a:buNone/>
              <a:defRPr/>
            </a:lvl4pPr>
            <a:lvl5pPr lvl="4">
              <a:lnSpc>
                <a:spcPct val="113000"/>
              </a:lnSpc>
              <a:spcBef>
                <a:spcPts val="2000"/>
              </a:spcBef>
              <a:spcAft>
                <a:spcPts val="0"/>
              </a:spcAft>
              <a:buNone/>
              <a:defRPr/>
            </a:lvl5pPr>
            <a:lvl6pPr lvl="5">
              <a:lnSpc>
                <a:spcPct val="113000"/>
              </a:lnSpc>
              <a:spcBef>
                <a:spcPts val="2000"/>
              </a:spcBef>
              <a:spcAft>
                <a:spcPts val="0"/>
              </a:spcAft>
              <a:buNone/>
              <a:defRPr/>
            </a:lvl6pPr>
            <a:lvl7pPr lvl="6">
              <a:lnSpc>
                <a:spcPct val="113000"/>
              </a:lnSpc>
              <a:spcBef>
                <a:spcPts val="2000"/>
              </a:spcBef>
              <a:spcAft>
                <a:spcPts val="0"/>
              </a:spcAft>
              <a:buNone/>
              <a:defRPr/>
            </a:lvl7pPr>
            <a:lvl8pPr lvl="7">
              <a:lnSpc>
                <a:spcPct val="113000"/>
              </a:lnSpc>
              <a:spcBef>
                <a:spcPts val="2000"/>
              </a:spcBef>
              <a:spcAft>
                <a:spcPts val="0"/>
              </a:spcAft>
              <a:buNone/>
              <a:defRPr/>
            </a:lvl8pPr>
            <a:lvl9pPr lvl="8">
              <a:lnSpc>
                <a:spcPct val="113000"/>
              </a:lnSpc>
              <a:spcBef>
                <a:spcPts val="2000"/>
              </a:spcBef>
              <a:spcAft>
                <a:spcPts val="2000"/>
              </a:spcAft>
              <a:buNone/>
              <a:defRPr/>
            </a:lvl9pPr>
          </a:lstStyle>
          <a:p/>
        </p:txBody>
      </p:sp>
      <p:sp>
        <p:nvSpPr>
          <p:cNvPr id="816" name="Google Shape;816;p55"/>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817" name="Google Shape;817;p55"/>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818" name="Google Shape;818;p55"/>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theme" Target="../theme/theme2.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700" cy="7638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1pPr>
            <a:lvl2pPr lvl="1">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2pPr>
            <a:lvl3pPr lvl="2">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3pPr>
            <a:lvl4pPr lvl="3">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4pPr>
            <a:lvl5pPr lvl="4">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5pPr>
            <a:lvl6pPr lvl="5">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6pPr>
            <a:lvl7pPr lvl="6">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7pPr>
            <a:lvl8pPr lvl="7">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8pPr>
            <a:lvl9pPr lvl="8">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9pPr>
          </a:lstStyle>
          <a:p/>
        </p:txBody>
      </p:sp>
      <p:sp>
        <p:nvSpPr>
          <p:cNvPr id="7" name="Google Shape;7;p1"/>
          <p:cNvSpPr txBox="1"/>
          <p:nvPr>
            <p:ph idx="1" type="body"/>
          </p:nvPr>
        </p:nvSpPr>
        <p:spPr>
          <a:xfrm>
            <a:off x="415600" y="1536633"/>
            <a:ext cx="11360700" cy="4555200"/>
          </a:xfrm>
          <a:prstGeom prst="rect">
            <a:avLst/>
          </a:prstGeom>
          <a:noFill/>
          <a:ln>
            <a:noFill/>
          </a:ln>
        </p:spPr>
        <p:txBody>
          <a:bodyPr anchorCtr="0" anchor="t" bIns="0" lIns="0" spcFirstLastPara="1" rIns="0" wrap="square" tIns="0">
            <a:noAutofit/>
          </a:bodyPr>
          <a:lstStyle>
            <a:lvl1pPr indent="-342900" lvl="0" marL="457200">
              <a:lnSpc>
                <a:spcPct val="140000"/>
              </a:lnSpc>
              <a:spcBef>
                <a:spcPts val="0"/>
              </a:spcBef>
              <a:spcAft>
                <a:spcPts val="0"/>
              </a:spcAft>
              <a:buClr>
                <a:schemeClr val="accent1"/>
              </a:buClr>
              <a:buSzPts val="1800"/>
              <a:buFont typeface="Red Hat Display"/>
              <a:buChar char="▸"/>
              <a:defRPr sz="1800">
                <a:latin typeface="Red Hat Display"/>
                <a:ea typeface="Red Hat Display"/>
                <a:cs typeface="Red Hat Display"/>
                <a:sym typeface="Red Hat Display"/>
              </a:defRPr>
            </a:lvl1pPr>
            <a:lvl2pPr indent="-342900" lvl="1" marL="9144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2pPr>
            <a:lvl3pPr indent="-342900" lvl="2" marL="13716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3pPr>
            <a:lvl4pPr indent="-342900" lvl="3" marL="18288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4pPr>
            <a:lvl5pPr indent="-342900" lvl="4" marL="22860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5pPr>
            <a:lvl6pPr indent="-342900" lvl="5" marL="27432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6pPr>
            <a:lvl7pPr indent="-342900" lvl="6" marL="32004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7pPr>
            <a:lvl8pPr indent="-342900" lvl="7" marL="36576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8pPr>
            <a:lvl9pPr indent="-342900" lvl="8" marL="4114800">
              <a:lnSpc>
                <a:spcPct val="140000"/>
              </a:lnSpc>
              <a:spcBef>
                <a:spcPts val="500"/>
              </a:spcBef>
              <a:spcAft>
                <a:spcPts val="500"/>
              </a:spcAft>
              <a:buSzPts val="1800"/>
              <a:buFont typeface="Red Hat Display"/>
              <a:buChar char="･"/>
              <a:defRPr sz="1800">
                <a:latin typeface="Red Hat Display"/>
                <a:ea typeface="Red Hat Display"/>
                <a:cs typeface="Red Hat Display"/>
                <a:sym typeface="Red Hat Display"/>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hyperlink" Target="https://docs.google.com/presentation/d/1DRT4G3i2f1xFbZZzWbuzJAiOm3vy38g02lXYk2zpCvc/edit#slide=id.g13ad3cdd9cf_1_767"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 Id="rId3" Type="http://schemas.openxmlformats.org/officeDocument/2006/relationships/image" Target="../media/image3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hyperlink" Target="https://github.com/mhjacks/ansible-pattern-theory" TargetMode="External"/><Relationship Id="rId4" Type="http://schemas.openxmlformats.org/officeDocument/2006/relationships/hyperlink" Target="https://drive.google.com/open?id=1fwgsh-ickVZlFRz60K39Gg_qMS5jq7B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 Id="rId3" Type="http://schemas.openxmlformats.org/officeDocument/2006/relationships/image" Target="../media/image44.png"/><Relationship Id="rId4" Type="http://schemas.openxmlformats.org/officeDocument/2006/relationships/image" Target="../media/image31.png"/><Relationship Id="rId9" Type="http://schemas.openxmlformats.org/officeDocument/2006/relationships/image" Target="../media/image41.png"/><Relationship Id="rId5" Type="http://schemas.openxmlformats.org/officeDocument/2006/relationships/image" Target="../media/image37.png"/><Relationship Id="rId6" Type="http://schemas.openxmlformats.org/officeDocument/2006/relationships/image" Target="../media/image33.png"/><Relationship Id="rId7" Type="http://schemas.openxmlformats.org/officeDocument/2006/relationships/image" Target="../media/image36.png"/><Relationship Id="rId8" Type="http://schemas.openxmlformats.org/officeDocument/2006/relationships/image" Target="../media/image43.png"/><Relationship Id="rId20" Type="http://schemas.openxmlformats.org/officeDocument/2006/relationships/image" Target="../media/image57.png"/><Relationship Id="rId22" Type="http://schemas.openxmlformats.org/officeDocument/2006/relationships/image" Target="../media/image76.png"/><Relationship Id="rId21" Type="http://schemas.openxmlformats.org/officeDocument/2006/relationships/image" Target="../media/image58.png"/><Relationship Id="rId24" Type="http://schemas.openxmlformats.org/officeDocument/2006/relationships/image" Target="../media/image56.png"/><Relationship Id="rId23" Type="http://schemas.openxmlformats.org/officeDocument/2006/relationships/image" Target="../media/image54.png"/><Relationship Id="rId25" Type="http://schemas.openxmlformats.org/officeDocument/2006/relationships/image" Target="../media/image64.png"/><Relationship Id="rId11" Type="http://schemas.openxmlformats.org/officeDocument/2006/relationships/image" Target="../media/image40.png"/><Relationship Id="rId10" Type="http://schemas.openxmlformats.org/officeDocument/2006/relationships/image" Target="../media/image38.png"/><Relationship Id="rId13" Type="http://schemas.openxmlformats.org/officeDocument/2006/relationships/image" Target="../media/image52.png"/><Relationship Id="rId12" Type="http://schemas.openxmlformats.org/officeDocument/2006/relationships/image" Target="../media/image42.png"/><Relationship Id="rId15" Type="http://schemas.openxmlformats.org/officeDocument/2006/relationships/image" Target="../media/image53.png"/><Relationship Id="rId14" Type="http://schemas.openxmlformats.org/officeDocument/2006/relationships/image" Target="../media/image47.png"/><Relationship Id="rId17" Type="http://schemas.openxmlformats.org/officeDocument/2006/relationships/image" Target="../media/image49.png"/><Relationship Id="rId16" Type="http://schemas.openxmlformats.org/officeDocument/2006/relationships/image" Target="../media/image48.png"/><Relationship Id="rId19" Type="http://schemas.openxmlformats.org/officeDocument/2006/relationships/image" Target="../media/image55.png"/><Relationship Id="rId18" Type="http://schemas.openxmlformats.org/officeDocument/2006/relationships/image" Target="../media/image5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8.xml"/><Relationship Id="rId3" Type="http://schemas.openxmlformats.org/officeDocument/2006/relationships/image" Target="../media/image82.jpg"/><Relationship Id="rId4" Type="http://schemas.openxmlformats.org/officeDocument/2006/relationships/image" Target="../media/image6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9.xml"/><Relationship Id="rId3" Type="http://schemas.openxmlformats.org/officeDocument/2006/relationships/image" Target="../media/image50.png"/><Relationship Id="rId4" Type="http://schemas.openxmlformats.org/officeDocument/2006/relationships/image" Target="../media/image55.png"/><Relationship Id="rId5" Type="http://schemas.openxmlformats.org/officeDocument/2006/relationships/image" Target="../media/image62.png"/><Relationship Id="rId6" Type="http://schemas.openxmlformats.org/officeDocument/2006/relationships/hyperlink" Target="http://console.redhat.com" TargetMode="External"/><Relationship Id="rId7" Type="http://schemas.openxmlformats.org/officeDocument/2006/relationships/hyperlink" Target="http://console.redhat.com" TargetMode="External"/><Relationship Id="rId8" Type="http://schemas.openxmlformats.org/officeDocument/2006/relationships/image" Target="../media/image6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0.xml"/><Relationship Id="rId3" Type="http://schemas.openxmlformats.org/officeDocument/2006/relationships/image" Target="../media/image50.png"/><Relationship Id="rId4" Type="http://schemas.openxmlformats.org/officeDocument/2006/relationships/image" Target="../media/image62.png"/><Relationship Id="rId5" Type="http://schemas.openxmlformats.org/officeDocument/2006/relationships/hyperlink" Target="http://console.redhat.com" TargetMode="External"/><Relationship Id="rId6" Type="http://schemas.openxmlformats.org/officeDocument/2006/relationships/image" Target="../media/image7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1.xml"/><Relationship Id="rId3" Type="http://schemas.openxmlformats.org/officeDocument/2006/relationships/image" Target="../media/image50.png"/><Relationship Id="rId4" Type="http://schemas.openxmlformats.org/officeDocument/2006/relationships/image" Target="../media/image55.png"/><Relationship Id="rId9" Type="http://schemas.openxmlformats.org/officeDocument/2006/relationships/image" Target="../media/image33.png"/><Relationship Id="rId5" Type="http://schemas.openxmlformats.org/officeDocument/2006/relationships/image" Target="../media/image63.png"/><Relationship Id="rId6" Type="http://schemas.openxmlformats.org/officeDocument/2006/relationships/image" Target="../media/image62.png"/><Relationship Id="rId7" Type="http://schemas.openxmlformats.org/officeDocument/2006/relationships/image" Target="../media/image31.png"/><Relationship Id="rId8" Type="http://schemas.openxmlformats.org/officeDocument/2006/relationships/image" Target="../media/image36.png"/><Relationship Id="rId10" Type="http://schemas.openxmlformats.org/officeDocument/2006/relationships/image" Target="../media/image7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2.xml"/><Relationship Id="rId3" Type="http://schemas.openxmlformats.org/officeDocument/2006/relationships/image" Target="../media/image50.png"/><Relationship Id="rId4" Type="http://schemas.openxmlformats.org/officeDocument/2006/relationships/image" Target="../media/image62.png"/><Relationship Id="rId9" Type="http://schemas.openxmlformats.org/officeDocument/2006/relationships/image" Target="../media/image73.png"/><Relationship Id="rId5" Type="http://schemas.openxmlformats.org/officeDocument/2006/relationships/image" Target="../media/image55.png"/><Relationship Id="rId6" Type="http://schemas.openxmlformats.org/officeDocument/2006/relationships/image" Target="../media/image31.png"/><Relationship Id="rId7" Type="http://schemas.openxmlformats.org/officeDocument/2006/relationships/image" Target="../media/image36.png"/><Relationship Id="rId8" Type="http://schemas.openxmlformats.org/officeDocument/2006/relationships/image" Target="../media/image33.png"/><Relationship Id="rId10" Type="http://schemas.openxmlformats.org/officeDocument/2006/relationships/image" Target="../media/image6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3.xml"/><Relationship Id="rId3" Type="http://schemas.openxmlformats.org/officeDocument/2006/relationships/image" Target="../media/image50.png"/><Relationship Id="rId4" Type="http://schemas.openxmlformats.org/officeDocument/2006/relationships/image" Target="../media/image62.png"/><Relationship Id="rId9" Type="http://schemas.openxmlformats.org/officeDocument/2006/relationships/image" Target="../media/image73.png"/><Relationship Id="rId5" Type="http://schemas.openxmlformats.org/officeDocument/2006/relationships/image" Target="../media/image55.png"/><Relationship Id="rId6" Type="http://schemas.openxmlformats.org/officeDocument/2006/relationships/image" Target="../media/image31.png"/><Relationship Id="rId7" Type="http://schemas.openxmlformats.org/officeDocument/2006/relationships/image" Target="../media/image36.png"/><Relationship Id="rId8" Type="http://schemas.openxmlformats.org/officeDocument/2006/relationships/image" Target="../media/image33.png"/><Relationship Id="rId10" Type="http://schemas.openxmlformats.org/officeDocument/2006/relationships/image" Target="../media/image6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5.xml"/><Relationship Id="rId3" Type="http://schemas.openxmlformats.org/officeDocument/2006/relationships/image" Target="../media/image50.png"/><Relationship Id="rId4" Type="http://schemas.openxmlformats.org/officeDocument/2006/relationships/image" Target="../media/image6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6.xml"/><Relationship Id="rId3" Type="http://schemas.openxmlformats.org/officeDocument/2006/relationships/image" Target="../media/image50.png"/><Relationship Id="rId4" Type="http://schemas.openxmlformats.org/officeDocument/2006/relationships/image" Target="../media/image55.png"/><Relationship Id="rId5" Type="http://schemas.openxmlformats.org/officeDocument/2006/relationships/image" Target="../media/image63.png"/><Relationship Id="rId6" Type="http://schemas.openxmlformats.org/officeDocument/2006/relationships/image" Target="../media/image62.png"/><Relationship Id="rId7" Type="http://schemas.openxmlformats.org/officeDocument/2006/relationships/image" Target="../media/image84.png"/><Relationship Id="rId8" Type="http://schemas.openxmlformats.org/officeDocument/2006/relationships/image" Target="../media/image7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7.xml"/><Relationship Id="rId3" Type="http://schemas.openxmlformats.org/officeDocument/2006/relationships/image" Target="../media/image50.png"/><Relationship Id="rId4" Type="http://schemas.openxmlformats.org/officeDocument/2006/relationships/image" Target="../media/image55.png"/><Relationship Id="rId5" Type="http://schemas.openxmlformats.org/officeDocument/2006/relationships/image" Target="../media/image63.png"/><Relationship Id="rId6" Type="http://schemas.openxmlformats.org/officeDocument/2006/relationships/image" Target="../media/image62.png"/><Relationship Id="rId7" Type="http://schemas.openxmlformats.org/officeDocument/2006/relationships/image" Target="../media/image3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8.xml"/><Relationship Id="rId3" Type="http://schemas.openxmlformats.org/officeDocument/2006/relationships/image" Target="../media/image50.png"/><Relationship Id="rId4" Type="http://schemas.openxmlformats.org/officeDocument/2006/relationships/image" Target="../media/image55.png"/><Relationship Id="rId5" Type="http://schemas.openxmlformats.org/officeDocument/2006/relationships/image" Target="../media/image63.png"/><Relationship Id="rId6" Type="http://schemas.openxmlformats.org/officeDocument/2006/relationships/image" Target="../media/image62.png"/><Relationship Id="rId7" Type="http://schemas.openxmlformats.org/officeDocument/2006/relationships/image" Target="../media/image36.png"/><Relationship Id="rId8"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9.xml"/><Relationship Id="rId3" Type="http://schemas.openxmlformats.org/officeDocument/2006/relationships/image" Target="../media/image50.png"/><Relationship Id="rId4" Type="http://schemas.openxmlformats.org/officeDocument/2006/relationships/image" Target="../media/image55.png"/><Relationship Id="rId5" Type="http://schemas.openxmlformats.org/officeDocument/2006/relationships/image" Target="../media/image63.png"/><Relationship Id="rId6" Type="http://schemas.openxmlformats.org/officeDocument/2006/relationships/image" Target="../media/image62.png"/><Relationship Id="rId7" Type="http://schemas.openxmlformats.org/officeDocument/2006/relationships/image" Target="../media/image36.png"/><Relationship Id="rId8"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0.xml"/><Relationship Id="rId3" Type="http://schemas.openxmlformats.org/officeDocument/2006/relationships/image" Target="../media/image50.png"/><Relationship Id="rId4" Type="http://schemas.openxmlformats.org/officeDocument/2006/relationships/image" Target="../media/image55.png"/><Relationship Id="rId5" Type="http://schemas.openxmlformats.org/officeDocument/2006/relationships/image" Target="../media/image63.png"/><Relationship Id="rId6" Type="http://schemas.openxmlformats.org/officeDocument/2006/relationships/image" Target="../media/image62.png"/><Relationship Id="rId7" Type="http://schemas.openxmlformats.org/officeDocument/2006/relationships/image" Target="../media/image36.png"/><Relationship Id="rId8"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1.xml"/><Relationship Id="rId3" Type="http://schemas.openxmlformats.org/officeDocument/2006/relationships/image" Target="../media/image50.png"/><Relationship Id="rId4" Type="http://schemas.openxmlformats.org/officeDocument/2006/relationships/image" Target="../media/image55.png"/><Relationship Id="rId9" Type="http://schemas.openxmlformats.org/officeDocument/2006/relationships/image" Target="../media/image33.png"/><Relationship Id="rId5" Type="http://schemas.openxmlformats.org/officeDocument/2006/relationships/image" Target="../media/image63.png"/><Relationship Id="rId6" Type="http://schemas.openxmlformats.org/officeDocument/2006/relationships/image" Target="../media/image62.png"/><Relationship Id="rId7" Type="http://schemas.openxmlformats.org/officeDocument/2006/relationships/image" Target="../media/image36.png"/><Relationship Id="rId8" Type="http://schemas.openxmlformats.org/officeDocument/2006/relationships/image" Target="../media/image31.png"/><Relationship Id="rId11" Type="http://schemas.openxmlformats.org/officeDocument/2006/relationships/image" Target="../media/image73.png"/><Relationship Id="rId10" Type="http://schemas.openxmlformats.org/officeDocument/2006/relationships/hyperlink" Target="https://www.redhat.com/en/blog/automating-content-management-red-hat-satellite-69-red-hat-ansible-automation-platform-planning-workflow"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2.xml"/><Relationship Id="rId3" Type="http://schemas.openxmlformats.org/officeDocument/2006/relationships/image" Target="../media/image7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4.xml"/><Relationship Id="rId3" Type="http://schemas.openxmlformats.org/officeDocument/2006/relationships/image" Target="../media/image50.png"/><Relationship Id="rId4" Type="http://schemas.openxmlformats.org/officeDocument/2006/relationships/image" Target="../media/image83.png"/><Relationship Id="rId5" Type="http://schemas.openxmlformats.org/officeDocument/2006/relationships/image" Target="../media/image55.png"/><Relationship Id="rId6" Type="http://schemas.openxmlformats.org/officeDocument/2006/relationships/image" Target="../media/image63.png"/><Relationship Id="rId7" Type="http://schemas.openxmlformats.org/officeDocument/2006/relationships/image" Target="../media/image7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5.xml"/><Relationship Id="rId3" Type="http://schemas.openxmlformats.org/officeDocument/2006/relationships/image" Target="../media/image50.png"/><Relationship Id="rId4" Type="http://schemas.openxmlformats.org/officeDocument/2006/relationships/image" Target="../media/image83.png"/><Relationship Id="rId5" Type="http://schemas.openxmlformats.org/officeDocument/2006/relationships/image" Target="../media/image55.png"/><Relationship Id="rId6" Type="http://schemas.openxmlformats.org/officeDocument/2006/relationships/image" Target="../media/image63.png"/><Relationship Id="rId7" Type="http://schemas.openxmlformats.org/officeDocument/2006/relationships/image" Target="../media/image7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6.xml"/><Relationship Id="rId3" Type="http://schemas.openxmlformats.org/officeDocument/2006/relationships/image" Target="../media/image50.png"/><Relationship Id="rId4" Type="http://schemas.openxmlformats.org/officeDocument/2006/relationships/image" Target="../media/image86.png"/><Relationship Id="rId5" Type="http://schemas.openxmlformats.org/officeDocument/2006/relationships/image" Target="../media/image55.png"/><Relationship Id="rId6" Type="http://schemas.openxmlformats.org/officeDocument/2006/relationships/image" Target="../media/image6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7.xml"/><Relationship Id="rId3" Type="http://schemas.openxmlformats.org/officeDocument/2006/relationships/image" Target="../media/image88.jpg"/><Relationship Id="rId4" Type="http://schemas.openxmlformats.org/officeDocument/2006/relationships/image" Target="../media/image50.png"/><Relationship Id="rId9" Type="http://schemas.openxmlformats.org/officeDocument/2006/relationships/image" Target="../media/image63.png"/><Relationship Id="rId5" Type="http://schemas.openxmlformats.org/officeDocument/2006/relationships/image" Target="../media/image86.png"/><Relationship Id="rId6" Type="http://schemas.openxmlformats.org/officeDocument/2006/relationships/image" Target="../media/image48.png"/><Relationship Id="rId7" Type="http://schemas.openxmlformats.org/officeDocument/2006/relationships/image" Target="../media/image84.png"/><Relationship Id="rId8" Type="http://schemas.openxmlformats.org/officeDocument/2006/relationships/image" Target="../media/image5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8.xml"/><Relationship Id="rId3" Type="http://schemas.openxmlformats.org/officeDocument/2006/relationships/image" Target="../media/image88.jpg"/><Relationship Id="rId4" Type="http://schemas.openxmlformats.org/officeDocument/2006/relationships/image" Target="../media/image50.png"/><Relationship Id="rId5" Type="http://schemas.openxmlformats.org/officeDocument/2006/relationships/image" Target="../media/image48.png"/><Relationship Id="rId6" Type="http://schemas.openxmlformats.org/officeDocument/2006/relationships/image" Target="../media/image84.png"/><Relationship Id="rId7" Type="http://schemas.openxmlformats.org/officeDocument/2006/relationships/image" Target="../media/image55.png"/><Relationship Id="rId8" Type="http://schemas.openxmlformats.org/officeDocument/2006/relationships/image" Target="../media/image6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9.xml"/><Relationship Id="rId3" Type="http://schemas.openxmlformats.org/officeDocument/2006/relationships/image" Target="../media/image50.png"/><Relationship Id="rId4" Type="http://schemas.openxmlformats.org/officeDocument/2006/relationships/image" Target="../media/image55.png"/><Relationship Id="rId9" Type="http://schemas.openxmlformats.org/officeDocument/2006/relationships/image" Target="../media/image33.png"/><Relationship Id="rId5" Type="http://schemas.openxmlformats.org/officeDocument/2006/relationships/image" Target="../media/image63.png"/><Relationship Id="rId6" Type="http://schemas.openxmlformats.org/officeDocument/2006/relationships/image" Target="../media/image62.png"/><Relationship Id="rId7" Type="http://schemas.openxmlformats.org/officeDocument/2006/relationships/image" Target="../media/image31.png"/><Relationship Id="rId8" Type="http://schemas.openxmlformats.org/officeDocument/2006/relationships/image" Target="../media/image36.png"/><Relationship Id="rId10" Type="http://schemas.openxmlformats.org/officeDocument/2006/relationships/image" Target="../media/image7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0.xml"/><Relationship Id="rId3" Type="http://schemas.openxmlformats.org/officeDocument/2006/relationships/image" Target="../media/image50.png"/><Relationship Id="rId4" Type="http://schemas.openxmlformats.org/officeDocument/2006/relationships/image" Target="../media/image62.png"/><Relationship Id="rId9" Type="http://schemas.openxmlformats.org/officeDocument/2006/relationships/image" Target="../media/image73.png"/><Relationship Id="rId5" Type="http://schemas.openxmlformats.org/officeDocument/2006/relationships/image" Target="../media/image55.png"/><Relationship Id="rId6" Type="http://schemas.openxmlformats.org/officeDocument/2006/relationships/image" Target="../media/image31.png"/><Relationship Id="rId7" Type="http://schemas.openxmlformats.org/officeDocument/2006/relationships/image" Target="../media/image36.png"/><Relationship Id="rId8" Type="http://schemas.openxmlformats.org/officeDocument/2006/relationships/image" Target="../media/image33.png"/><Relationship Id="rId10" Type="http://schemas.openxmlformats.org/officeDocument/2006/relationships/image" Target="../media/image6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1.xml"/><Relationship Id="rId3" Type="http://schemas.openxmlformats.org/officeDocument/2006/relationships/image" Target="../media/image50.png"/><Relationship Id="rId4" Type="http://schemas.openxmlformats.org/officeDocument/2006/relationships/image" Target="../media/image62.png"/><Relationship Id="rId9" Type="http://schemas.openxmlformats.org/officeDocument/2006/relationships/image" Target="../media/image73.png"/><Relationship Id="rId5" Type="http://schemas.openxmlformats.org/officeDocument/2006/relationships/image" Target="../media/image55.png"/><Relationship Id="rId6" Type="http://schemas.openxmlformats.org/officeDocument/2006/relationships/image" Target="../media/image31.png"/><Relationship Id="rId7" Type="http://schemas.openxmlformats.org/officeDocument/2006/relationships/image" Target="../media/image36.png"/><Relationship Id="rId8" Type="http://schemas.openxmlformats.org/officeDocument/2006/relationships/image" Target="../media/image33.png"/><Relationship Id="rId10" Type="http://schemas.openxmlformats.org/officeDocument/2006/relationships/image" Target="../media/image6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2.xml"/><Relationship Id="rId3" Type="http://schemas.openxmlformats.org/officeDocument/2006/relationships/image" Target="../media/image50.png"/><Relationship Id="rId4" Type="http://schemas.openxmlformats.org/officeDocument/2006/relationships/image" Target="../media/image55.png"/><Relationship Id="rId5" Type="http://schemas.openxmlformats.org/officeDocument/2006/relationships/image" Target="../media/image63.png"/><Relationship Id="rId6" Type="http://schemas.openxmlformats.org/officeDocument/2006/relationships/image" Target="../media/image62.png"/><Relationship Id="rId7" Type="http://schemas.openxmlformats.org/officeDocument/2006/relationships/image" Target="../media/image84.png"/><Relationship Id="rId8" Type="http://schemas.openxmlformats.org/officeDocument/2006/relationships/image" Target="../media/image7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3.xml"/><Relationship Id="rId3" Type="http://schemas.openxmlformats.org/officeDocument/2006/relationships/image" Target="../media/image50.png"/><Relationship Id="rId4" Type="http://schemas.openxmlformats.org/officeDocument/2006/relationships/image" Target="../media/image55.png"/><Relationship Id="rId5" Type="http://schemas.openxmlformats.org/officeDocument/2006/relationships/image" Target="../media/image63.png"/><Relationship Id="rId6" Type="http://schemas.openxmlformats.org/officeDocument/2006/relationships/image" Target="../media/image62.png"/><Relationship Id="rId7" Type="http://schemas.openxmlformats.org/officeDocument/2006/relationships/image" Target="../media/image3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4.xml"/><Relationship Id="rId3" Type="http://schemas.openxmlformats.org/officeDocument/2006/relationships/image" Target="../media/image50.png"/><Relationship Id="rId4" Type="http://schemas.openxmlformats.org/officeDocument/2006/relationships/image" Target="../media/image55.png"/><Relationship Id="rId5" Type="http://schemas.openxmlformats.org/officeDocument/2006/relationships/image" Target="../media/image63.png"/><Relationship Id="rId6" Type="http://schemas.openxmlformats.org/officeDocument/2006/relationships/image" Target="../media/image62.png"/><Relationship Id="rId7" Type="http://schemas.openxmlformats.org/officeDocument/2006/relationships/image" Target="../media/image36.png"/><Relationship Id="rId8"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5.xml"/><Relationship Id="rId3" Type="http://schemas.openxmlformats.org/officeDocument/2006/relationships/image" Target="../media/image50.png"/><Relationship Id="rId4" Type="http://schemas.openxmlformats.org/officeDocument/2006/relationships/image" Target="../media/image55.png"/><Relationship Id="rId5" Type="http://schemas.openxmlformats.org/officeDocument/2006/relationships/image" Target="../media/image63.png"/><Relationship Id="rId6" Type="http://schemas.openxmlformats.org/officeDocument/2006/relationships/image" Target="../media/image62.png"/><Relationship Id="rId7" Type="http://schemas.openxmlformats.org/officeDocument/2006/relationships/image" Target="../media/image36.png"/><Relationship Id="rId8"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6.xml"/><Relationship Id="rId3" Type="http://schemas.openxmlformats.org/officeDocument/2006/relationships/image" Target="../media/image50.png"/><Relationship Id="rId4" Type="http://schemas.openxmlformats.org/officeDocument/2006/relationships/image" Target="../media/image55.png"/><Relationship Id="rId5" Type="http://schemas.openxmlformats.org/officeDocument/2006/relationships/image" Target="../media/image63.png"/><Relationship Id="rId6" Type="http://schemas.openxmlformats.org/officeDocument/2006/relationships/image" Target="../media/image62.png"/><Relationship Id="rId7" Type="http://schemas.openxmlformats.org/officeDocument/2006/relationships/image" Target="../media/image36.png"/><Relationship Id="rId8"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7.xml"/><Relationship Id="rId3" Type="http://schemas.openxmlformats.org/officeDocument/2006/relationships/image" Target="../media/image50.png"/><Relationship Id="rId4" Type="http://schemas.openxmlformats.org/officeDocument/2006/relationships/image" Target="../media/image55.png"/><Relationship Id="rId9" Type="http://schemas.openxmlformats.org/officeDocument/2006/relationships/image" Target="../media/image33.png"/><Relationship Id="rId5" Type="http://schemas.openxmlformats.org/officeDocument/2006/relationships/image" Target="../media/image63.png"/><Relationship Id="rId6" Type="http://schemas.openxmlformats.org/officeDocument/2006/relationships/image" Target="../media/image62.png"/><Relationship Id="rId7" Type="http://schemas.openxmlformats.org/officeDocument/2006/relationships/image" Target="../media/image36.png"/><Relationship Id="rId8" Type="http://schemas.openxmlformats.org/officeDocument/2006/relationships/image" Target="../media/image31.png"/><Relationship Id="rId11" Type="http://schemas.openxmlformats.org/officeDocument/2006/relationships/image" Target="../media/image73.png"/><Relationship Id="rId10" Type="http://schemas.openxmlformats.org/officeDocument/2006/relationships/hyperlink" Target="https://www.redhat.com/en/blog/automating-content-management-red-hat-satellite-69-red-hat-ansible-automation-platform-planning-workflow"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8.xml"/><Relationship Id="rId3" Type="http://schemas.openxmlformats.org/officeDocument/2006/relationships/image" Target="../media/image7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9.xml"/><Relationship Id="rId3" Type="http://schemas.openxmlformats.org/officeDocument/2006/relationships/image" Target="../media/image92.png"/><Relationship Id="rId4" Type="http://schemas.openxmlformats.org/officeDocument/2006/relationships/image" Target="../media/image89.png"/><Relationship Id="rId5" Type="http://schemas.openxmlformats.org/officeDocument/2006/relationships/image" Target="../media/image90.png"/><Relationship Id="rId6" Type="http://schemas.openxmlformats.org/officeDocument/2006/relationships/image" Target="../media/image9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1.xml"/><Relationship Id="rId3" Type="http://schemas.openxmlformats.org/officeDocument/2006/relationships/slide" Target="/ppt/slides/slide4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2.xml"/><Relationship Id="rId3" Type="http://schemas.openxmlformats.org/officeDocument/2006/relationships/hyperlink" Target="https://github.com/redhat-cop/rhis-builder"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5.xml"/><Relationship Id="rId3" Type="http://schemas.openxmlformats.org/officeDocument/2006/relationships/image" Target="../media/image6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7.xml"/><Relationship Id="rId3" Type="http://schemas.openxmlformats.org/officeDocument/2006/relationships/image" Target="../media/image96.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50.xml"/><Relationship Id="rId3" Type="http://schemas.openxmlformats.org/officeDocument/2006/relationships/hyperlink" Target="mailto:parmstro@redhat.com" TargetMode="External"/><Relationship Id="rId4" Type="http://schemas.openxmlformats.org/officeDocument/2006/relationships/hyperlink" Target="mailto:msavage@redhat.com"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1.xml"/><Relationship Id="rId3" Type="http://schemas.openxmlformats.org/officeDocument/2006/relationships/hyperlink" Target="https://github.com/parmstro/rhis-builder-provisioner/wiki"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6.xml"/><Relationship Id="rId3" Type="http://schemas.openxmlformats.org/officeDocument/2006/relationships/hyperlink" Target="https://github.com/redhat-cop/rhis-builde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2" name="Shape 822"/>
        <p:cNvGrpSpPr/>
        <p:nvPr/>
      </p:nvGrpSpPr>
      <p:grpSpPr>
        <a:xfrm>
          <a:off x="0" y="0"/>
          <a:ext cx="0" cy="0"/>
          <a:chOff x="0" y="0"/>
          <a:chExt cx="0" cy="0"/>
        </a:xfrm>
      </p:grpSpPr>
      <p:sp>
        <p:nvSpPr>
          <p:cNvPr id="823" name="Google Shape;823;p56"/>
          <p:cNvSpPr txBox="1"/>
          <p:nvPr>
            <p:ph idx="12" type="sldNum"/>
          </p:nvPr>
        </p:nvSpPr>
        <p:spPr>
          <a:xfrm>
            <a:off x="109300" y="8226075"/>
            <a:ext cx="975600" cy="191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824" name="Google Shape;824;p56"/>
          <p:cNvPicPr preferRelativeResize="0"/>
          <p:nvPr/>
        </p:nvPicPr>
        <p:blipFill>
          <a:blip r:embed="rId3">
            <a:alphaModFix/>
          </a:blip>
          <a:stretch>
            <a:fillRect/>
          </a:stretch>
        </p:blipFill>
        <p:spPr>
          <a:xfrm>
            <a:off x="3783530" y="3724564"/>
            <a:ext cx="4624999" cy="1094000"/>
          </a:xfrm>
          <a:prstGeom prst="rect">
            <a:avLst/>
          </a:prstGeom>
          <a:noFill/>
          <a:ln>
            <a:noFill/>
          </a:ln>
        </p:spPr>
      </p:pic>
      <p:sp>
        <p:nvSpPr>
          <p:cNvPr id="825" name="Google Shape;825;p56"/>
          <p:cNvSpPr txBox="1"/>
          <p:nvPr/>
        </p:nvSpPr>
        <p:spPr>
          <a:xfrm>
            <a:off x="1194983" y="253067"/>
            <a:ext cx="9801900" cy="2065200"/>
          </a:xfrm>
          <a:prstGeom prst="rect">
            <a:avLst/>
          </a:prstGeom>
          <a:solidFill>
            <a:schemeClr val="lt2"/>
          </a:solidFill>
          <a:ln>
            <a:noFill/>
          </a:ln>
        </p:spPr>
        <p:txBody>
          <a:bodyPr anchorCtr="0" anchor="t" bIns="121900" lIns="121900" spcFirstLastPara="1" rIns="121900" wrap="square" tIns="121900">
            <a:spAutoFit/>
          </a:bodyPr>
          <a:lstStyle/>
          <a:p>
            <a:pPr indent="0" lvl="0" marL="0" rtl="0" algn="l">
              <a:spcBef>
                <a:spcPts val="0"/>
              </a:spcBef>
              <a:spcAft>
                <a:spcPts val="0"/>
              </a:spcAft>
              <a:buClr>
                <a:schemeClr val="dk1"/>
              </a:buClr>
              <a:buSzPts val="1500"/>
              <a:buFont typeface="Arial"/>
              <a:buNone/>
            </a:pPr>
            <a:r>
              <a:rPr lang="en" sz="1600">
                <a:solidFill>
                  <a:schemeClr val="dk1"/>
                </a:solidFill>
                <a:latin typeface="Red Hat Display"/>
                <a:ea typeface="Red Hat Display"/>
                <a:cs typeface="Red Hat Display"/>
                <a:sym typeface="Red Hat Display"/>
              </a:rPr>
              <a:t>Document version: </a:t>
            </a:r>
            <a:r>
              <a:rPr b="1" lang="en" sz="1600">
                <a:solidFill>
                  <a:schemeClr val="dk1"/>
                </a:solidFill>
                <a:latin typeface="Red Hat Display"/>
                <a:ea typeface="Red Hat Display"/>
                <a:cs typeface="Red Hat Display"/>
                <a:sym typeface="Red Hat Display"/>
              </a:rPr>
              <a:t>CURRENT</a:t>
            </a:r>
            <a:endParaRPr b="1" sz="1600">
              <a:solidFill>
                <a:schemeClr val="dk1"/>
              </a:solidFill>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rPr lang="en" sz="1600">
                <a:solidFill>
                  <a:schemeClr val="dk1"/>
                </a:solidFill>
                <a:latin typeface="Red Hat Display"/>
                <a:ea typeface="Red Hat Display"/>
                <a:cs typeface="Red Hat Display"/>
                <a:sym typeface="Red Hat Display"/>
              </a:rPr>
              <a:t>Document Owner: Paul Armstrong &lt;parmstro@redhat.com&gt;</a:t>
            </a:r>
            <a:endParaRPr sz="16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b="1" lang="en" sz="1600">
                <a:latin typeface="Red Hat Display"/>
                <a:ea typeface="Red Hat Display"/>
                <a:cs typeface="Red Hat Display"/>
                <a:sym typeface="Red Hat Display"/>
              </a:rPr>
              <a:t>Current Recommended Version</a:t>
            </a:r>
            <a:r>
              <a:rPr lang="en" sz="1600">
                <a:latin typeface="Red Hat Display"/>
                <a:ea typeface="Red Hat Display"/>
                <a:cs typeface="Red Hat Display"/>
                <a:sym typeface="Red Hat Display"/>
              </a:rPr>
              <a:t>:</a:t>
            </a:r>
            <a:r>
              <a:rPr lang="en" sz="1600">
                <a:solidFill>
                  <a:schemeClr val="dk1"/>
                </a:solidFill>
                <a:latin typeface="Red Hat Display"/>
                <a:ea typeface="Red Hat Display"/>
                <a:cs typeface="Red Hat Display"/>
                <a:sym typeface="Red Hat Display"/>
              </a:rPr>
              <a:t> This document</a:t>
            </a:r>
            <a:endParaRPr sz="1600">
              <a:latin typeface="Red Hat Display"/>
              <a:ea typeface="Red Hat Display"/>
              <a:cs typeface="Red Hat Display"/>
              <a:sym typeface="Red Hat Display"/>
            </a:endParaRPr>
          </a:p>
          <a:p>
            <a:pPr indent="0" lvl="0" marL="0" rtl="0" algn="l">
              <a:spcBef>
                <a:spcPts val="0"/>
              </a:spcBef>
              <a:spcAft>
                <a:spcPts val="0"/>
              </a:spcAft>
              <a:buNone/>
            </a:pPr>
            <a:r>
              <a:rPr lang="en" sz="1600">
                <a:latin typeface="Red Hat Display"/>
                <a:ea typeface="Red Hat Display"/>
                <a:cs typeface="Red Hat Display"/>
                <a:sym typeface="Red Hat Display"/>
              </a:rPr>
              <a:t>Content Owner: The user responsible for each slide’s content is marked in the speaker notes</a:t>
            </a:r>
            <a:endParaRPr sz="1600">
              <a:latin typeface="Red Hat Display"/>
              <a:ea typeface="Red Hat Display"/>
              <a:cs typeface="Red Hat Display"/>
              <a:sym typeface="Red Hat Display"/>
            </a:endParaRPr>
          </a:p>
          <a:p>
            <a:pPr indent="0" lvl="0" marL="0" rtl="0" algn="l">
              <a:spcBef>
                <a:spcPts val="0"/>
              </a:spcBef>
              <a:spcAft>
                <a:spcPts val="0"/>
              </a:spcAft>
              <a:buNone/>
            </a:pPr>
            <a:r>
              <a:rPr lang="en" sz="1600">
                <a:latin typeface="Red Hat Display"/>
                <a:ea typeface="Red Hat Display"/>
                <a:cs typeface="Red Hat Display"/>
                <a:sym typeface="Red Hat Display"/>
              </a:rPr>
              <a:t>See: </a:t>
            </a:r>
            <a:r>
              <a:rPr lang="en" sz="1600" u="sng">
                <a:solidFill>
                  <a:schemeClr val="hlink"/>
                </a:solidFill>
                <a:latin typeface="Red Hat Display"/>
                <a:ea typeface="Red Hat Display"/>
                <a:cs typeface="Red Hat Display"/>
                <a:sym typeface="Red Hat Display"/>
                <a:hlinkClick action="ppaction://hlinkshowjump?jump=lastslide"/>
              </a:rPr>
              <a:t>Contributors page</a:t>
            </a:r>
            <a:endParaRPr sz="1600">
              <a:latin typeface="Red Hat Display"/>
              <a:ea typeface="Red Hat Display"/>
              <a:cs typeface="Red Hat Display"/>
              <a:sym typeface="Red Hat Display"/>
            </a:endParaRPr>
          </a:p>
          <a:p>
            <a:pPr indent="0" lvl="0" marL="0" rtl="0" algn="l">
              <a:spcBef>
                <a:spcPts val="0"/>
              </a:spcBef>
              <a:spcAft>
                <a:spcPts val="0"/>
              </a:spcAft>
              <a:buNone/>
            </a:pPr>
            <a:r>
              <a:t/>
            </a:r>
            <a:endParaRPr sz="1600">
              <a:latin typeface="Red Hat Display"/>
              <a:ea typeface="Red Hat Display"/>
              <a:cs typeface="Red Hat Display"/>
              <a:sym typeface="Red Hat Display"/>
            </a:endParaRPr>
          </a:p>
          <a:p>
            <a:pPr indent="0" lvl="0" marL="0" rtl="0" algn="l">
              <a:lnSpc>
                <a:spcPct val="135000"/>
              </a:lnSpc>
              <a:spcBef>
                <a:spcPts val="1100"/>
              </a:spcBef>
              <a:spcAft>
                <a:spcPts val="1100"/>
              </a:spcAft>
              <a:buClr>
                <a:schemeClr val="dk1"/>
              </a:buClr>
              <a:buSzPts val="1500"/>
              <a:buFont typeface="Arial"/>
              <a:buNone/>
            </a:pPr>
            <a:r>
              <a:rPr i="1" lang="en" sz="1300">
                <a:latin typeface="Red Hat Display"/>
                <a:ea typeface="Red Hat Display"/>
                <a:cs typeface="Red Hat Display"/>
                <a:sym typeface="Red Hat Display"/>
              </a:rPr>
              <a:t>This document follows the </a:t>
            </a:r>
            <a:r>
              <a:rPr i="1" lang="en" sz="1300" u="sng">
                <a:solidFill>
                  <a:schemeClr val="accent1"/>
                </a:solidFill>
                <a:latin typeface="Red Hat Display"/>
                <a:ea typeface="Red Hat Display"/>
                <a:cs typeface="Red Hat Display"/>
                <a:sym typeface="Red Hat Display"/>
                <a:hlinkClick r:id="rId4">
                  <a:extLst>
                    <a:ext uri="{A12FA001-AC4F-418D-AE19-62706E023703}">
                      <ahyp:hlinkClr val="tx"/>
                    </a:ext>
                  </a:extLst>
                </a:hlinkClick>
              </a:rPr>
              <a:t>ABCD Versioning Notation Lifecycle</a:t>
            </a:r>
            <a:endParaRPr i="1" sz="1300">
              <a:latin typeface="Red Hat Display"/>
              <a:ea typeface="Red Hat Display"/>
              <a:cs typeface="Red Hat Display"/>
              <a:sym typeface="Red Hat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pic>
        <p:nvPicPr>
          <p:cNvPr id="830" name="Google Shape;830;p57"/>
          <p:cNvPicPr preferRelativeResize="0"/>
          <p:nvPr/>
        </p:nvPicPr>
        <p:blipFill>
          <a:blip r:embed="rId3">
            <a:alphaModFix/>
          </a:blip>
          <a:stretch>
            <a:fillRect/>
          </a:stretch>
        </p:blipFill>
        <p:spPr>
          <a:xfrm>
            <a:off x="0" y="0"/>
            <a:ext cx="12192005" cy="685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5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836" name="Google Shape;836;p58"/>
          <p:cNvSpPr txBox="1"/>
          <p:nvPr>
            <p:ph type="title"/>
          </p:nvPr>
        </p:nvSpPr>
        <p:spPr>
          <a:xfrm>
            <a:off x="972353" y="1124937"/>
            <a:ext cx="8842800" cy="16002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latin typeface="Red Hat Display Medium"/>
                <a:ea typeface="Red Hat Display Medium"/>
                <a:cs typeface="Red Hat Display Medium"/>
                <a:sym typeface="Red Hat Display Medium"/>
              </a:rPr>
              <a:t>The rhis-builder project</a:t>
            </a:r>
            <a:endParaRPr>
              <a:latin typeface="Red Hat Display Medium"/>
              <a:ea typeface="Red Hat Display Medium"/>
              <a:cs typeface="Red Hat Display Medium"/>
              <a:sym typeface="Red Hat Display Medium"/>
            </a:endParaRPr>
          </a:p>
          <a:p>
            <a:pPr indent="0" lvl="0" marL="0" rtl="0" algn="l">
              <a:spcBef>
                <a:spcPts val="0"/>
              </a:spcBef>
              <a:spcAft>
                <a:spcPts val="0"/>
              </a:spcAft>
              <a:buNone/>
            </a:pPr>
            <a:r>
              <a:rPr lang="en">
                <a:latin typeface="Red Hat Display Medium"/>
                <a:ea typeface="Red Hat Display Medium"/>
                <a:cs typeface="Red Hat Display Medium"/>
                <a:sym typeface="Red Hat Display Medium"/>
              </a:rPr>
              <a:t>(Project Showroom Upstream)</a:t>
            </a:r>
            <a:endParaRPr>
              <a:latin typeface="Red Hat Display Medium"/>
              <a:ea typeface="Red Hat Display Medium"/>
              <a:cs typeface="Red Hat Display Medium"/>
              <a:sym typeface="Red Hat Display Medium"/>
            </a:endParaRPr>
          </a:p>
        </p:txBody>
      </p:sp>
      <p:sp>
        <p:nvSpPr>
          <p:cNvPr id="837" name="Google Shape;837;p58"/>
          <p:cNvSpPr txBox="1"/>
          <p:nvPr>
            <p:ph idx="3" type="subTitle"/>
          </p:nvPr>
        </p:nvSpPr>
        <p:spPr>
          <a:xfrm>
            <a:off x="81975" y="5601675"/>
            <a:ext cx="3644400" cy="21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900">
                <a:latin typeface="Overpass SemiBold"/>
                <a:ea typeface="Overpass SemiBold"/>
                <a:cs typeface="Overpass SemiBold"/>
                <a:sym typeface="Overpass SemiBold"/>
              </a:rPr>
              <a:t>Red Hat Infrastructure Standard Adoption</a:t>
            </a:r>
            <a:endParaRPr/>
          </a:p>
        </p:txBody>
      </p:sp>
      <p:sp>
        <p:nvSpPr>
          <p:cNvPr id="838" name="Google Shape;838;p58"/>
          <p:cNvSpPr txBox="1"/>
          <p:nvPr>
            <p:ph idx="1" type="subTitle"/>
          </p:nvPr>
        </p:nvSpPr>
        <p:spPr>
          <a:xfrm>
            <a:off x="972177" y="3144320"/>
            <a:ext cx="8842800" cy="9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Using Automation to build the Red Hat Infrastructure Standard environment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5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844" name="Google Shape;844;p59"/>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p>
            <a:pPr indent="0" lvl="0" marL="0" rtl="0" algn="l">
              <a:spcBef>
                <a:spcPts val="0"/>
              </a:spcBef>
              <a:spcAft>
                <a:spcPts val="0"/>
              </a:spcAft>
              <a:buNone/>
            </a:pPr>
            <a:r>
              <a:rPr lang="en">
                <a:latin typeface="Red Hat Display Medium"/>
                <a:ea typeface="Red Hat Display Medium"/>
                <a:cs typeface="Red Hat Display Medium"/>
                <a:sym typeface="Red Hat Display Medium"/>
              </a:rPr>
              <a:t>Silo is a </a:t>
            </a:r>
            <a:endParaRPr>
              <a:latin typeface="Red Hat Display Medium"/>
              <a:ea typeface="Red Hat Display Medium"/>
              <a:cs typeface="Red Hat Display Medium"/>
              <a:sym typeface="Red Hat Display Medium"/>
            </a:endParaRPr>
          </a:p>
          <a:p>
            <a:pPr indent="0" lvl="0" marL="0" rtl="0" algn="l">
              <a:spcBef>
                <a:spcPts val="0"/>
              </a:spcBef>
              <a:spcAft>
                <a:spcPts val="0"/>
              </a:spcAft>
              <a:buNone/>
            </a:pPr>
            <a:r>
              <a:rPr lang="en">
                <a:latin typeface="Red Hat Display Medium"/>
                <a:ea typeface="Red Hat Display Medium"/>
                <a:cs typeface="Red Hat Display Medium"/>
                <a:sym typeface="Red Hat Display Medium"/>
              </a:rPr>
              <a:t>four letter word!</a:t>
            </a:r>
            <a:endParaRPr>
              <a:latin typeface="Red Hat Display Medium"/>
              <a:ea typeface="Red Hat Display Medium"/>
              <a:cs typeface="Red Hat Display Medium"/>
              <a:sym typeface="Red Hat Display Medium"/>
            </a:endParaRPr>
          </a:p>
        </p:txBody>
      </p:sp>
      <p:sp>
        <p:nvSpPr>
          <p:cNvPr id="845" name="Google Shape;845;p5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sz="900">
                <a:latin typeface="Overpass SemiBold"/>
                <a:ea typeface="Overpass SemiBold"/>
                <a:cs typeface="Overpass SemiBold"/>
                <a:sym typeface="Overpass SemiBold"/>
              </a:rPr>
              <a:t>Red Hat Infrastructure Standard Adoption Model</a:t>
            </a:r>
            <a:endParaRPr/>
          </a:p>
        </p:txBody>
      </p:sp>
      <p:sp>
        <p:nvSpPr>
          <p:cNvPr id="846" name="Google Shape;846;p59"/>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6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rhis-builder</a:t>
            </a:r>
            <a:endParaRPr/>
          </a:p>
        </p:txBody>
      </p:sp>
      <p:sp>
        <p:nvSpPr>
          <p:cNvPr id="852" name="Google Shape;852;p6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853" name="Google Shape;853;p60"/>
          <p:cNvSpPr txBox="1"/>
          <p:nvPr>
            <p:ph idx="2" type="subTitle"/>
          </p:nvPr>
        </p:nvSpPr>
        <p:spPr>
          <a:xfrm>
            <a:off x="885050" y="6169550"/>
            <a:ext cx="8002500" cy="55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[1]</a:t>
            </a:r>
            <a:r>
              <a:rPr lang="en" u="sng">
                <a:solidFill>
                  <a:schemeClr val="hlink"/>
                </a:solidFill>
                <a:hlinkClick r:id="rId3"/>
              </a:rPr>
              <a:t>https://github.com/mhjacks/ansible-pattern-theory</a:t>
            </a:r>
            <a:r>
              <a:rPr lang="en"/>
              <a:t> - Martin Jackson - Validated Patterns Team</a:t>
            </a:r>
            <a:endParaRPr/>
          </a:p>
        </p:txBody>
      </p:sp>
      <p:sp>
        <p:nvSpPr>
          <p:cNvPr id="854" name="Google Shape;854;p60"/>
          <p:cNvSpPr txBox="1"/>
          <p:nvPr>
            <p:ph idx="3" type="body"/>
          </p:nvPr>
        </p:nvSpPr>
        <p:spPr>
          <a:xfrm>
            <a:off x="2438400" y="792746"/>
            <a:ext cx="7315200" cy="5079600"/>
          </a:xfrm>
          <a:prstGeom prst="rect">
            <a:avLst/>
          </a:prstGeom>
        </p:spPr>
        <p:txBody>
          <a:bodyPr anchorCtr="0" anchor="t" bIns="0" lIns="0" spcFirstLastPara="1" rIns="0" wrap="square" tIns="0">
            <a:noAutofit/>
          </a:bodyPr>
          <a:lstStyle/>
          <a:p>
            <a:pPr indent="0" lvl="0" marL="0" rtl="0" algn="l">
              <a:spcBef>
                <a:spcPts val="1000"/>
              </a:spcBef>
              <a:spcAft>
                <a:spcPts val="0"/>
              </a:spcAft>
              <a:buNone/>
            </a:pPr>
            <a:r>
              <a:rPr lang="en"/>
              <a:t>rhis-builder started out as a desire to allow our customers to manage an SOE model using a </a:t>
            </a:r>
            <a:r>
              <a:rPr lang="en" u="sng">
                <a:solidFill>
                  <a:schemeClr val="hlink"/>
                </a:solidFill>
                <a:hlinkClick r:id="rId4"/>
              </a:rPr>
              <a:t>GitOps framework</a:t>
            </a:r>
            <a:r>
              <a:rPr lang="en" sz="1100"/>
              <a:t>[1]</a:t>
            </a:r>
            <a:r>
              <a:rPr lang="en"/>
              <a:t> using the latest automation technologies to define their traditional infrastructure as code in much the same way as they define modern kubernetes based applications.</a:t>
            </a:r>
            <a:endParaRPr/>
          </a:p>
          <a:p>
            <a:pPr indent="0" lvl="0" marL="0" rtl="0" algn="l">
              <a:spcBef>
                <a:spcPts val="1000"/>
              </a:spcBef>
              <a:spcAft>
                <a:spcPts val="0"/>
              </a:spcAft>
              <a:buNone/>
            </a:pPr>
            <a:br>
              <a:rPr lang="en"/>
            </a:br>
            <a:r>
              <a:rPr lang="en"/>
              <a:t>Simply.</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
              <a:t>Use standardized RHEL tooling, Red Hat approved ansible collections, and their own infrastructure </a:t>
            </a:r>
            <a:r>
              <a:rPr lang="en"/>
              <a:t>definitions</a:t>
            </a:r>
            <a:r>
              <a:rPr lang="en"/>
              <a:t> from base templates written in easy to read YAML configurations to </a:t>
            </a:r>
            <a:r>
              <a:rPr lang="en"/>
              <a:t>deploy, manage and maintain a </a:t>
            </a:r>
            <a:r>
              <a:rPr b="1" i="1" lang="en"/>
              <a:t>changing</a:t>
            </a:r>
            <a:r>
              <a:rPr lang="en"/>
              <a:t> business IT environment </a:t>
            </a:r>
            <a:r>
              <a:rPr b="1" lang="en"/>
              <a:t>reliably over time</a:t>
            </a:r>
            <a:r>
              <a:rPr lang="en"/>
              <a:t> with a minimum of technical debt.</a:t>
            </a:r>
            <a:endParaRPr/>
          </a:p>
          <a:p>
            <a:pPr indent="0" lvl="0" marL="0" rtl="0" algn="l">
              <a:spcBef>
                <a:spcPts val="1000"/>
              </a:spcBef>
              <a:spcAft>
                <a:spcPts val="1000"/>
              </a:spcAft>
              <a:buNone/>
            </a:pPr>
            <a:r>
              <a:rPr lang="en"/>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6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solidFill>
                  <a:schemeClr val="lt1"/>
                </a:solidFill>
              </a:rPr>
              <a:t>Security features of Red Hat Enterprise Linux</a:t>
            </a:r>
            <a:endParaRPr>
              <a:solidFill>
                <a:schemeClr val="lt1"/>
              </a:solidFill>
            </a:endParaRPr>
          </a:p>
        </p:txBody>
      </p:sp>
      <p:sp>
        <p:nvSpPr>
          <p:cNvPr id="860" name="Google Shape;860;p6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cxnSp>
        <p:nvCxnSpPr>
          <p:cNvPr id="861" name="Google Shape;861;p6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862" name="Google Shape;862;p6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863" name="Google Shape;863;p6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Red Hat Infrastructure Standard</a:t>
            </a:r>
            <a:endParaRPr/>
          </a:p>
        </p:txBody>
      </p:sp>
      <p:grpSp>
        <p:nvGrpSpPr>
          <p:cNvPr id="864" name="Google Shape;864;p61"/>
          <p:cNvGrpSpPr/>
          <p:nvPr/>
        </p:nvGrpSpPr>
        <p:grpSpPr>
          <a:xfrm>
            <a:off x="3395200" y="1713623"/>
            <a:ext cx="5520129" cy="1836788"/>
            <a:chOff x="3471400" y="1866023"/>
            <a:chExt cx="5520129" cy="1836788"/>
          </a:xfrm>
        </p:grpSpPr>
        <p:grpSp>
          <p:nvGrpSpPr>
            <p:cNvPr id="865" name="Google Shape;865;p61"/>
            <p:cNvGrpSpPr/>
            <p:nvPr/>
          </p:nvGrpSpPr>
          <p:grpSpPr>
            <a:xfrm>
              <a:off x="3494491" y="1866023"/>
              <a:ext cx="5497037" cy="683526"/>
              <a:chOff x="1760225" y="1602474"/>
              <a:chExt cx="5497037" cy="683526"/>
            </a:xfrm>
          </p:grpSpPr>
          <p:pic>
            <p:nvPicPr>
              <p:cNvPr id="866" name="Google Shape;866;p61"/>
              <p:cNvPicPr preferRelativeResize="0"/>
              <p:nvPr/>
            </p:nvPicPr>
            <p:blipFill>
              <a:blip r:embed="rId3">
                <a:alphaModFix/>
              </a:blip>
              <a:stretch>
                <a:fillRect/>
              </a:stretch>
            </p:blipFill>
            <p:spPr>
              <a:xfrm>
                <a:off x="1760225" y="1678922"/>
                <a:ext cx="2484082" cy="603850"/>
              </a:xfrm>
              <a:prstGeom prst="rect">
                <a:avLst/>
              </a:prstGeom>
              <a:noFill/>
              <a:ln>
                <a:noFill/>
              </a:ln>
            </p:spPr>
          </p:pic>
          <p:sp>
            <p:nvSpPr>
              <p:cNvPr id="867" name="Google Shape;867;p61"/>
              <p:cNvSpPr txBox="1"/>
              <p:nvPr/>
            </p:nvSpPr>
            <p:spPr>
              <a:xfrm>
                <a:off x="3270862" y="1602474"/>
                <a:ext cx="3986400" cy="45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latin typeface="Red Hat Display Black"/>
                    <a:ea typeface="Red Hat Display Black"/>
                    <a:cs typeface="Red Hat Display Black"/>
                    <a:sym typeface="Red Hat Display Black"/>
                  </a:rPr>
                  <a:t>Infrastructure Standard</a:t>
                </a:r>
                <a:endParaRPr sz="2100">
                  <a:latin typeface="Red Hat Display Black"/>
                  <a:ea typeface="Red Hat Display Black"/>
                  <a:cs typeface="Red Hat Display Black"/>
                  <a:sym typeface="Red Hat Display Black"/>
                </a:endParaRPr>
              </a:p>
            </p:txBody>
          </p:sp>
          <p:sp>
            <p:nvSpPr>
              <p:cNvPr id="868" name="Google Shape;868;p61"/>
              <p:cNvSpPr/>
              <p:nvPr/>
            </p:nvSpPr>
            <p:spPr>
              <a:xfrm>
                <a:off x="2256750" y="2012100"/>
                <a:ext cx="1987500" cy="273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grpSp>
        <p:grpSp>
          <p:nvGrpSpPr>
            <p:cNvPr id="869" name="Google Shape;869;p61"/>
            <p:cNvGrpSpPr/>
            <p:nvPr/>
          </p:nvGrpSpPr>
          <p:grpSpPr>
            <a:xfrm>
              <a:off x="3471400" y="2408612"/>
              <a:ext cx="5139300" cy="1294200"/>
              <a:chOff x="3547600" y="732212"/>
              <a:chExt cx="5139300" cy="1294200"/>
            </a:xfrm>
          </p:grpSpPr>
          <p:grpSp>
            <p:nvGrpSpPr>
              <p:cNvPr id="870" name="Google Shape;870;p61"/>
              <p:cNvGrpSpPr/>
              <p:nvPr/>
            </p:nvGrpSpPr>
            <p:grpSpPr>
              <a:xfrm>
                <a:off x="3888775" y="879611"/>
                <a:ext cx="4461775" cy="957150"/>
                <a:chOff x="5412775" y="879611"/>
                <a:chExt cx="4461775" cy="957150"/>
              </a:xfrm>
            </p:grpSpPr>
            <p:pic>
              <p:nvPicPr>
                <p:cNvPr id="871" name="Google Shape;871;p61"/>
                <p:cNvPicPr preferRelativeResize="0"/>
                <p:nvPr/>
              </p:nvPicPr>
              <p:blipFill>
                <a:blip r:embed="rId4">
                  <a:alphaModFix/>
                </a:blip>
                <a:stretch>
                  <a:fillRect/>
                </a:stretch>
              </p:blipFill>
              <p:spPr>
                <a:xfrm>
                  <a:off x="7914104" y="879611"/>
                  <a:ext cx="957150" cy="957150"/>
                </a:xfrm>
                <a:prstGeom prst="rect">
                  <a:avLst/>
                </a:prstGeom>
                <a:noFill/>
                <a:ln>
                  <a:noFill/>
                </a:ln>
              </p:spPr>
            </p:pic>
            <p:pic>
              <p:nvPicPr>
                <p:cNvPr id="872" name="Google Shape;872;p61"/>
                <p:cNvPicPr preferRelativeResize="0"/>
                <p:nvPr/>
              </p:nvPicPr>
              <p:blipFill>
                <a:blip r:embed="rId5">
                  <a:alphaModFix/>
                </a:blip>
                <a:stretch>
                  <a:fillRect/>
                </a:stretch>
              </p:blipFill>
              <p:spPr>
                <a:xfrm>
                  <a:off x="5412775" y="953636"/>
                  <a:ext cx="801085" cy="809100"/>
                </a:xfrm>
                <a:prstGeom prst="rect">
                  <a:avLst/>
                </a:prstGeom>
                <a:noFill/>
                <a:ln>
                  <a:noFill/>
                </a:ln>
              </p:spPr>
            </p:pic>
            <p:pic>
              <p:nvPicPr>
                <p:cNvPr id="873" name="Google Shape;873;p61"/>
                <p:cNvPicPr preferRelativeResize="0"/>
                <p:nvPr/>
              </p:nvPicPr>
              <p:blipFill rotWithShape="1">
                <a:blip r:embed="rId6">
                  <a:alphaModFix/>
                </a:blip>
                <a:srcRect b="13122" l="12810" r="11523" t="12272"/>
                <a:stretch/>
              </p:blipFill>
              <p:spPr>
                <a:xfrm>
                  <a:off x="6608025" y="887523"/>
                  <a:ext cx="957150" cy="941325"/>
                </a:xfrm>
                <a:prstGeom prst="rect">
                  <a:avLst/>
                </a:prstGeom>
                <a:noFill/>
                <a:ln>
                  <a:noFill/>
                </a:ln>
              </p:spPr>
            </p:pic>
            <p:pic>
              <p:nvPicPr>
                <p:cNvPr id="874" name="Google Shape;874;p61"/>
                <p:cNvPicPr preferRelativeResize="0"/>
                <p:nvPr/>
              </p:nvPicPr>
              <p:blipFill rotWithShape="1">
                <a:blip r:embed="rId7">
                  <a:alphaModFix/>
                </a:blip>
                <a:srcRect b="9632" l="15541" r="14164" t="9218"/>
                <a:stretch/>
              </p:blipFill>
              <p:spPr>
                <a:xfrm>
                  <a:off x="9220175" y="980423"/>
                  <a:ext cx="654375" cy="755525"/>
                </a:xfrm>
                <a:prstGeom prst="rect">
                  <a:avLst/>
                </a:prstGeom>
                <a:noFill/>
                <a:ln>
                  <a:noFill/>
                </a:ln>
              </p:spPr>
            </p:pic>
          </p:grpSp>
          <p:sp>
            <p:nvSpPr>
              <p:cNvPr id="875" name="Google Shape;875;p61"/>
              <p:cNvSpPr/>
              <p:nvPr/>
            </p:nvSpPr>
            <p:spPr>
              <a:xfrm>
                <a:off x="3547600" y="732212"/>
                <a:ext cx="5139300" cy="12942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grpSp>
      </p:grpSp>
      <p:grpSp>
        <p:nvGrpSpPr>
          <p:cNvPr id="876" name="Google Shape;876;p61"/>
          <p:cNvGrpSpPr/>
          <p:nvPr/>
        </p:nvGrpSpPr>
        <p:grpSpPr>
          <a:xfrm>
            <a:off x="877138" y="3795076"/>
            <a:ext cx="9378799" cy="2122688"/>
            <a:chOff x="877138" y="3795076"/>
            <a:chExt cx="9378799" cy="2122688"/>
          </a:xfrm>
        </p:grpSpPr>
        <p:pic>
          <p:nvPicPr>
            <p:cNvPr id="877" name="Google Shape;877;p61" title="Icon-Red_Hat-Code-A-Red-RGB.png"/>
            <p:cNvPicPr preferRelativeResize="0"/>
            <p:nvPr/>
          </p:nvPicPr>
          <p:blipFill>
            <a:blip r:embed="rId8">
              <a:alphaModFix/>
            </a:blip>
            <a:stretch>
              <a:fillRect/>
            </a:stretch>
          </p:blipFill>
          <p:spPr>
            <a:xfrm>
              <a:off x="1828800" y="4384484"/>
              <a:ext cx="552950" cy="552950"/>
            </a:xfrm>
            <a:prstGeom prst="rect">
              <a:avLst/>
            </a:prstGeom>
            <a:noFill/>
            <a:ln>
              <a:noFill/>
            </a:ln>
          </p:spPr>
        </p:pic>
        <p:pic>
          <p:nvPicPr>
            <p:cNvPr id="878" name="Google Shape;878;p61" title="Icon-Red_Hat-Clipboard_Checklist-A-Red-RGB.png"/>
            <p:cNvPicPr preferRelativeResize="0"/>
            <p:nvPr/>
          </p:nvPicPr>
          <p:blipFill>
            <a:blip r:embed="rId9">
              <a:alphaModFix/>
            </a:blip>
            <a:stretch>
              <a:fillRect/>
            </a:stretch>
          </p:blipFill>
          <p:spPr>
            <a:xfrm>
              <a:off x="2466724" y="4384484"/>
              <a:ext cx="552950" cy="552950"/>
            </a:xfrm>
            <a:prstGeom prst="rect">
              <a:avLst/>
            </a:prstGeom>
            <a:noFill/>
            <a:ln>
              <a:noFill/>
            </a:ln>
          </p:spPr>
        </p:pic>
        <p:pic>
          <p:nvPicPr>
            <p:cNvPr id="879" name="Google Shape;879;p61" title="Icon-Red_Hat-Blueprints-A-Red-RGB.png"/>
            <p:cNvPicPr preferRelativeResize="0"/>
            <p:nvPr/>
          </p:nvPicPr>
          <p:blipFill>
            <a:blip r:embed="rId10">
              <a:alphaModFix/>
            </a:blip>
            <a:stretch>
              <a:fillRect/>
            </a:stretch>
          </p:blipFill>
          <p:spPr>
            <a:xfrm>
              <a:off x="3104649" y="4384476"/>
              <a:ext cx="552950" cy="552967"/>
            </a:xfrm>
            <a:prstGeom prst="rect">
              <a:avLst/>
            </a:prstGeom>
            <a:noFill/>
            <a:ln>
              <a:noFill/>
            </a:ln>
          </p:spPr>
        </p:pic>
        <p:grpSp>
          <p:nvGrpSpPr>
            <p:cNvPr id="880" name="Google Shape;880;p61"/>
            <p:cNvGrpSpPr/>
            <p:nvPr/>
          </p:nvGrpSpPr>
          <p:grpSpPr>
            <a:xfrm>
              <a:off x="7056899" y="4943270"/>
              <a:ext cx="1044811" cy="698617"/>
              <a:chOff x="7056899" y="4943270"/>
              <a:chExt cx="1044811" cy="698617"/>
            </a:xfrm>
          </p:grpSpPr>
          <p:grpSp>
            <p:nvGrpSpPr>
              <p:cNvPr id="881" name="Google Shape;881;p61"/>
              <p:cNvGrpSpPr/>
              <p:nvPr/>
            </p:nvGrpSpPr>
            <p:grpSpPr>
              <a:xfrm>
                <a:off x="7597086" y="4943270"/>
                <a:ext cx="504625" cy="698617"/>
                <a:chOff x="7597086" y="4943270"/>
                <a:chExt cx="504625" cy="698617"/>
              </a:xfrm>
            </p:grpSpPr>
            <p:pic>
              <p:nvPicPr>
                <p:cNvPr id="882" name="Google Shape;882;p61" title="Icon-Red_Hat-Server_secured-A-Red-RGB.png"/>
                <p:cNvPicPr preferRelativeResize="0"/>
                <p:nvPr/>
              </p:nvPicPr>
              <p:blipFill>
                <a:blip r:embed="rId11">
                  <a:alphaModFix/>
                </a:blip>
                <a:stretch>
                  <a:fillRect/>
                </a:stretch>
              </p:blipFill>
              <p:spPr>
                <a:xfrm>
                  <a:off x="7597086" y="5137262"/>
                  <a:ext cx="504625" cy="504625"/>
                </a:xfrm>
                <a:prstGeom prst="rect">
                  <a:avLst/>
                </a:prstGeom>
                <a:noFill/>
                <a:ln>
                  <a:noFill/>
                </a:ln>
              </p:spPr>
            </p:pic>
            <p:pic>
              <p:nvPicPr>
                <p:cNvPr id="883" name="Google Shape;883;p61" title="Icon-Red_Hat-App_secured-A-Red-RGB.png"/>
                <p:cNvPicPr preferRelativeResize="0"/>
                <p:nvPr/>
              </p:nvPicPr>
              <p:blipFill>
                <a:blip r:embed="rId12">
                  <a:alphaModFix/>
                </a:blip>
                <a:stretch>
                  <a:fillRect/>
                </a:stretch>
              </p:blipFill>
              <p:spPr>
                <a:xfrm>
                  <a:off x="7684398" y="4943270"/>
                  <a:ext cx="330000" cy="330000"/>
                </a:xfrm>
                <a:prstGeom prst="rect">
                  <a:avLst/>
                </a:prstGeom>
                <a:noFill/>
                <a:ln>
                  <a:noFill/>
                </a:ln>
              </p:spPr>
            </p:pic>
          </p:grpSp>
          <p:grpSp>
            <p:nvGrpSpPr>
              <p:cNvPr id="884" name="Google Shape;884;p61"/>
              <p:cNvGrpSpPr/>
              <p:nvPr/>
            </p:nvGrpSpPr>
            <p:grpSpPr>
              <a:xfrm>
                <a:off x="7056899" y="4943270"/>
                <a:ext cx="504625" cy="698617"/>
                <a:chOff x="7056899" y="4943270"/>
                <a:chExt cx="504625" cy="698617"/>
              </a:xfrm>
            </p:grpSpPr>
            <p:pic>
              <p:nvPicPr>
                <p:cNvPr id="885" name="Google Shape;885;p61" title="Icon-Red_Hat-App_secured-A-Red-RGB.png"/>
                <p:cNvPicPr preferRelativeResize="0"/>
                <p:nvPr/>
              </p:nvPicPr>
              <p:blipFill>
                <a:blip r:embed="rId12">
                  <a:alphaModFix/>
                </a:blip>
                <a:stretch>
                  <a:fillRect/>
                </a:stretch>
              </p:blipFill>
              <p:spPr>
                <a:xfrm>
                  <a:off x="7144212" y="4943270"/>
                  <a:ext cx="330000" cy="330000"/>
                </a:xfrm>
                <a:prstGeom prst="rect">
                  <a:avLst/>
                </a:prstGeom>
                <a:noFill/>
                <a:ln>
                  <a:noFill/>
                </a:ln>
              </p:spPr>
            </p:pic>
            <p:pic>
              <p:nvPicPr>
                <p:cNvPr id="886" name="Google Shape;886;p61" title="Icon-Red_Hat-Virtual_server_secured-A-Red-RGB.png"/>
                <p:cNvPicPr preferRelativeResize="0"/>
                <p:nvPr/>
              </p:nvPicPr>
              <p:blipFill>
                <a:blip r:embed="rId13">
                  <a:alphaModFix/>
                </a:blip>
                <a:stretch>
                  <a:fillRect/>
                </a:stretch>
              </p:blipFill>
              <p:spPr>
                <a:xfrm>
                  <a:off x="7056899" y="5137262"/>
                  <a:ext cx="504625" cy="504625"/>
                </a:xfrm>
                <a:prstGeom prst="rect">
                  <a:avLst/>
                </a:prstGeom>
                <a:noFill/>
                <a:ln>
                  <a:noFill/>
                </a:ln>
              </p:spPr>
            </p:pic>
          </p:grpSp>
        </p:grpSp>
        <p:grpSp>
          <p:nvGrpSpPr>
            <p:cNvPr id="887" name="Google Shape;887;p61"/>
            <p:cNvGrpSpPr/>
            <p:nvPr/>
          </p:nvGrpSpPr>
          <p:grpSpPr>
            <a:xfrm>
              <a:off x="8134012" y="4943270"/>
              <a:ext cx="1044811" cy="698617"/>
              <a:chOff x="7056899" y="4943270"/>
              <a:chExt cx="1044811" cy="698617"/>
            </a:xfrm>
          </p:grpSpPr>
          <p:grpSp>
            <p:nvGrpSpPr>
              <p:cNvPr id="888" name="Google Shape;888;p61"/>
              <p:cNvGrpSpPr/>
              <p:nvPr/>
            </p:nvGrpSpPr>
            <p:grpSpPr>
              <a:xfrm>
                <a:off x="7597086" y="4943270"/>
                <a:ext cx="504625" cy="698617"/>
                <a:chOff x="7597086" y="4943270"/>
                <a:chExt cx="504625" cy="698617"/>
              </a:xfrm>
            </p:grpSpPr>
            <p:pic>
              <p:nvPicPr>
                <p:cNvPr id="889" name="Google Shape;889;p61" title="Icon-Red_Hat-Server_secured-A-Red-RGB.png"/>
                <p:cNvPicPr preferRelativeResize="0"/>
                <p:nvPr/>
              </p:nvPicPr>
              <p:blipFill>
                <a:blip r:embed="rId11">
                  <a:alphaModFix/>
                </a:blip>
                <a:stretch>
                  <a:fillRect/>
                </a:stretch>
              </p:blipFill>
              <p:spPr>
                <a:xfrm>
                  <a:off x="7597086" y="5137262"/>
                  <a:ext cx="504625" cy="504625"/>
                </a:xfrm>
                <a:prstGeom prst="rect">
                  <a:avLst/>
                </a:prstGeom>
                <a:noFill/>
                <a:ln>
                  <a:noFill/>
                </a:ln>
              </p:spPr>
            </p:pic>
            <p:pic>
              <p:nvPicPr>
                <p:cNvPr id="890" name="Google Shape;890;p61" title="Icon-Red_Hat-App_secured-A-Red-RGB.png"/>
                <p:cNvPicPr preferRelativeResize="0"/>
                <p:nvPr/>
              </p:nvPicPr>
              <p:blipFill>
                <a:blip r:embed="rId12">
                  <a:alphaModFix/>
                </a:blip>
                <a:stretch>
                  <a:fillRect/>
                </a:stretch>
              </p:blipFill>
              <p:spPr>
                <a:xfrm>
                  <a:off x="7684398" y="4943270"/>
                  <a:ext cx="330000" cy="330000"/>
                </a:xfrm>
                <a:prstGeom prst="rect">
                  <a:avLst/>
                </a:prstGeom>
                <a:noFill/>
                <a:ln>
                  <a:noFill/>
                </a:ln>
              </p:spPr>
            </p:pic>
          </p:grpSp>
          <p:grpSp>
            <p:nvGrpSpPr>
              <p:cNvPr id="891" name="Google Shape;891;p61"/>
              <p:cNvGrpSpPr/>
              <p:nvPr/>
            </p:nvGrpSpPr>
            <p:grpSpPr>
              <a:xfrm>
                <a:off x="7056899" y="4943270"/>
                <a:ext cx="504625" cy="698617"/>
                <a:chOff x="7056899" y="4943270"/>
                <a:chExt cx="504625" cy="698617"/>
              </a:xfrm>
            </p:grpSpPr>
            <p:pic>
              <p:nvPicPr>
                <p:cNvPr id="892" name="Google Shape;892;p61" title="Icon-Red_Hat-App_secured-A-Red-RGB.png"/>
                <p:cNvPicPr preferRelativeResize="0"/>
                <p:nvPr/>
              </p:nvPicPr>
              <p:blipFill>
                <a:blip r:embed="rId12">
                  <a:alphaModFix/>
                </a:blip>
                <a:stretch>
                  <a:fillRect/>
                </a:stretch>
              </p:blipFill>
              <p:spPr>
                <a:xfrm>
                  <a:off x="7144212" y="4943270"/>
                  <a:ext cx="330000" cy="330000"/>
                </a:xfrm>
                <a:prstGeom prst="rect">
                  <a:avLst/>
                </a:prstGeom>
                <a:noFill/>
                <a:ln>
                  <a:noFill/>
                </a:ln>
              </p:spPr>
            </p:pic>
            <p:pic>
              <p:nvPicPr>
                <p:cNvPr id="893" name="Google Shape;893;p61" title="Icon-Red_Hat-Virtual_server_secured-A-Red-RGB.png"/>
                <p:cNvPicPr preferRelativeResize="0"/>
                <p:nvPr/>
              </p:nvPicPr>
              <p:blipFill>
                <a:blip r:embed="rId13">
                  <a:alphaModFix/>
                </a:blip>
                <a:stretch>
                  <a:fillRect/>
                </a:stretch>
              </p:blipFill>
              <p:spPr>
                <a:xfrm>
                  <a:off x="7056899" y="5137262"/>
                  <a:ext cx="504625" cy="504625"/>
                </a:xfrm>
                <a:prstGeom prst="rect">
                  <a:avLst/>
                </a:prstGeom>
                <a:noFill/>
                <a:ln>
                  <a:noFill/>
                </a:ln>
              </p:spPr>
            </p:pic>
          </p:grpSp>
        </p:grpSp>
        <p:grpSp>
          <p:nvGrpSpPr>
            <p:cNvPr id="894" name="Google Shape;894;p61"/>
            <p:cNvGrpSpPr/>
            <p:nvPr/>
          </p:nvGrpSpPr>
          <p:grpSpPr>
            <a:xfrm>
              <a:off x="9211125" y="4943270"/>
              <a:ext cx="1044811" cy="698617"/>
              <a:chOff x="7056899" y="4943270"/>
              <a:chExt cx="1044811" cy="698617"/>
            </a:xfrm>
          </p:grpSpPr>
          <p:grpSp>
            <p:nvGrpSpPr>
              <p:cNvPr id="895" name="Google Shape;895;p61"/>
              <p:cNvGrpSpPr/>
              <p:nvPr/>
            </p:nvGrpSpPr>
            <p:grpSpPr>
              <a:xfrm>
                <a:off x="7597086" y="4943270"/>
                <a:ext cx="504625" cy="698617"/>
                <a:chOff x="7597086" y="4943270"/>
                <a:chExt cx="504625" cy="698617"/>
              </a:xfrm>
            </p:grpSpPr>
            <p:pic>
              <p:nvPicPr>
                <p:cNvPr id="896" name="Google Shape;896;p61" title="Icon-Red_Hat-Server_secured-A-Red-RGB.png"/>
                <p:cNvPicPr preferRelativeResize="0"/>
                <p:nvPr/>
              </p:nvPicPr>
              <p:blipFill>
                <a:blip r:embed="rId11">
                  <a:alphaModFix/>
                </a:blip>
                <a:stretch>
                  <a:fillRect/>
                </a:stretch>
              </p:blipFill>
              <p:spPr>
                <a:xfrm>
                  <a:off x="7597086" y="5137262"/>
                  <a:ext cx="504625" cy="504625"/>
                </a:xfrm>
                <a:prstGeom prst="rect">
                  <a:avLst/>
                </a:prstGeom>
                <a:noFill/>
                <a:ln>
                  <a:noFill/>
                </a:ln>
              </p:spPr>
            </p:pic>
            <p:pic>
              <p:nvPicPr>
                <p:cNvPr id="897" name="Google Shape;897;p61" title="Icon-Red_Hat-App_secured-A-Red-RGB.png"/>
                <p:cNvPicPr preferRelativeResize="0"/>
                <p:nvPr/>
              </p:nvPicPr>
              <p:blipFill>
                <a:blip r:embed="rId12">
                  <a:alphaModFix/>
                </a:blip>
                <a:stretch>
                  <a:fillRect/>
                </a:stretch>
              </p:blipFill>
              <p:spPr>
                <a:xfrm>
                  <a:off x="7684398" y="4943270"/>
                  <a:ext cx="330000" cy="330000"/>
                </a:xfrm>
                <a:prstGeom prst="rect">
                  <a:avLst/>
                </a:prstGeom>
                <a:noFill/>
                <a:ln>
                  <a:noFill/>
                </a:ln>
              </p:spPr>
            </p:pic>
          </p:grpSp>
          <p:grpSp>
            <p:nvGrpSpPr>
              <p:cNvPr id="898" name="Google Shape;898;p61"/>
              <p:cNvGrpSpPr/>
              <p:nvPr/>
            </p:nvGrpSpPr>
            <p:grpSpPr>
              <a:xfrm>
                <a:off x="7056899" y="4943270"/>
                <a:ext cx="504625" cy="698617"/>
                <a:chOff x="7056899" y="4943270"/>
                <a:chExt cx="504625" cy="698617"/>
              </a:xfrm>
            </p:grpSpPr>
            <p:pic>
              <p:nvPicPr>
                <p:cNvPr id="899" name="Google Shape;899;p61" title="Icon-Red_Hat-App_secured-A-Red-RGB.png"/>
                <p:cNvPicPr preferRelativeResize="0"/>
                <p:nvPr/>
              </p:nvPicPr>
              <p:blipFill>
                <a:blip r:embed="rId12">
                  <a:alphaModFix/>
                </a:blip>
                <a:stretch>
                  <a:fillRect/>
                </a:stretch>
              </p:blipFill>
              <p:spPr>
                <a:xfrm>
                  <a:off x="7144212" y="4943270"/>
                  <a:ext cx="330000" cy="330000"/>
                </a:xfrm>
                <a:prstGeom prst="rect">
                  <a:avLst/>
                </a:prstGeom>
                <a:noFill/>
                <a:ln>
                  <a:noFill/>
                </a:ln>
              </p:spPr>
            </p:pic>
            <p:pic>
              <p:nvPicPr>
                <p:cNvPr id="900" name="Google Shape;900;p61" title="Icon-Red_Hat-Virtual_server_secured-A-Red-RGB.png"/>
                <p:cNvPicPr preferRelativeResize="0"/>
                <p:nvPr/>
              </p:nvPicPr>
              <p:blipFill>
                <a:blip r:embed="rId13">
                  <a:alphaModFix/>
                </a:blip>
                <a:stretch>
                  <a:fillRect/>
                </a:stretch>
              </p:blipFill>
              <p:spPr>
                <a:xfrm>
                  <a:off x="7056899" y="5137262"/>
                  <a:ext cx="504625" cy="504625"/>
                </a:xfrm>
                <a:prstGeom prst="rect">
                  <a:avLst/>
                </a:prstGeom>
                <a:noFill/>
                <a:ln>
                  <a:noFill/>
                </a:ln>
              </p:spPr>
            </p:pic>
          </p:grpSp>
        </p:grpSp>
        <p:grpSp>
          <p:nvGrpSpPr>
            <p:cNvPr id="901" name="Google Shape;901;p61"/>
            <p:cNvGrpSpPr/>
            <p:nvPr/>
          </p:nvGrpSpPr>
          <p:grpSpPr>
            <a:xfrm>
              <a:off x="4900201" y="3795076"/>
              <a:ext cx="2109887" cy="2122688"/>
              <a:chOff x="5205001" y="3795076"/>
              <a:chExt cx="2109887" cy="2122688"/>
            </a:xfrm>
          </p:grpSpPr>
          <p:grpSp>
            <p:nvGrpSpPr>
              <p:cNvPr id="902" name="Google Shape;902;p61"/>
              <p:cNvGrpSpPr/>
              <p:nvPr/>
            </p:nvGrpSpPr>
            <p:grpSpPr>
              <a:xfrm>
                <a:off x="5205001" y="3795076"/>
                <a:ext cx="2109887" cy="2122688"/>
                <a:chOff x="7124952" y="3784200"/>
                <a:chExt cx="1828800" cy="1828800"/>
              </a:xfrm>
            </p:grpSpPr>
            <p:pic>
              <p:nvPicPr>
                <p:cNvPr id="903" name="Google Shape;903;p61" title="Icon-Red_Hat-Industry-A-Red-RGB.png"/>
                <p:cNvPicPr preferRelativeResize="0"/>
                <p:nvPr/>
              </p:nvPicPr>
              <p:blipFill>
                <a:blip r:embed="rId14">
                  <a:alphaModFix/>
                </a:blip>
                <a:stretch>
                  <a:fillRect/>
                </a:stretch>
              </p:blipFill>
              <p:spPr>
                <a:xfrm>
                  <a:off x="7124952" y="3784200"/>
                  <a:ext cx="1828800" cy="1828800"/>
                </a:xfrm>
                <a:prstGeom prst="rect">
                  <a:avLst/>
                </a:prstGeom>
                <a:noFill/>
                <a:ln>
                  <a:noFill/>
                </a:ln>
              </p:spPr>
            </p:pic>
            <p:pic>
              <p:nvPicPr>
                <p:cNvPr id="904" name="Google Shape;904;p61" title="Icon-Red_Hat-Gear_group-A-Red-RGB.png"/>
                <p:cNvPicPr preferRelativeResize="0"/>
                <p:nvPr/>
              </p:nvPicPr>
              <p:blipFill>
                <a:blip r:embed="rId15">
                  <a:alphaModFix/>
                </a:blip>
                <a:stretch>
                  <a:fillRect/>
                </a:stretch>
              </p:blipFill>
              <p:spPr>
                <a:xfrm>
                  <a:off x="7510288" y="4767087"/>
                  <a:ext cx="524225" cy="524225"/>
                </a:xfrm>
                <a:prstGeom prst="rect">
                  <a:avLst/>
                </a:prstGeom>
                <a:noFill/>
                <a:ln>
                  <a:noFill/>
                </a:ln>
              </p:spPr>
            </p:pic>
          </p:grpSp>
          <p:pic>
            <p:nvPicPr>
              <p:cNvPr id="905" name="Google Shape;905;p61" title="Icon-Red_Hat-Automation-A-Red-RGB.png"/>
              <p:cNvPicPr preferRelativeResize="0"/>
              <p:nvPr/>
            </p:nvPicPr>
            <p:blipFill>
              <a:blip r:embed="rId16">
                <a:alphaModFix/>
              </a:blip>
              <a:stretch>
                <a:fillRect/>
              </a:stretch>
            </p:blipFill>
            <p:spPr>
              <a:xfrm rot="-5400000">
                <a:off x="6288777" y="4332227"/>
                <a:ext cx="549475" cy="549450"/>
              </a:xfrm>
              <a:prstGeom prst="rect">
                <a:avLst/>
              </a:prstGeom>
              <a:noFill/>
              <a:ln>
                <a:noFill/>
              </a:ln>
            </p:spPr>
          </p:pic>
        </p:grpSp>
        <p:grpSp>
          <p:nvGrpSpPr>
            <p:cNvPr id="906" name="Google Shape;906;p61"/>
            <p:cNvGrpSpPr/>
            <p:nvPr/>
          </p:nvGrpSpPr>
          <p:grpSpPr>
            <a:xfrm>
              <a:off x="2868650" y="5117680"/>
              <a:ext cx="1931349" cy="456600"/>
              <a:chOff x="2182850" y="5041480"/>
              <a:chExt cx="1931349" cy="456600"/>
            </a:xfrm>
          </p:grpSpPr>
          <p:pic>
            <p:nvPicPr>
              <p:cNvPr id="907" name="Google Shape;907;p61"/>
              <p:cNvPicPr preferRelativeResize="0"/>
              <p:nvPr/>
            </p:nvPicPr>
            <p:blipFill rotWithShape="1">
              <a:blip r:embed="rId17">
                <a:alphaModFix/>
              </a:blip>
              <a:srcRect b="6041" l="9" r="9" t="0"/>
              <a:stretch/>
            </p:blipFill>
            <p:spPr>
              <a:xfrm>
                <a:off x="3166017" y="5052301"/>
                <a:ext cx="456599" cy="434959"/>
              </a:xfrm>
              <a:prstGeom prst="rect">
                <a:avLst/>
              </a:prstGeom>
              <a:noFill/>
              <a:ln>
                <a:noFill/>
              </a:ln>
            </p:spPr>
          </p:pic>
          <p:pic>
            <p:nvPicPr>
              <p:cNvPr id="908" name="Google Shape;908;p61" title="Icon-Red_Hat-Server-A-Red-RGB.png"/>
              <p:cNvPicPr preferRelativeResize="0"/>
              <p:nvPr/>
            </p:nvPicPr>
            <p:blipFill>
              <a:blip r:embed="rId18">
                <a:alphaModFix/>
              </a:blip>
              <a:stretch>
                <a:fillRect/>
              </a:stretch>
            </p:blipFill>
            <p:spPr>
              <a:xfrm>
                <a:off x="2674433" y="5041480"/>
                <a:ext cx="456600" cy="456600"/>
              </a:xfrm>
              <a:prstGeom prst="rect">
                <a:avLst/>
              </a:prstGeom>
              <a:noFill/>
              <a:ln>
                <a:noFill/>
              </a:ln>
            </p:spPr>
          </p:pic>
          <p:pic>
            <p:nvPicPr>
              <p:cNvPr id="909" name="Google Shape;909;p61" title="Icon-Red_Hat-Virtual_server-A-Red-RGB.png"/>
              <p:cNvPicPr preferRelativeResize="0"/>
              <p:nvPr/>
            </p:nvPicPr>
            <p:blipFill>
              <a:blip r:embed="rId19">
                <a:alphaModFix/>
              </a:blip>
              <a:stretch>
                <a:fillRect/>
              </a:stretch>
            </p:blipFill>
            <p:spPr>
              <a:xfrm>
                <a:off x="3657600" y="5041480"/>
                <a:ext cx="456600" cy="456600"/>
              </a:xfrm>
              <a:prstGeom prst="rect">
                <a:avLst/>
              </a:prstGeom>
              <a:noFill/>
              <a:ln>
                <a:noFill/>
              </a:ln>
            </p:spPr>
          </p:pic>
          <p:pic>
            <p:nvPicPr>
              <p:cNvPr id="910" name="Google Shape;910;p61"/>
              <p:cNvPicPr preferRelativeResize="0"/>
              <p:nvPr/>
            </p:nvPicPr>
            <p:blipFill rotWithShape="1">
              <a:blip r:embed="rId17">
                <a:alphaModFix/>
              </a:blip>
              <a:srcRect b="6041" l="9" r="9" t="0"/>
              <a:stretch/>
            </p:blipFill>
            <p:spPr>
              <a:xfrm>
                <a:off x="2182850" y="5052301"/>
                <a:ext cx="456599" cy="434959"/>
              </a:xfrm>
              <a:prstGeom prst="rect">
                <a:avLst/>
              </a:prstGeom>
              <a:noFill/>
              <a:ln>
                <a:noFill/>
              </a:ln>
            </p:spPr>
          </p:pic>
        </p:grpSp>
        <p:grpSp>
          <p:nvGrpSpPr>
            <p:cNvPr id="911" name="Google Shape;911;p61"/>
            <p:cNvGrpSpPr/>
            <p:nvPr/>
          </p:nvGrpSpPr>
          <p:grpSpPr>
            <a:xfrm>
              <a:off x="877138" y="5117680"/>
              <a:ext cx="1931349" cy="456600"/>
              <a:chOff x="2182850" y="5041480"/>
              <a:chExt cx="1931349" cy="456600"/>
            </a:xfrm>
          </p:grpSpPr>
          <p:pic>
            <p:nvPicPr>
              <p:cNvPr id="912" name="Google Shape;912;p61"/>
              <p:cNvPicPr preferRelativeResize="0"/>
              <p:nvPr/>
            </p:nvPicPr>
            <p:blipFill rotWithShape="1">
              <a:blip r:embed="rId17">
                <a:alphaModFix/>
              </a:blip>
              <a:srcRect b="6041" l="9" r="9" t="0"/>
              <a:stretch/>
            </p:blipFill>
            <p:spPr>
              <a:xfrm>
                <a:off x="3166017" y="5052301"/>
                <a:ext cx="456599" cy="434959"/>
              </a:xfrm>
              <a:prstGeom prst="rect">
                <a:avLst/>
              </a:prstGeom>
              <a:noFill/>
              <a:ln>
                <a:noFill/>
              </a:ln>
            </p:spPr>
          </p:pic>
          <p:pic>
            <p:nvPicPr>
              <p:cNvPr id="913" name="Google Shape;913;p61" title="Icon-Red_Hat-Server-A-Red-RGB.png"/>
              <p:cNvPicPr preferRelativeResize="0"/>
              <p:nvPr/>
            </p:nvPicPr>
            <p:blipFill>
              <a:blip r:embed="rId18">
                <a:alphaModFix/>
              </a:blip>
              <a:stretch>
                <a:fillRect/>
              </a:stretch>
            </p:blipFill>
            <p:spPr>
              <a:xfrm>
                <a:off x="2674433" y="5041480"/>
                <a:ext cx="456600" cy="456600"/>
              </a:xfrm>
              <a:prstGeom prst="rect">
                <a:avLst/>
              </a:prstGeom>
              <a:noFill/>
              <a:ln>
                <a:noFill/>
              </a:ln>
            </p:spPr>
          </p:pic>
          <p:pic>
            <p:nvPicPr>
              <p:cNvPr id="914" name="Google Shape;914;p61" title="Icon-Red_Hat-Virtual_server-A-Red-RGB.png"/>
              <p:cNvPicPr preferRelativeResize="0"/>
              <p:nvPr/>
            </p:nvPicPr>
            <p:blipFill>
              <a:blip r:embed="rId19">
                <a:alphaModFix/>
              </a:blip>
              <a:stretch>
                <a:fillRect/>
              </a:stretch>
            </p:blipFill>
            <p:spPr>
              <a:xfrm>
                <a:off x="3657600" y="5041480"/>
                <a:ext cx="456600" cy="456600"/>
              </a:xfrm>
              <a:prstGeom prst="rect">
                <a:avLst/>
              </a:prstGeom>
              <a:noFill/>
              <a:ln>
                <a:noFill/>
              </a:ln>
            </p:spPr>
          </p:pic>
          <p:pic>
            <p:nvPicPr>
              <p:cNvPr id="915" name="Google Shape;915;p61"/>
              <p:cNvPicPr preferRelativeResize="0"/>
              <p:nvPr/>
            </p:nvPicPr>
            <p:blipFill rotWithShape="1">
              <a:blip r:embed="rId17">
                <a:alphaModFix/>
              </a:blip>
              <a:srcRect b="6041" l="9" r="9" t="0"/>
              <a:stretch/>
            </p:blipFill>
            <p:spPr>
              <a:xfrm>
                <a:off x="2182850" y="5052301"/>
                <a:ext cx="456599" cy="434959"/>
              </a:xfrm>
              <a:prstGeom prst="rect">
                <a:avLst/>
              </a:prstGeom>
              <a:noFill/>
              <a:ln>
                <a:noFill/>
              </a:ln>
            </p:spPr>
          </p:pic>
        </p:grpSp>
      </p:grpSp>
      <p:sp>
        <p:nvSpPr>
          <p:cNvPr id="916" name="Google Shape;916;p61"/>
          <p:cNvSpPr txBox="1"/>
          <p:nvPr/>
        </p:nvSpPr>
        <p:spPr>
          <a:xfrm>
            <a:off x="629075" y="1007225"/>
            <a:ext cx="2199900" cy="273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Configuration Data</a:t>
            </a:r>
            <a:br>
              <a:rPr lang="en" sz="1800">
                <a:latin typeface="Red Hat Display"/>
                <a:ea typeface="Red Hat Display"/>
                <a:cs typeface="Red Hat Display"/>
                <a:sym typeface="Red Hat Display"/>
              </a:rPr>
            </a:br>
            <a:r>
              <a:rPr lang="en" sz="1800">
                <a:latin typeface="Red Hat Display"/>
                <a:ea typeface="Red Hat Display"/>
                <a:cs typeface="Red Hat Display"/>
                <a:sym typeface="Red Hat Display"/>
              </a:rPr>
              <a:t>Code</a:t>
            </a:r>
            <a:br>
              <a:rPr lang="en" sz="1800">
                <a:latin typeface="Red Hat Display"/>
                <a:ea typeface="Red Hat Display"/>
                <a:cs typeface="Red Hat Display"/>
                <a:sym typeface="Red Hat Display"/>
              </a:rPr>
            </a:br>
            <a:r>
              <a:rPr lang="en" sz="1800">
                <a:latin typeface="Red Hat Display"/>
                <a:ea typeface="Red Hat Display"/>
                <a:cs typeface="Red Hat Display"/>
                <a:sym typeface="Red Hat Display"/>
              </a:rPr>
              <a:t>Checklists</a:t>
            </a:r>
            <a:endParaRPr sz="1800">
              <a:latin typeface="Red Hat Display"/>
              <a:ea typeface="Red Hat Display"/>
              <a:cs typeface="Red Hat Display"/>
              <a:sym typeface="Red Hat Display"/>
            </a:endParaRPr>
          </a:p>
          <a:p>
            <a:pPr indent="0" lvl="0" marL="0" rtl="0" algn="l">
              <a:spcBef>
                <a:spcPts val="0"/>
              </a:spcBef>
              <a:spcAft>
                <a:spcPts val="0"/>
              </a:spcAft>
              <a:buNone/>
            </a:pPr>
            <a:r>
              <a:rPr lang="en" sz="1800">
                <a:latin typeface="Red Hat Display"/>
                <a:ea typeface="Red Hat Display"/>
                <a:cs typeface="Red Hat Display"/>
                <a:sym typeface="Red Hat Display"/>
              </a:rPr>
              <a:t>Blueprints</a:t>
            </a:r>
            <a:endParaRPr sz="1800">
              <a:latin typeface="Red Hat Display"/>
              <a:ea typeface="Red Hat Display"/>
              <a:cs typeface="Red Hat Display"/>
              <a:sym typeface="Red Hat Display"/>
            </a:endParaRPr>
          </a:p>
          <a:p>
            <a:pPr indent="0" lvl="0" marL="0" rtl="0" algn="l">
              <a:spcBef>
                <a:spcPts val="0"/>
              </a:spcBef>
              <a:spcAft>
                <a:spcPts val="0"/>
              </a:spcAft>
              <a:buNone/>
            </a:pPr>
            <a:r>
              <a:rPr b="1" lang="en" sz="2400">
                <a:latin typeface="Red Hat Display"/>
                <a:ea typeface="Red Hat Display"/>
                <a:cs typeface="Red Hat Display"/>
                <a:sym typeface="Red Hat Display"/>
              </a:rPr>
              <a:t>+</a:t>
            </a:r>
            <a:endParaRPr b="1" sz="2400">
              <a:latin typeface="Red Hat Display"/>
              <a:ea typeface="Red Hat Display"/>
              <a:cs typeface="Red Hat Display"/>
              <a:sym typeface="Red Hat Display"/>
            </a:endParaRPr>
          </a:p>
          <a:p>
            <a:pPr indent="0" lvl="0" marL="0" rtl="0" algn="l">
              <a:spcBef>
                <a:spcPts val="0"/>
              </a:spcBef>
              <a:spcAft>
                <a:spcPts val="0"/>
              </a:spcAft>
              <a:buNone/>
            </a:pPr>
            <a:r>
              <a:rPr lang="en" sz="1800">
                <a:latin typeface="Red Hat Display"/>
                <a:ea typeface="Red Hat Display"/>
                <a:cs typeface="Red Hat Display"/>
                <a:sym typeface="Red Hat Display"/>
              </a:rPr>
              <a:t>RHEL</a:t>
            </a:r>
            <a:endParaRPr sz="1800">
              <a:latin typeface="Red Hat Display"/>
              <a:ea typeface="Red Hat Display"/>
              <a:cs typeface="Red Hat Display"/>
              <a:sym typeface="Red Hat Display"/>
            </a:endParaRPr>
          </a:p>
          <a:p>
            <a:pPr indent="0" lvl="0" marL="0" rtl="0" algn="l">
              <a:spcBef>
                <a:spcPts val="0"/>
              </a:spcBef>
              <a:spcAft>
                <a:spcPts val="0"/>
              </a:spcAft>
              <a:buNone/>
            </a:pPr>
            <a:r>
              <a:rPr b="1" lang="en" sz="2400">
                <a:latin typeface="Red Hat Display"/>
                <a:ea typeface="Red Hat Display"/>
                <a:cs typeface="Red Hat Display"/>
                <a:sym typeface="Red Hat Display"/>
              </a:rPr>
              <a:t>+</a:t>
            </a:r>
            <a:endParaRPr b="1" sz="2400">
              <a:latin typeface="Red Hat Display"/>
              <a:ea typeface="Red Hat Display"/>
              <a:cs typeface="Red Hat Display"/>
              <a:sym typeface="Red Hat Display"/>
            </a:endParaRPr>
          </a:p>
          <a:p>
            <a:pPr indent="0" lvl="0" marL="0" rtl="0" algn="l">
              <a:spcBef>
                <a:spcPts val="0"/>
              </a:spcBef>
              <a:spcAft>
                <a:spcPts val="0"/>
              </a:spcAft>
              <a:buNone/>
            </a:pPr>
            <a:r>
              <a:rPr lang="en" sz="1800">
                <a:latin typeface="Red Hat Display"/>
                <a:ea typeface="Red Hat Display"/>
                <a:cs typeface="Red Hat Display"/>
                <a:sym typeface="Red Hat Display"/>
              </a:rPr>
              <a:t>Physical</a:t>
            </a:r>
            <a:br>
              <a:rPr lang="en" sz="1800">
                <a:latin typeface="Red Hat Display"/>
                <a:ea typeface="Red Hat Display"/>
                <a:cs typeface="Red Hat Display"/>
                <a:sym typeface="Red Hat Display"/>
              </a:rPr>
            </a:br>
            <a:r>
              <a:rPr lang="en" sz="1800">
                <a:latin typeface="Red Hat Display"/>
                <a:ea typeface="Red Hat Display"/>
                <a:cs typeface="Red Hat Display"/>
                <a:sym typeface="Red Hat Display"/>
              </a:rPr>
              <a:t>Virtual</a:t>
            </a:r>
            <a:br>
              <a:rPr lang="en" sz="1800">
                <a:latin typeface="Red Hat Display"/>
                <a:ea typeface="Red Hat Display"/>
                <a:cs typeface="Red Hat Display"/>
                <a:sym typeface="Red Hat Display"/>
              </a:rPr>
            </a:br>
            <a:r>
              <a:rPr lang="en" sz="1800">
                <a:latin typeface="Red Hat Display"/>
                <a:ea typeface="Red Hat Display"/>
                <a:cs typeface="Red Hat Display"/>
                <a:sym typeface="Red Hat Display"/>
              </a:rPr>
              <a:t>Cloud Instances</a:t>
            </a:r>
            <a:endParaRPr sz="1800">
              <a:latin typeface="Red Hat Display"/>
              <a:ea typeface="Red Hat Display"/>
              <a:cs typeface="Red Hat Display"/>
              <a:sym typeface="Red Hat Display"/>
            </a:endParaRPr>
          </a:p>
        </p:txBody>
      </p:sp>
      <p:sp>
        <p:nvSpPr>
          <p:cNvPr id="917" name="Google Shape;917;p61"/>
          <p:cNvSpPr txBox="1"/>
          <p:nvPr/>
        </p:nvSpPr>
        <p:spPr>
          <a:xfrm>
            <a:off x="9468275" y="1007225"/>
            <a:ext cx="2199900" cy="333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ed Hat Display"/>
                <a:ea typeface="Red Hat Display"/>
                <a:cs typeface="Red Hat Display"/>
                <a:sym typeface="Red Hat Display"/>
              </a:rPr>
              <a:t>Hardened</a:t>
            </a:r>
            <a:br>
              <a:rPr b="1" lang="en" sz="1800">
                <a:latin typeface="Red Hat Display"/>
                <a:ea typeface="Red Hat Display"/>
                <a:cs typeface="Red Hat Display"/>
                <a:sym typeface="Red Hat Display"/>
              </a:rPr>
            </a:br>
            <a:r>
              <a:rPr b="1" lang="en" sz="1800">
                <a:latin typeface="Red Hat Display"/>
                <a:ea typeface="Red Hat Display"/>
                <a:cs typeface="Red Hat Display"/>
                <a:sym typeface="Red Hat Display"/>
              </a:rPr>
              <a:t>Patched</a:t>
            </a:r>
            <a:endParaRPr b="1" sz="1800">
              <a:latin typeface="Red Hat Display"/>
              <a:ea typeface="Red Hat Display"/>
              <a:cs typeface="Red Hat Display"/>
              <a:sym typeface="Red Hat Display"/>
            </a:endParaRPr>
          </a:p>
          <a:p>
            <a:pPr indent="0" lvl="0" marL="0" rtl="0" algn="l">
              <a:spcBef>
                <a:spcPts val="0"/>
              </a:spcBef>
              <a:spcAft>
                <a:spcPts val="0"/>
              </a:spcAft>
              <a:buNone/>
            </a:pPr>
            <a:r>
              <a:rPr b="1" lang="en" sz="1800">
                <a:latin typeface="Red Hat Display"/>
                <a:ea typeface="Red Hat Display"/>
                <a:cs typeface="Red Hat Display"/>
                <a:sym typeface="Red Hat Display"/>
              </a:rPr>
              <a:t>Current</a:t>
            </a:r>
            <a:endParaRPr b="1" sz="1800">
              <a:latin typeface="Red Hat Display"/>
              <a:ea typeface="Red Hat Display"/>
              <a:cs typeface="Red Hat Display"/>
              <a:sym typeface="Red Hat Display"/>
            </a:endParaRPr>
          </a:p>
          <a:p>
            <a:pPr indent="0" lvl="0" marL="0" rtl="0" algn="l">
              <a:spcBef>
                <a:spcPts val="0"/>
              </a:spcBef>
              <a:spcAft>
                <a:spcPts val="0"/>
              </a:spcAft>
              <a:buNone/>
            </a:pPr>
            <a:r>
              <a:rPr lang="en" sz="1800">
                <a:latin typeface="Red Hat Display"/>
                <a:ea typeface="Red Hat Display"/>
                <a:cs typeface="Red Hat Display"/>
                <a:sym typeface="Red Hat Display"/>
              </a:rPr>
              <a:t>Applications </a:t>
            </a:r>
            <a:r>
              <a:rPr b="1" lang="en" sz="1800">
                <a:latin typeface="Red Hat Display"/>
                <a:ea typeface="Red Hat Display"/>
                <a:cs typeface="Red Hat Display"/>
                <a:sym typeface="Red Hat Display"/>
              </a:rPr>
              <a:t>and</a:t>
            </a:r>
            <a:r>
              <a:rPr lang="en" sz="1800">
                <a:latin typeface="Red Hat Display"/>
                <a:ea typeface="Red Hat Display"/>
                <a:cs typeface="Red Hat Display"/>
                <a:sym typeface="Red Hat Display"/>
              </a:rPr>
              <a:t> Base OS</a:t>
            </a:r>
            <a:br>
              <a:rPr b="1" lang="en" sz="2400">
                <a:latin typeface="Red Hat Display"/>
                <a:ea typeface="Red Hat Display"/>
                <a:cs typeface="Red Hat Display"/>
                <a:sym typeface="Red Hat Display"/>
              </a:rPr>
            </a:br>
            <a:endParaRPr b="1" sz="2400">
              <a:latin typeface="Red Hat Display"/>
              <a:ea typeface="Red Hat Display"/>
              <a:cs typeface="Red Hat Display"/>
              <a:sym typeface="Red Hat Display"/>
            </a:endParaRPr>
          </a:p>
          <a:p>
            <a:pPr indent="0" lvl="0" marL="0" rtl="0" algn="l">
              <a:spcBef>
                <a:spcPts val="0"/>
              </a:spcBef>
              <a:spcAft>
                <a:spcPts val="0"/>
              </a:spcAft>
              <a:buNone/>
            </a:pPr>
            <a:r>
              <a:rPr b="1" lang="en" sz="2400">
                <a:latin typeface="Red Hat Display"/>
                <a:ea typeface="Red Hat Display"/>
                <a:cs typeface="Red Hat Display"/>
                <a:sym typeface="Red Hat Display"/>
              </a:rPr>
              <a:t>Life is Better with RHIS™</a:t>
            </a:r>
            <a:endParaRPr b="1" sz="2400">
              <a:latin typeface="Red Hat Display"/>
              <a:ea typeface="Red Hat Display"/>
              <a:cs typeface="Red Hat Display"/>
              <a:sym typeface="Red Hat Display"/>
            </a:endParaRPr>
          </a:p>
        </p:txBody>
      </p:sp>
      <p:pic>
        <p:nvPicPr>
          <p:cNvPr id="918" name="Google Shape;918;p61"/>
          <p:cNvPicPr preferRelativeResize="0"/>
          <p:nvPr/>
        </p:nvPicPr>
        <p:blipFill rotWithShape="1">
          <a:blip r:embed="rId20">
            <a:alphaModFix/>
          </a:blip>
          <a:srcRect b="0" l="0" r="0" t="0"/>
          <a:stretch/>
        </p:blipFill>
        <p:spPr>
          <a:xfrm>
            <a:off x="1211676" y="4418133"/>
            <a:ext cx="528574" cy="491550"/>
          </a:xfrm>
          <a:prstGeom prst="rect">
            <a:avLst/>
          </a:prstGeom>
          <a:noFill/>
          <a:ln>
            <a:noFill/>
          </a:ln>
        </p:spPr>
      </p:pic>
      <p:pic>
        <p:nvPicPr>
          <p:cNvPr id="919" name="Google Shape;919;p61"/>
          <p:cNvPicPr preferRelativeResize="0"/>
          <p:nvPr/>
        </p:nvPicPr>
        <p:blipFill rotWithShape="1">
          <a:blip r:embed="rId21">
            <a:alphaModFix/>
          </a:blip>
          <a:srcRect b="0" l="0" r="0" t="0"/>
          <a:stretch/>
        </p:blipFill>
        <p:spPr>
          <a:xfrm>
            <a:off x="5657816" y="5976223"/>
            <a:ext cx="528575" cy="528604"/>
          </a:xfrm>
          <a:prstGeom prst="rect">
            <a:avLst/>
          </a:prstGeom>
          <a:noFill/>
          <a:ln>
            <a:noFill/>
          </a:ln>
        </p:spPr>
      </p:pic>
      <p:sp>
        <p:nvSpPr>
          <p:cNvPr id="920" name="Google Shape;920;p61"/>
          <p:cNvSpPr txBox="1"/>
          <p:nvPr/>
        </p:nvSpPr>
        <p:spPr>
          <a:xfrm>
            <a:off x="5434135" y="5694188"/>
            <a:ext cx="9444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Red Hat Text Medium"/>
                <a:ea typeface="Red Hat Text Medium"/>
                <a:cs typeface="Red Hat Text Medium"/>
                <a:sym typeface="Red Hat Text Medium"/>
              </a:rPr>
              <a:t>Test</a:t>
            </a:r>
            <a:endParaRPr sz="1100">
              <a:latin typeface="Red Hat Text Medium"/>
              <a:ea typeface="Red Hat Text Medium"/>
              <a:cs typeface="Red Hat Text Medium"/>
              <a:sym typeface="Red Hat Text Medium"/>
            </a:endParaRPr>
          </a:p>
        </p:txBody>
      </p:sp>
      <p:pic>
        <p:nvPicPr>
          <p:cNvPr id="921" name="Google Shape;921;p61"/>
          <p:cNvPicPr preferRelativeResize="0"/>
          <p:nvPr/>
        </p:nvPicPr>
        <p:blipFill rotWithShape="1">
          <a:blip r:embed="rId22">
            <a:alphaModFix/>
          </a:blip>
          <a:srcRect b="0" l="0" r="0" t="0"/>
          <a:stretch/>
        </p:blipFill>
        <p:spPr>
          <a:xfrm>
            <a:off x="6371501" y="6027412"/>
            <a:ext cx="528575" cy="528575"/>
          </a:xfrm>
          <a:prstGeom prst="rect">
            <a:avLst/>
          </a:prstGeom>
          <a:noFill/>
          <a:ln>
            <a:noFill/>
          </a:ln>
        </p:spPr>
      </p:pic>
      <p:sp>
        <p:nvSpPr>
          <p:cNvPr id="922" name="Google Shape;922;p61"/>
          <p:cNvSpPr txBox="1"/>
          <p:nvPr/>
        </p:nvSpPr>
        <p:spPr>
          <a:xfrm>
            <a:off x="6122940" y="5694188"/>
            <a:ext cx="1057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Red Hat Text Medium"/>
                <a:ea typeface="Red Hat Text Medium"/>
                <a:cs typeface="Red Hat Text Medium"/>
                <a:sym typeface="Red Hat Text Medium"/>
              </a:rPr>
              <a:t>Release</a:t>
            </a:r>
            <a:endParaRPr sz="1100">
              <a:latin typeface="Red Hat Text Medium"/>
              <a:ea typeface="Red Hat Text Medium"/>
              <a:cs typeface="Red Hat Text Medium"/>
              <a:sym typeface="Red Hat Text Medium"/>
            </a:endParaRPr>
          </a:p>
        </p:txBody>
      </p:sp>
      <p:sp>
        <p:nvSpPr>
          <p:cNvPr id="923" name="Google Shape;923;p61"/>
          <p:cNvSpPr txBox="1"/>
          <p:nvPr/>
        </p:nvSpPr>
        <p:spPr>
          <a:xfrm>
            <a:off x="4783202" y="5694188"/>
            <a:ext cx="9444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Red Hat Text Medium"/>
                <a:ea typeface="Red Hat Text Medium"/>
                <a:cs typeface="Red Hat Text Medium"/>
                <a:sym typeface="Red Hat Text Medium"/>
              </a:rPr>
              <a:t>Build</a:t>
            </a:r>
            <a:endParaRPr sz="1100">
              <a:latin typeface="Red Hat Text Medium"/>
              <a:ea typeface="Red Hat Text Medium"/>
              <a:cs typeface="Red Hat Text Medium"/>
              <a:sym typeface="Red Hat Text Medium"/>
            </a:endParaRPr>
          </a:p>
        </p:txBody>
      </p:sp>
      <p:grpSp>
        <p:nvGrpSpPr>
          <p:cNvPr id="924" name="Google Shape;924;p61"/>
          <p:cNvGrpSpPr/>
          <p:nvPr/>
        </p:nvGrpSpPr>
        <p:grpSpPr>
          <a:xfrm>
            <a:off x="4784859" y="5949325"/>
            <a:ext cx="825625" cy="725425"/>
            <a:chOff x="4861059" y="6025525"/>
            <a:chExt cx="825625" cy="725425"/>
          </a:xfrm>
        </p:grpSpPr>
        <p:pic>
          <p:nvPicPr>
            <p:cNvPr id="925" name="Google Shape;925;p61"/>
            <p:cNvPicPr preferRelativeResize="0"/>
            <p:nvPr/>
          </p:nvPicPr>
          <p:blipFill rotWithShape="1">
            <a:blip r:embed="rId23">
              <a:alphaModFix/>
            </a:blip>
            <a:srcRect b="0" l="0" r="0" t="0"/>
            <a:stretch/>
          </p:blipFill>
          <p:spPr>
            <a:xfrm>
              <a:off x="4861059" y="6025525"/>
              <a:ext cx="429475" cy="453215"/>
            </a:xfrm>
            <a:prstGeom prst="rect">
              <a:avLst/>
            </a:prstGeom>
            <a:noFill/>
            <a:ln>
              <a:noFill/>
            </a:ln>
          </p:spPr>
        </p:pic>
        <p:pic>
          <p:nvPicPr>
            <p:cNvPr id="926" name="Google Shape;926;p61"/>
            <p:cNvPicPr preferRelativeResize="0"/>
            <p:nvPr/>
          </p:nvPicPr>
          <p:blipFill rotWithShape="1">
            <a:blip r:embed="rId15">
              <a:alphaModFix/>
            </a:blip>
            <a:srcRect b="0" l="0" r="0" t="0"/>
            <a:stretch/>
          </p:blipFill>
          <p:spPr>
            <a:xfrm>
              <a:off x="5006245" y="6166421"/>
              <a:ext cx="429475" cy="453215"/>
            </a:xfrm>
            <a:prstGeom prst="rect">
              <a:avLst/>
            </a:prstGeom>
            <a:noFill/>
            <a:ln>
              <a:noFill/>
            </a:ln>
          </p:spPr>
        </p:pic>
        <p:pic>
          <p:nvPicPr>
            <p:cNvPr id="927" name="Google Shape;927;p61"/>
            <p:cNvPicPr preferRelativeResize="0"/>
            <p:nvPr/>
          </p:nvPicPr>
          <p:blipFill rotWithShape="1">
            <a:blip r:embed="rId24">
              <a:alphaModFix/>
            </a:blip>
            <a:srcRect b="0" l="0" r="0" t="0"/>
            <a:stretch/>
          </p:blipFill>
          <p:spPr>
            <a:xfrm>
              <a:off x="5257209" y="6297735"/>
              <a:ext cx="429475" cy="453215"/>
            </a:xfrm>
            <a:prstGeom prst="rect">
              <a:avLst/>
            </a:prstGeom>
            <a:noFill/>
            <a:ln>
              <a:noFill/>
            </a:ln>
          </p:spPr>
        </p:pic>
      </p:grpSp>
      <p:pic>
        <p:nvPicPr>
          <p:cNvPr id="928" name="Google Shape;928;p61"/>
          <p:cNvPicPr preferRelativeResize="0"/>
          <p:nvPr/>
        </p:nvPicPr>
        <p:blipFill>
          <a:blip r:embed="rId25">
            <a:alphaModFix/>
          </a:blip>
          <a:stretch>
            <a:fillRect/>
          </a:stretch>
        </p:blipFill>
        <p:spPr>
          <a:xfrm>
            <a:off x="9440850" y="4057525"/>
            <a:ext cx="2552700" cy="1790700"/>
          </a:xfrm>
          <a:prstGeom prst="rect">
            <a:avLst/>
          </a:prstGeom>
          <a:noFill/>
          <a:ln>
            <a:noFill/>
          </a:ln>
        </p:spPr>
      </p:pic>
      <p:sp>
        <p:nvSpPr>
          <p:cNvPr id="929" name="Google Shape;929;p61"/>
          <p:cNvSpPr/>
          <p:nvPr/>
        </p:nvSpPr>
        <p:spPr>
          <a:xfrm rot="737038">
            <a:off x="8888934" y="2348129"/>
            <a:ext cx="3074408" cy="3759879"/>
          </a:xfrm>
          <a:prstGeom prst="irregularSeal1">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lt1"/>
                </a:solidFill>
                <a:latin typeface="Red Hat Display"/>
                <a:ea typeface="Red Hat Display"/>
                <a:cs typeface="Red Hat Display"/>
                <a:sym typeface="Red Hat Display"/>
              </a:rPr>
              <a:t>Now delivered in a</a:t>
            </a:r>
            <a:br>
              <a:rPr b="1" lang="en" sz="2100">
                <a:solidFill>
                  <a:schemeClr val="lt1"/>
                </a:solidFill>
                <a:latin typeface="Red Hat Display"/>
                <a:ea typeface="Red Hat Display"/>
                <a:cs typeface="Red Hat Display"/>
                <a:sym typeface="Red Hat Display"/>
              </a:rPr>
            </a:br>
            <a:r>
              <a:rPr b="1" lang="en" sz="2100">
                <a:solidFill>
                  <a:schemeClr val="lt1"/>
                </a:solidFill>
                <a:latin typeface="Red Hat Display"/>
                <a:ea typeface="Red Hat Display"/>
                <a:cs typeface="Red Hat Display"/>
                <a:sym typeface="Red Hat Display"/>
              </a:rPr>
              <a:t>Container!</a:t>
            </a:r>
            <a:endParaRPr b="1" sz="2100">
              <a:solidFill>
                <a:schemeClr val="lt1"/>
              </a:solidFill>
              <a:latin typeface="Red Hat Display"/>
              <a:ea typeface="Red Hat Display"/>
              <a:cs typeface="Red Hat Display"/>
              <a:sym typeface="Red Hat Displa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6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935" name="Google Shape;935;p62"/>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p>
            <a:pPr indent="0" lvl="0" marL="0" rtl="0" algn="l">
              <a:spcBef>
                <a:spcPts val="0"/>
              </a:spcBef>
              <a:spcAft>
                <a:spcPts val="0"/>
              </a:spcAft>
              <a:buNone/>
            </a:pPr>
            <a:r>
              <a:rPr lang="en">
                <a:latin typeface="Red Hat Display Medium"/>
                <a:ea typeface="Red Hat Display Medium"/>
                <a:cs typeface="Red Hat Display Medium"/>
                <a:sym typeface="Red Hat Display Medium"/>
              </a:rPr>
              <a:t>Bootstrap Scenarios</a:t>
            </a:r>
            <a:endParaRPr>
              <a:latin typeface="Red Hat Display Medium"/>
              <a:ea typeface="Red Hat Display Medium"/>
              <a:cs typeface="Red Hat Display Medium"/>
              <a:sym typeface="Red Hat Display Medium"/>
            </a:endParaRPr>
          </a:p>
        </p:txBody>
      </p:sp>
      <p:sp>
        <p:nvSpPr>
          <p:cNvPr id="936" name="Google Shape;936;p6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sz="900">
                <a:latin typeface="Overpass SemiBold"/>
                <a:ea typeface="Overpass SemiBold"/>
                <a:cs typeface="Overpass SemiBold"/>
                <a:sym typeface="Overpass SemiBold"/>
              </a:rPr>
              <a:t>Red Hat Infrastructure Standard Adoption Model</a:t>
            </a:r>
            <a:endParaRPr/>
          </a:p>
        </p:txBody>
      </p:sp>
      <p:sp>
        <p:nvSpPr>
          <p:cNvPr id="937" name="Google Shape;937;p62"/>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pic>
        <p:nvPicPr>
          <p:cNvPr id="942" name="Google Shape;942;p63" title="LifeIsBetterWithRHIS.jpg"/>
          <p:cNvPicPr preferRelativeResize="0"/>
          <p:nvPr/>
        </p:nvPicPr>
        <p:blipFill>
          <a:blip r:embed="rId3">
            <a:alphaModFix/>
          </a:blip>
          <a:stretch>
            <a:fillRect/>
          </a:stretch>
        </p:blipFill>
        <p:spPr>
          <a:xfrm>
            <a:off x="2926875" y="2094025"/>
            <a:ext cx="6327900" cy="4211401"/>
          </a:xfrm>
          <a:prstGeom prst="rect">
            <a:avLst/>
          </a:prstGeom>
          <a:noFill/>
          <a:ln>
            <a:noFill/>
          </a:ln>
        </p:spPr>
      </p:pic>
      <p:sp>
        <p:nvSpPr>
          <p:cNvPr id="943" name="Google Shape;943;p63"/>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The Bootstrap Model</a:t>
            </a:r>
            <a:endParaRPr/>
          </a:p>
        </p:txBody>
      </p:sp>
      <p:sp>
        <p:nvSpPr>
          <p:cNvPr id="944" name="Google Shape;944;p6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945" name="Google Shape;945;p6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946" name="Google Shape;946;p63"/>
          <p:cNvSpPr txBox="1"/>
          <p:nvPr/>
        </p:nvSpPr>
        <p:spPr>
          <a:xfrm>
            <a:off x="459325" y="1490775"/>
            <a:ext cx="3149100" cy="34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1F2328"/>
                </a:solidFill>
                <a:highlight>
                  <a:srgbClr val="FFFFFF"/>
                </a:highlight>
                <a:latin typeface="Red Hat Display"/>
                <a:ea typeface="Red Hat Display"/>
                <a:cs typeface="Red Hat Display"/>
                <a:sym typeface="Red Hat Display"/>
              </a:rPr>
              <a:t>Get the Container! </a:t>
            </a:r>
            <a:endParaRPr b="1" sz="2400">
              <a:solidFill>
                <a:srgbClr val="1F2328"/>
              </a:solidFill>
              <a:highlight>
                <a:srgbClr val="FFFFFF"/>
              </a:highlight>
              <a:latin typeface="Red Hat Display"/>
              <a:ea typeface="Red Hat Display"/>
              <a:cs typeface="Red Hat Display"/>
              <a:sym typeface="Red Hat Display"/>
            </a:endParaRPr>
          </a:p>
          <a:p>
            <a:pPr indent="0" lvl="0" marL="0" rtl="0" algn="l">
              <a:lnSpc>
                <a:spcPct val="115000"/>
              </a:lnSpc>
              <a:spcBef>
                <a:spcPts val="1200"/>
              </a:spcBef>
              <a:spcAft>
                <a:spcPts val="0"/>
              </a:spcAft>
              <a:buNone/>
            </a:pPr>
            <a:r>
              <a:rPr b="1" lang="en" sz="2400">
                <a:solidFill>
                  <a:srgbClr val="1F2328"/>
                </a:solidFill>
                <a:highlight>
                  <a:srgbClr val="FFFFFF"/>
                </a:highlight>
                <a:latin typeface="Red Hat Display"/>
                <a:ea typeface="Red Hat Display"/>
                <a:cs typeface="Red Hat Display"/>
                <a:sym typeface="Red Hat Display"/>
              </a:rPr>
              <a:t>Configure it. </a:t>
            </a:r>
            <a:endParaRPr b="1" sz="2400">
              <a:solidFill>
                <a:srgbClr val="1F2328"/>
              </a:solidFill>
              <a:highlight>
                <a:srgbClr val="FFFFFF"/>
              </a:highlight>
              <a:latin typeface="Red Hat Display"/>
              <a:ea typeface="Red Hat Display"/>
              <a:cs typeface="Red Hat Display"/>
              <a:sym typeface="Red Hat Display"/>
            </a:endParaRPr>
          </a:p>
          <a:p>
            <a:pPr indent="0" lvl="0" marL="0" rtl="0" algn="l">
              <a:lnSpc>
                <a:spcPct val="115000"/>
              </a:lnSpc>
              <a:spcBef>
                <a:spcPts val="1200"/>
              </a:spcBef>
              <a:spcAft>
                <a:spcPts val="0"/>
              </a:spcAft>
              <a:buNone/>
            </a:pPr>
            <a:r>
              <a:rPr b="1" lang="en" sz="2400">
                <a:solidFill>
                  <a:srgbClr val="1F2328"/>
                </a:solidFill>
                <a:highlight>
                  <a:srgbClr val="FFFFFF"/>
                </a:highlight>
                <a:latin typeface="Red Hat Display"/>
                <a:ea typeface="Red Hat Display"/>
                <a:cs typeface="Red Hat Display"/>
                <a:sym typeface="Red Hat Display"/>
              </a:rPr>
              <a:t>Test it. </a:t>
            </a:r>
            <a:endParaRPr b="1" sz="2400">
              <a:solidFill>
                <a:srgbClr val="1F2328"/>
              </a:solidFill>
              <a:highlight>
                <a:srgbClr val="FFFFFF"/>
              </a:highlight>
              <a:latin typeface="Red Hat Display"/>
              <a:ea typeface="Red Hat Display"/>
              <a:cs typeface="Red Hat Display"/>
              <a:sym typeface="Red Hat Display"/>
            </a:endParaRPr>
          </a:p>
          <a:p>
            <a:pPr indent="0" lvl="0" marL="0" rtl="0" algn="l">
              <a:lnSpc>
                <a:spcPct val="115000"/>
              </a:lnSpc>
              <a:spcBef>
                <a:spcPts val="1200"/>
              </a:spcBef>
              <a:spcAft>
                <a:spcPts val="0"/>
              </a:spcAft>
              <a:buNone/>
            </a:pPr>
            <a:r>
              <a:rPr b="1" lang="en" sz="2400">
                <a:solidFill>
                  <a:srgbClr val="1F2328"/>
                </a:solidFill>
                <a:highlight>
                  <a:srgbClr val="FFFFFF"/>
                </a:highlight>
                <a:latin typeface="Red Hat Display"/>
                <a:ea typeface="Red Hat Display"/>
                <a:cs typeface="Red Hat Display"/>
                <a:sym typeface="Red Hat Display"/>
              </a:rPr>
              <a:t>Change it. </a:t>
            </a:r>
            <a:endParaRPr b="1" sz="2400">
              <a:solidFill>
                <a:srgbClr val="1F2328"/>
              </a:solidFill>
              <a:highlight>
                <a:srgbClr val="FFFFFF"/>
              </a:highlight>
              <a:latin typeface="Red Hat Display"/>
              <a:ea typeface="Red Hat Display"/>
              <a:cs typeface="Red Hat Display"/>
              <a:sym typeface="Red Hat Display"/>
            </a:endParaRPr>
          </a:p>
          <a:p>
            <a:pPr indent="0" lvl="0" marL="0" rtl="0" algn="l">
              <a:lnSpc>
                <a:spcPct val="115000"/>
              </a:lnSpc>
              <a:spcBef>
                <a:spcPts val="1200"/>
              </a:spcBef>
              <a:spcAft>
                <a:spcPts val="0"/>
              </a:spcAft>
              <a:buNone/>
            </a:pPr>
            <a:r>
              <a:rPr b="1" lang="en" sz="2400">
                <a:solidFill>
                  <a:srgbClr val="1F2328"/>
                </a:solidFill>
                <a:highlight>
                  <a:srgbClr val="FFFFFF"/>
                </a:highlight>
                <a:latin typeface="Red Hat Display"/>
                <a:ea typeface="Red Hat Display"/>
                <a:cs typeface="Red Hat Display"/>
                <a:sym typeface="Red Hat Display"/>
              </a:rPr>
              <a:t>Commit it. </a:t>
            </a:r>
            <a:endParaRPr b="1" sz="2400">
              <a:solidFill>
                <a:srgbClr val="1F2328"/>
              </a:solidFill>
              <a:highlight>
                <a:srgbClr val="FFFFFF"/>
              </a:highlight>
              <a:latin typeface="Red Hat Display"/>
              <a:ea typeface="Red Hat Display"/>
              <a:cs typeface="Red Hat Display"/>
              <a:sym typeface="Red Hat Display"/>
            </a:endParaRPr>
          </a:p>
          <a:p>
            <a:pPr indent="0" lvl="0" marL="0" rtl="0" algn="l">
              <a:lnSpc>
                <a:spcPct val="115000"/>
              </a:lnSpc>
              <a:spcBef>
                <a:spcPts val="1200"/>
              </a:spcBef>
              <a:spcAft>
                <a:spcPts val="0"/>
              </a:spcAft>
              <a:buClr>
                <a:schemeClr val="dk1"/>
              </a:buClr>
              <a:buSzPts val="1100"/>
              <a:buFont typeface="Arial"/>
              <a:buNone/>
            </a:pPr>
            <a:r>
              <a:rPr b="1" lang="en" sz="2400">
                <a:solidFill>
                  <a:srgbClr val="1F2328"/>
                </a:solidFill>
                <a:highlight>
                  <a:srgbClr val="FFFFFF"/>
                </a:highlight>
                <a:latin typeface="Red Hat Display"/>
                <a:ea typeface="Red Hat Display"/>
                <a:cs typeface="Red Hat Display"/>
                <a:sym typeface="Red Hat Display"/>
              </a:rPr>
              <a:t>Push it.</a:t>
            </a:r>
            <a:endParaRPr b="1" sz="2400">
              <a:solidFill>
                <a:srgbClr val="1F2328"/>
              </a:solidFill>
              <a:highlight>
                <a:srgbClr val="FFFFFF"/>
              </a:highlight>
              <a:latin typeface="Red Hat Display"/>
              <a:ea typeface="Red Hat Display"/>
              <a:cs typeface="Red Hat Display"/>
              <a:sym typeface="Red Hat Display"/>
            </a:endParaRPr>
          </a:p>
          <a:p>
            <a:pPr indent="0" lvl="0" marL="0" rtl="0" algn="l">
              <a:lnSpc>
                <a:spcPct val="115000"/>
              </a:lnSpc>
              <a:spcBef>
                <a:spcPts val="1200"/>
              </a:spcBef>
              <a:spcAft>
                <a:spcPts val="0"/>
              </a:spcAft>
              <a:buClr>
                <a:schemeClr val="dk1"/>
              </a:buClr>
              <a:buSzPts val="1100"/>
              <a:buFont typeface="Arial"/>
              <a:buNone/>
            </a:pPr>
            <a:r>
              <a:rPr b="1" lang="en" sz="2400">
                <a:solidFill>
                  <a:srgbClr val="1F2328"/>
                </a:solidFill>
                <a:highlight>
                  <a:srgbClr val="FFFFFF"/>
                </a:highlight>
                <a:latin typeface="Red Hat Display"/>
                <a:ea typeface="Red Hat Display"/>
                <a:cs typeface="Red Hat Display"/>
                <a:sym typeface="Red Hat Display"/>
              </a:rPr>
              <a:t>Run it.</a:t>
            </a:r>
            <a:endParaRPr b="1" sz="2400">
              <a:solidFill>
                <a:srgbClr val="1F2328"/>
              </a:solidFill>
              <a:highlight>
                <a:srgbClr val="FFFFFF"/>
              </a:highlight>
              <a:latin typeface="Red Hat Display"/>
              <a:ea typeface="Red Hat Display"/>
              <a:cs typeface="Red Hat Display"/>
              <a:sym typeface="Red Hat Display"/>
            </a:endParaRPr>
          </a:p>
          <a:p>
            <a:pPr indent="0" lvl="0" marL="0" rtl="0" algn="l">
              <a:spcBef>
                <a:spcPts val="1200"/>
              </a:spcBef>
              <a:spcAft>
                <a:spcPts val="0"/>
              </a:spcAft>
              <a:buNone/>
            </a:pPr>
            <a:r>
              <a:t/>
            </a:r>
            <a:endParaRPr sz="1800">
              <a:latin typeface="Red Hat Display"/>
              <a:ea typeface="Red Hat Display"/>
              <a:cs typeface="Red Hat Display"/>
              <a:sym typeface="Red Hat Display"/>
            </a:endParaRPr>
          </a:p>
        </p:txBody>
      </p:sp>
      <p:pic>
        <p:nvPicPr>
          <p:cNvPr id="947" name="Google Shape;947;p63"/>
          <p:cNvPicPr preferRelativeResize="0"/>
          <p:nvPr/>
        </p:nvPicPr>
        <p:blipFill>
          <a:blip r:embed="rId4">
            <a:alphaModFix/>
          </a:blip>
          <a:stretch>
            <a:fillRect/>
          </a:stretch>
        </p:blipFill>
        <p:spPr>
          <a:xfrm>
            <a:off x="9440850" y="4057525"/>
            <a:ext cx="2552700" cy="1790700"/>
          </a:xfrm>
          <a:prstGeom prst="rect">
            <a:avLst/>
          </a:prstGeom>
          <a:noFill/>
          <a:ln>
            <a:noFill/>
          </a:ln>
        </p:spPr>
      </p:pic>
      <p:sp>
        <p:nvSpPr>
          <p:cNvPr id="948" name="Google Shape;948;p63"/>
          <p:cNvSpPr/>
          <p:nvPr/>
        </p:nvSpPr>
        <p:spPr>
          <a:xfrm rot="737038">
            <a:off x="8888934" y="2348129"/>
            <a:ext cx="3074408" cy="3759879"/>
          </a:xfrm>
          <a:prstGeom prst="irregularSeal1">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lt1"/>
                </a:solidFill>
                <a:latin typeface="Red Hat Display"/>
                <a:ea typeface="Red Hat Display"/>
                <a:cs typeface="Red Hat Display"/>
                <a:sym typeface="Red Hat Display"/>
              </a:rPr>
              <a:t>Now delivered in a</a:t>
            </a:r>
            <a:br>
              <a:rPr b="1" lang="en" sz="2100">
                <a:solidFill>
                  <a:schemeClr val="lt1"/>
                </a:solidFill>
                <a:latin typeface="Red Hat Display"/>
                <a:ea typeface="Red Hat Display"/>
                <a:cs typeface="Red Hat Display"/>
                <a:sym typeface="Red Hat Display"/>
              </a:rPr>
            </a:br>
            <a:r>
              <a:rPr b="1" lang="en" sz="2100">
                <a:solidFill>
                  <a:schemeClr val="lt1"/>
                </a:solidFill>
                <a:latin typeface="Red Hat Display"/>
                <a:ea typeface="Red Hat Display"/>
                <a:cs typeface="Red Hat Display"/>
                <a:sym typeface="Red Hat Display"/>
              </a:rPr>
              <a:t>Container!</a:t>
            </a:r>
            <a:endParaRPr b="1" sz="2100">
              <a:solidFill>
                <a:schemeClr val="lt1"/>
              </a:solidFill>
              <a:latin typeface="Red Hat Display"/>
              <a:ea typeface="Red Hat Display"/>
              <a:cs typeface="Red Hat Display"/>
              <a:sym typeface="Red Hat Display"/>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64"/>
          <p:cNvSpPr txBox="1"/>
          <p:nvPr>
            <p:ph type="title"/>
          </p:nvPr>
        </p:nvSpPr>
        <p:spPr>
          <a:xfrm>
            <a:off x="1180067" y="755933"/>
            <a:ext cx="13896000" cy="5343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Bootstrapping the RHIS</a:t>
            </a:r>
            <a:endParaRPr/>
          </a:p>
        </p:txBody>
      </p:sp>
      <p:sp>
        <p:nvSpPr>
          <p:cNvPr id="954" name="Google Shape;954;p64"/>
          <p:cNvSpPr txBox="1"/>
          <p:nvPr>
            <p:ph idx="1" type="subTitle"/>
          </p:nvPr>
        </p:nvSpPr>
        <p:spPr>
          <a:xfrm>
            <a:off x="597033" y="73921"/>
            <a:ext cx="6865200" cy="10884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955" name="Google Shape;955;p64"/>
          <p:cNvSpPr txBox="1"/>
          <p:nvPr>
            <p:ph idx="12" type="sldNum"/>
          </p:nvPr>
        </p:nvSpPr>
        <p:spPr>
          <a:xfrm>
            <a:off x="109300" y="8226075"/>
            <a:ext cx="975600" cy="191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956" name="Google Shape;956;p64"/>
          <p:cNvPicPr preferRelativeResize="0"/>
          <p:nvPr/>
        </p:nvPicPr>
        <p:blipFill rotWithShape="1">
          <a:blip r:embed="rId3">
            <a:alphaModFix/>
          </a:blip>
          <a:srcRect b="25702" l="0" r="0" t="28126"/>
          <a:stretch/>
        </p:blipFill>
        <p:spPr>
          <a:xfrm>
            <a:off x="1959891" y="1423517"/>
            <a:ext cx="914400" cy="422175"/>
          </a:xfrm>
          <a:prstGeom prst="rect">
            <a:avLst/>
          </a:prstGeom>
          <a:noFill/>
          <a:ln>
            <a:noFill/>
          </a:ln>
        </p:spPr>
      </p:pic>
      <p:sp>
        <p:nvSpPr>
          <p:cNvPr id="957" name="Google Shape;957;p64"/>
          <p:cNvSpPr txBox="1"/>
          <p:nvPr>
            <p:ph idx="2" type="subTitle"/>
          </p:nvPr>
        </p:nvSpPr>
        <p:spPr>
          <a:xfrm>
            <a:off x="1180167" y="1290333"/>
            <a:ext cx="13896000" cy="4239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t/>
            </a:r>
            <a:endParaRPr/>
          </a:p>
        </p:txBody>
      </p:sp>
      <p:sp>
        <p:nvSpPr>
          <p:cNvPr id="958" name="Google Shape;958;p64"/>
          <p:cNvSpPr txBox="1"/>
          <p:nvPr>
            <p:ph idx="3" type="subTitle"/>
          </p:nvPr>
        </p:nvSpPr>
        <p:spPr>
          <a:xfrm>
            <a:off x="1180067" y="8226067"/>
            <a:ext cx="10670100" cy="74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959" name="Google Shape;959;p64"/>
          <p:cNvPicPr preferRelativeResize="0"/>
          <p:nvPr/>
        </p:nvPicPr>
        <p:blipFill rotWithShape="1">
          <a:blip r:embed="rId4">
            <a:alphaModFix/>
          </a:blip>
          <a:srcRect b="19054" l="0" r="0" t="19757"/>
          <a:stretch/>
        </p:blipFill>
        <p:spPr>
          <a:xfrm rot="5400000">
            <a:off x="3429025" y="3981322"/>
            <a:ext cx="914400" cy="559500"/>
          </a:xfrm>
          <a:prstGeom prst="rect">
            <a:avLst/>
          </a:prstGeom>
          <a:noFill/>
          <a:ln>
            <a:noFill/>
          </a:ln>
        </p:spPr>
      </p:pic>
      <p:grpSp>
        <p:nvGrpSpPr>
          <p:cNvPr id="960" name="Google Shape;960;p64"/>
          <p:cNvGrpSpPr/>
          <p:nvPr/>
        </p:nvGrpSpPr>
        <p:grpSpPr>
          <a:xfrm>
            <a:off x="652258" y="1423539"/>
            <a:ext cx="458937" cy="422178"/>
            <a:chOff x="8321229" y="3179936"/>
            <a:chExt cx="914400" cy="914400"/>
          </a:xfrm>
        </p:grpSpPr>
        <p:sp>
          <p:nvSpPr>
            <p:cNvPr id="961" name="Google Shape;961;p64"/>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62" name="Google Shape;962;p64"/>
            <p:cNvPicPr preferRelativeResize="0"/>
            <p:nvPr/>
          </p:nvPicPr>
          <p:blipFill>
            <a:blip r:embed="rId5">
              <a:alphaModFix/>
            </a:blip>
            <a:stretch>
              <a:fillRect/>
            </a:stretch>
          </p:blipFill>
          <p:spPr>
            <a:xfrm>
              <a:off x="8321229" y="3179936"/>
              <a:ext cx="914400" cy="914400"/>
            </a:xfrm>
            <a:prstGeom prst="rect">
              <a:avLst/>
            </a:prstGeom>
            <a:noFill/>
            <a:ln>
              <a:noFill/>
            </a:ln>
          </p:spPr>
        </p:pic>
      </p:grpSp>
      <p:sp>
        <p:nvSpPr>
          <p:cNvPr id="963" name="Google Shape;963;p64"/>
          <p:cNvSpPr txBox="1"/>
          <p:nvPr/>
        </p:nvSpPr>
        <p:spPr>
          <a:xfrm>
            <a:off x="1896367" y="1712033"/>
            <a:ext cx="11688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Red Hat Display"/>
                <a:ea typeface="Red Hat Display"/>
                <a:cs typeface="Red Hat Display"/>
                <a:sym typeface="Red Hat Display"/>
              </a:rPr>
              <a:t>Provisioner</a:t>
            </a:r>
            <a:endParaRPr sz="1500">
              <a:latin typeface="Red Hat Display"/>
              <a:ea typeface="Red Hat Display"/>
              <a:cs typeface="Red Hat Display"/>
              <a:sym typeface="Red Hat Display"/>
            </a:endParaRPr>
          </a:p>
        </p:txBody>
      </p:sp>
      <p:sp>
        <p:nvSpPr>
          <p:cNvPr id="964" name="Google Shape;964;p64"/>
          <p:cNvSpPr txBox="1"/>
          <p:nvPr/>
        </p:nvSpPr>
        <p:spPr>
          <a:xfrm>
            <a:off x="2791078" y="1397913"/>
            <a:ext cx="4028100" cy="47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Red Hat Display"/>
                <a:ea typeface="Red Hat Display"/>
                <a:cs typeface="Red Hat Display"/>
                <a:sym typeface="Red Hat Display"/>
              </a:rPr>
              <a:t>podman pull rhis-provisioner-9-2.5:latest</a:t>
            </a:r>
            <a:endParaRPr sz="1600">
              <a:latin typeface="Red Hat Display"/>
              <a:ea typeface="Red Hat Display"/>
              <a:cs typeface="Red Hat Display"/>
              <a:sym typeface="Red Hat Display"/>
            </a:endParaRPr>
          </a:p>
        </p:txBody>
      </p:sp>
      <p:sp>
        <p:nvSpPr>
          <p:cNvPr id="965" name="Google Shape;965;p64"/>
          <p:cNvSpPr txBox="1"/>
          <p:nvPr/>
        </p:nvSpPr>
        <p:spPr>
          <a:xfrm>
            <a:off x="6747300" y="1408525"/>
            <a:ext cx="5226300" cy="118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Red Hat Display"/>
                <a:ea typeface="Red Hat Display"/>
                <a:cs typeface="Red Hat Display"/>
                <a:sym typeface="Red Hat Display"/>
              </a:rPr>
              <a:t>To start we need a provisioner node/instance. This can be a laptop, vm, bare metal or cloud instance. Typically manually provisioned. You can use </a:t>
            </a:r>
            <a:r>
              <a:rPr lang="en" sz="1500" u="sng">
                <a:solidFill>
                  <a:schemeClr val="hlink"/>
                </a:solidFill>
                <a:latin typeface="Red Hat Display"/>
                <a:ea typeface="Red Hat Display"/>
                <a:cs typeface="Red Hat Display"/>
                <a:sym typeface="Red Hat Display"/>
                <a:hlinkClick r:id="rId6"/>
              </a:rPr>
              <a:t>console.redhat.com</a:t>
            </a:r>
            <a:r>
              <a:rPr lang="en" sz="1500">
                <a:latin typeface="Red Hat Display"/>
                <a:ea typeface="Red Hat Display"/>
                <a:cs typeface="Red Hat Display"/>
                <a:sym typeface="Red Hat Display"/>
              </a:rPr>
              <a:t> to create an image.</a:t>
            </a:r>
            <a:endParaRPr sz="1500">
              <a:latin typeface="Red Hat Display"/>
              <a:ea typeface="Red Hat Display"/>
              <a:cs typeface="Red Hat Display"/>
              <a:sym typeface="Red Hat Display"/>
            </a:endParaRPr>
          </a:p>
          <a:p>
            <a:pPr indent="0" lvl="0" marL="0" rtl="0" algn="l">
              <a:spcBef>
                <a:spcPts val="0"/>
              </a:spcBef>
              <a:spcAft>
                <a:spcPts val="0"/>
              </a:spcAft>
              <a:buNone/>
            </a:pPr>
            <a:r>
              <a:rPr lang="en" sz="1500">
                <a:latin typeface="Red Hat Display"/>
                <a:ea typeface="Red Hat Display"/>
                <a:cs typeface="Red Hat Display"/>
                <a:sym typeface="Red Hat Display"/>
              </a:rPr>
              <a:t>The rhis-builder-provisioner project initializes the environment, collections and necessary projects.</a:t>
            </a:r>
            <a:endParaRPr sz="1500">
              <a:latin typeface="Red Hat Display"/>
              <a:ea typeface="Red Hat Display"/>
              <a:cs typeface="Red Hat Display"/>
              <a:sym typeface="Red Hat Display"/>
            </a:endParaRPr>
          </a:p>
        </p:txBody>
      </p:sp>
      <p:sp>
        <p:nvSpPr>
          <p:cNvPr id="966" name="Google Shape;966;p64"/>
          <p:cNvSpPr/>
          <p:nvPr/>
        </p:nvSpPr>
        <p:spPr>
          <a:xfrm>
            <a:off x="1896350" y="2357976"/>
            <a:ext cx="1088154" cy="694872"/>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ed Hat Display"/>
                <a:ea typeface="Red Hat Display"/>
                <a:cs typeface="Red Hat Display"/>
                <a:sym typeface="Red Hat Display"/>
              </a:rPr>
              <a:t>rhis_builder_vault.yml</a:t>
            </a:r>
            <a:endParaRPr sz="1200">
              <a:latin typeface="Red Hat Display"/>
              <a:ea typeface="Red Hat Display"/>
              <a:cs typeface="Red Hat Display"/>
              <a:sym typeface="Red Hat Display"/>
            </a:endParaRPr>
          </a:p>
        </p:txBody>
      </p:sp>
      <p:sp>
        <p:nvSpPr>
          <p:cNvPr id="967" name="Google Shape;967;p64"/>
          <p:cNvSpPr txBox="1"/>
          <p:nvPr/>
        </p:nvSpPr>
        <p:spPr>
          <a:xfrm>
            <a:off x="3121867" y="2329467"/>
            <a:ext cx="3625500" cy="10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Red Hat Display"/>
                <a:ea typeface="Red Hat Display"/>
                <a:cs typeface="Red Hat Display"/>
                <a:sym typeface="Red Hat Display"/>
              </a:rPr>
              <a:t>download rhis-builder-inventory repo </a:t>
            </a:r>
            <a:endParaRPr sz="1600">
              <a:latin typeface="Red Hat Display"/>
              <a:ea typeface="Red Hat Display"/>
              <a:cs typeface="Red Hat Display"/>
              <a:sym typeface="Red Hat Display"/>
            </a:endParaRPr>
          </a:p>
          <a:p>
            <a:pPr indent="0" lvl="0" marL="0" rtl="0" algn="l">
              <a:spcBef>
                <a:spcPts val="0"/>
              </a:spcBef>
              <a:spcAft>
                <a:spcPts val="0"/>
              </a:spcAft>
              <a:buNone/>
            </a:pPr>
            <a:r>
              <a:rPr lang="en" sz="1600">
                <a:latin typeface="Red Hat Display"/>
                <a:ea typeface="Red Hat Display"/>
                <a:cs typeface="Red Hat Display"/>
                <a:sym typeface="Red Hat Display"/>
              </a:rPr>
              <a:t>configure secrets in </a:t>
            </a:r>
            <a:endParaRPr sz="1600">
              <a:latin typeface="Red Hat Display"/>
              <a:ea typeface="Red Hat Display"/>
              <a:cs typeface="Red Hat Display"/>
              <a:sym typeface="Red Hat Display"/>
            </a:endParaRPr>
          </a:p>
          <a:p>
            <a:pPr indent="0" lvl="0" marL="0" rtl="0" algn="l">
              <a:spcBef>
                <a:spcPts val="0"/>
              </a:spcBef>
              <a:spcAft>
                <a:spcPts val="0"/>
              </a:spcAft>
              <a:buNone/>
            </a:pPr>
            <a:r>
              <a:rPr lang="en" sz="1600">
                <a:latin typeface="Red Hat Display"/>
                <a:ea typeface="Red Hat Display"/>
                <a:cs typeface="Red Hat Display"/>
                <a:sym typeface="Red Hat Display"/>
              </a:rPr>
              <a:t>rhis-builder-vault.yml</a:t>
            </a:r>
            <a:endParaRPr sz="1600">
              <a:latin typeface="Red Hat Display"/>
              <a:ea typeface="Red Hat Display"/>
              <a:cs typeface="Red Hat Display"/>
              <a:sym typeface="Red Hat Display"/>
            </a:endParaRPr>
          </a:p>
        </p:txBody>
      </p:sp>
      <p:sp>
        <p:nvSpPr>
          <p:cNvPr id="968" name="Google Shape;968;p64"/>
          <p:cNvSpPr txBox="1"/>
          <p:nvPr/>
        </p:nvSpPr>
        <p:spPr>
          <a:xfrm>
            <a:off x="281975" y="1901975"/>
            <a:ext cx="1614300" cy="60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hlink"/>
                </a:solidFill>
                <a:latin typeface="Red Hat Display"/>
                <a:ea typeface="Red Hat Display"/>
                <a:cs typeface="Red Hat Display"/>
                <a:sym typeface="Red Hat Display"/>
                <a:hlinkClick r:id="rId7"/>
              </a:rPr>
              <a:t>console.redhat.com</a:t>
            </a:r>
            <a:endParaRPr sz="1200">
              <a:latin typeface="Red Hat Display"/>
              <a:ea typeface="Red Hat Display"/>
              <a:cs typeface="Red Hat Display"/>
              <a:sym typeface="Red Hat Display"/>
            </a:endParaRPr>
          </a:p>
          <a:p>
            <a:pPr indent="0" lvl="0" marL="0" rtl="0" algn="l">
              <a:spcBef>
                <a:spcPts val="0"/>
              </a:spcBef>
              <a:spcAft>
                <a:spcPts val="0"/>
              </a:spcAft>
              <a:buNone/>
            </a:pPr>
            <a:r>
              <a:rPr lang="en" sz="1200">
                <a:latin typeface="Red Hat Display"/>
                <a:ea typeface="Red Hat Display"/>
                <a:cs typeface="Red Hat Display"/>
                <a:sym typeface="Red Hat Display"/>
              </a:rPr>
              <a:t>imagebuilder</a:t>
            </a:r>
            <a:endParaRPr sz="1200">
              <a:latin typeface="Red Hat Display"/>
              <a:ea typeface="Red Hat Display"/>
              <a:cs typeface="Red Hat Display"/>
              <a:sym typeface="Red Hat Display"/>
            </a:endParaRPr>
          </a:p>
        </p:txBody>
      </p:sp>
      <p:sp>
        <p:nvSpPr>
          <p:cNvPr id="969" name="Google Shape;969;p64"/>
          <p:cNvSpPr txBox="1"/>
          <p:nvPr/>
        </p:nvSpPr>
        <p:spPr>
          <a:xfrm>
            <a:off x="6747300" y="2718613"/>
            <a:ext cx="5226300" cy="118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Red Hat Display"/>
                <a:ea typeface="Red Hat Display"/>
                <a:cs typeface="Red Hat Display"/>
                <a:sym typeface="Red Hat Display"/>
              </a:rPr>
              <a:t>rhis_builder_vault.yml contains all the common secrets that are referenced across the projects. The SAMPLE provides the required information and describes the secrets and how they are used.</a:t>
            </a:r>
            <a:endParaRPr sz="1500">
              <a:latin typeface="Red Hat Display"/>
              <a:ea typeface="Red Hat Display"/>
              <a:cs typeface="Red Hat Display"/>
              <a:sym typeface="Red Hat Display"/>
            </a:endParaRPr>
          </a:p>
        </p:txBody>
      </p:sp>
      <p:grpSp>
        <p:nvGrpSpPr>
          <p:cNvPr id="970" name="Google Shape;970;p64"/>
          <p:cNvGrpSpPr/>
          <p:nvPr/>
        </p:nvGrpSpPr>
        <p:grpSpPr>
          <a:xfrm rot="5400000">
            <a:off x="5260184" y="3977547"/>
            <a:ext cx="914400" cy="559500"/>
            <a:chOff x="3899025" y="4752650"/>
            <a:chExt cx="914400" cy="559500"/>
          </a:xfrm>
        </p:grpSpPr>
        <p:pic>
          <p:nvPicPr>
            <p:cNvPr id="971" name="Google Shape;971;p64"/>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972" name="Google Shape;972;p64"/>
            <p:cNvPicPr preferRelativeResize="0"/>
            <p:nvPr/>
          </p:nvPicPr>
          <p:blipFill>
            <a:blip r:embed="rId8">
              <a:alphaModFix/>
            </a:blip>
            <a:stretch>
              <a:fillRect/>
            </a:stretch>
          </p:blipFill>
          <p:spPr>
            <a:xfrm>
              <a:off x="4302575" y="4883351"/>
              <a:ext cx="275675" cy="275675"/>
            </a:xfrm>
            <a:prstGeom prst="rect">
              <a:avLst/>
            </a:prstGeom>
            <a:noFill/>
            <a:ln>
              <a:noFill/>
            </a:ln>
          </p:spPr>
        </p:pic>
      </p:grpSp>
      <p:pic>
        <p:nvPicPr>
          <p:cNvPr id="973" name="Google Shape;973;p64"/>
          <p:cNvPicPr preferRelativeResize="0"/>
          <p:nvPr/>
        </p:nvPicPr>
        <p:blipFill rotWithShape="1">
          <a:blip r:embed="rId3">
            <a:alphaModFix/>
          </a:blip>
          <a:srcRect b="25702" l="0" r="0" t="28126"/>
          <a:stretch/>
        </p:blipFill>
        <p:spPr>
          <a:xfrm>
            <a:off x="3512255" y="4637375"/>
            <a:ext cx="1308642" cy="604200"/>
          </a:xfrm>
          <a:prstGeom prst="rect">
            <a:avLst/>
          </a:prstGeom>
          <a:noFill/>
          <a:ln>
            <a:noFill/>
          </a:ln>
        </p:spPr>
      </p:pic>
      <p:pic>
        <p:nvPicPr>
          <p:cNvPr id="974" name="Google Shape;974;p64"/>
          <p:cNvPicPr preferRelativeResize="0"/>
          <p:nvPr/>
        </p:nvPicPr>
        <p:blipFill rotWithShape="1">
          <a:blip r:embed="rId4">
            <a:alphaModFix/>
          </a:blip>
          <a:srcRect b="19054" l="0" r="0" t="19757"/>
          <a:stretch/>
        </p:blipFill>
        <p:spPr>
          <a:xfrm rot="5400000">
            <a:off x="3962425" y="3981322"/>
            <a:ext cx="914400" cy="559500"/>
          </a:xfrm>
          <a:prstGeom prst="rect">
            <a:avLst/>
          </a:prstGeom>
          <a:noFill/>
          <a:ln>
            <a:noFill/>
          </a:ln>
        </p:spPr>
      </p:pic>
      <p:pic>
        <p:nvPicPr>
          <p:cNvPr id="975" name="Google Shape;975;p64"/>
          <p:cNvPicPr preferRelativeResize="0"/>
          <p:nvPr/>
        </p:nvPicPr>
        <p:blipFill rotWithShape="1">
          <a:blip r:embed="rId3">
            <a:alphaModFix/>
          </a:blip>
          <a:srcRect b="25702" l="0" r="0" t="28126"/>
          <a:stretch/>
        </p:blipFill>
        <p:spPr>
          <a:xfrm>
            <a:off x="1378655" y="4637375"/>
            <a:ext cx="1308642" cy="604200"/>
          </a:xfrm>
          <a:prstGeom prst="rect">
            <a:avLst/>
          </a:prstGeom>
          <a:noFill/>
          <a:ln>
            <a:noFill/>
          </a:ln>
        </p:spPr>
      </p:pic>
      <p:pic>
        <p:nvPicPr>
          <p:cNvPr id="976" name="Google Shape;976;p64"/>
          <p:cNvPicPr preferRelativeResize="0"/>
          <p:nvPr/>
        </p:nvPicPr>
        <p:blipFill rotWithShape="1">
          <a:blip r:embed="rId3">
            <a:alphaModFix/>
          </a:blip>
          <a:srcRect b="25702" l="0" r="0" t="28126"/>
          <a:stretch/>
        </p:blipFill>
        <p:spPr>
          <a:xfrm>
            <a:off x="1378655" y="3875375"/>
            <a:ext cx="1308642" cy="604200"/>
          </a:xfrm>
          <a:prstGeom prst="rect">
            <a:avLst/>
          </a:prstGeom>
          <a:noFill/>
          <a:ln>
            <a:noFill/>
          </a:ln>
        </p:spPr>
      </p:pic>
      <p:grpSp>
        <p:nvGrpSpPr>
          <p:cNvPr id="977" name="Google Shape;977;p64"/>
          <p:cNvGrpSpPr/>
          <p:nvPr/>
        </p:nvGrpSpPr>
        <p:grpSpPr>
          <a:xfrm rot="5400000">
            <a:off x="5869784" y="3977547"/>
            <a:ext cx="914400" cy="559500"/>
            <a:chOff x="3899025" y="4752650"/>
            <a:chExt cx="914400" cy="559500"/>
          </a:xfrm>
        </p:grpSpPr>
        <p:pic>
          <p:nvPicPr>
            <p:cNvPr id="978" name="Google Shape;978;p64"/>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979" name="Google Shape;979;p64"/>
            <p:cNvPicPr preferRelativeResize="0"/>
            <p:nvPr/>
          </p:nvPicPr>
          <p:blipFill>
            <a:blip r:embed="rId8">
              <a:alphaModFix/>
            </a:blip>
            <a:stretch>
              <a:fillRect/>
            </a:stretch>
          </p:blipFill>
          <p:spPr>
            <a:xfrm>
              <a:off x="4302575" y="4883351"/>
              <a:ext cx="275675" cy="275675"/>
            </a:xfrm>
            <a:prstGeom prst="rect">
              <a:avLst/>
            </a:prstGeom>
            <a:noFill/>
            <a:ln>
              <a:noFill/>
            </a:ln>
          </p:spPr>
        </p:pic>
      </p:grpSp>
      <p:grpSp>
        <p:nvGrpSpPr>
          <p:cNvPr id="980" name="Google Shape;980;p64"/>
          <p:cNvGrpSpPr/>
          <p:nvPr/>
        </p:nvGrpSpPr>
        <p:grpSpPr>
          <a:xfrm rot="5400000">
            <a:off x="6860384" y="3977547"/>
            <a:ext cx="914400" cy="559500"/>
            <a:chOff x="3899025" y="4752650"/>
            <a:chExt cx="914400" cy="559500"/>
          </a:xfrm>
        </p:grpSpPr>
        <p:pic>
          <p:nvPicPr>
            <p:cNvPr id="981" name="Google Shape;981;p64"/>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982" name="Google Shape;982;p64"/>
            <p:cNvPicPr preferRelativeResize="0"/>
            <p:nvPr/>
          </p:nvPicPr>
          <p:blipFill>
            <a:blip r:embed="rId8">
              <a:alphaModFix/>
            </a:blip>
            <a:stretch>
              <a:fillRect/>
            </a:stretch>
          </p:blipFill>
          <p:spPr>
            <a:xfrm>
              <a:off x="4302575" y="4883351"/>
              <a:ext cx="275675" cy="275675"/>
            </a:xfrm>
            <a:prstGeom prst="rect">
              <a:avLst/>
            </a:prstGeom>
            <a:noFill/>
            <a:ln>
              <a:noFill/>
            </a:ln>
          </p:spPr>
        </p:pic>
      </p:grpSp>
      <p:grpSp>
        <p:nvGrpSpPr>
          <p:cNvPr id="983" name="Google Shape;983;p64"/>
          <p:cNvGrpSpPr/>
          <p:nvPr/>
        </p:nvGrpSpPr>
        <p:grpSpPr>
          <a:xfrm rot="5400000">
            <a:off x="7469984" y="3977547"/>
            <a:ext cx="914400" cy="559500"/>
            <a:chOff x="3899025" y="4752650"/>
            <a:chExt cx="914400" cy="559500"/>
          </a:xfrm>
        </p:grpSpPr>
        <p:pic>
          <p:nvPicPr>
            <p:cNvPr id="984" name="Google Shape;984;p64"/>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985" name="Google Shape;985;p64"/>
            <p:cNvPicPr preferRelativeResize="0"/>
            <p:nvPr/>
          </p:nvPicPr>
          <p:blipFill>
            <a:blip r:embed="rId8">
              <a:alphaModFix/>
            </a:blip>
            <a:stretch>
              <a:fillRect/>
            </a:stretch>
          </p:blipFill>
          <p:spPr>
            <a:xfrm>
              <a:off x="4302575" y="4883351"/>
              <a:ext cx="275675" cy="275675"/>
            </a:xfrm>
            <a:prstGeom prst="rect">
              <a:avLst/>
            </a:prstGeom>
            <a:noFill/>
            <a:ln>
              <a:noFill/>
            </a:ln>
          </p:spPr>
        </p:pic>
      </p:grpSp>
      <p:grpSp>
        <p:nvGrpSpPr>
          <p:cNvPr id="986" name="Google Shape;986;p64"/>
          <p:cNvGrpSpPr/>
          <p:nvPr/>
        </p:nvGrpSpPr>
        <p:grpSpPr>
          <a:xfrm rot="5400000">
            <a:off x="8384384" y="3977547"/>
            <a:ext cx="914400" cy="559500"/>
            <a:chOff x="3899025" y="4752650"/>
            <a:chExt cx="914400" cy="559500"/>
          </a:xfrm>
        </p:grpSpPr>
        <p:pic>
          <p:nvPicPr>
            <p:cNvPr id="987" name="Google Shape;987;p64"/>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988" name="Google Shape;988;p64"/>
            <p:cNvPicPr preferRelativeResize="0"/>
            <p:nvPr/>
          </p:nvPicPr>
          <p:blipFill>
            <a:blip r:embed="rId8">
              <a:alphaModFix/>
            </a:blip>
            <a:stretch>
              <a:fillRect/>
            </a:stretch>
          </p:blipFill>
          <p:spPr>
            <a:xfrm>
              <a:off x="4302575" y="4883351"/>
              <a:ext cx="275675" cy="275675"/>
            </a:xfrm>
            <a:prstGeom prst="rect">
              <a:avLst/>
            </a:prstGeom>
            <a:noFill/>
            <a:ln>
              <a:noFill/>
            </a:ln>
          </p:spPr>
        </p:pic>
      </p:grpSp>
      <p:grpSp>
        <p:nvGrpSpPr>
          <p:cNvPr id="989" name="Google Shape;989;p64"/>
          <p:cNvGrpSpPr/>
          <p:nvPr/>
        </p:nvGrpSpPr>
        <p:grpSpPr>
          <a:xfrm rot="5400000">
            <a:off x="8993984" y="3977547"/>
            <a:ext cx="914400" cy="559500"/>
            <a:chOff x="3899025" y="4752650"/>
            <a:chExt cx="914400" cy="559500"/>
          </a:xfrm>
        </p:grpSpPr>
        <p:pic>
          <p:nvPicPr>
            <p:cNvPr id="990" name="Google Shape;990;p64"/>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991" name="Google Shape;991;p64"/>
            <p:cNvPicPr preferRelativeResize="0"/>
            <p:nvPr/>
          </p:nvPicPr>
          <p:blipFill>
            <a:blip r:embed="rId8">
              <a:alphaModFix/>
            </a:blip>
            <a:stretch>
              <a:fillRect/>
            </a:stretch>
          </p:blipFill>
          <p:spPr>
            <a:xfrm>
              <a:off x="4302575" y="4883351"/>
              <a:ext cx="275675" cy="275675"/>
            </a:xfrm>
            <a:prstGeom prst="rect">
              <a:avLst/>
            </a:prstGeom>
            <a:noFill/>
            <a:ln>
              <a:noFill/>
            </a:ln>
          </p:spPr>
        </p:pic>
      </p:grpSp>
      <p:grpSp>
        <p:nvGrpSpPr>
          <p:cNvPr id="992" name="Google Shape;992;p64"/>
          <p:cNvGrpSpPr/>
          <p:nvPr/>
        </p:nvGrpSpPr>
        <p:grpSpPr>
          <a:xfrm rot="5400000">
            <a:off x="9908384" y="3977547"/>
            <a:ext cx="914400" cy="559500"/>
            <a:chOff x="3899025" y="4752650"/>
            <a:chExt cx="914400" cy="559500"/>
          </a:xfrm>
        </p:grpSpPr>
        <p:pic>
          <p:nvPicPr>
            <p:cNvPr id="993" name="Google Shape;993;p64"/>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994" name="Google Shape;994;p64"/>
            <p:cNvPicPr preferRelativeResize="0"/>
            <p:nvPr/>
          </p:nvPicPr>
          <p:blipFill>
            <a:blip r:embed="rId8">
              <a:alphaModFix/>
            </a:blip>
            <a:stretch>
              <a:fillRect/>
            </a:stretch>
          </p:blipFill>
          <p:spPr>
            <a:xfrm>
              <a:off x="4302575" y="4883351"/>
              <a:ext cx="275675" cy="275675"/>
            </a:xfrm>
            <a:prstGeom prst="rect">
              <a:avLst/>
            </a:prstGeom>
            <a:noFill/>
            <a:ln>
              <a:noFill/>
            </a:ln>
          </p:spPr>
        </p:pic>
      </p:grpSp>
      <p:grpSp>
        <p:nvGrpSpPr>
          <p:cNvPr id="995" name="Google Shape;995;p64"/>
          <p:cNvGrpSpPr/>
          <p:nvPr/>
        </p:nvGrpSpPr>
        <p:grpSpPr>
          <a:xfrm rot="5400000">
            <a:off x="10517984" y="3977547"/>
            <a:ext cx="914400" cy="559500"/>
            <a:chOff x="3899025" y="4752650"/>
            <a:chExt cx="914400" cy="559500"/>
          </a:xfrm>
        </p:grpSpPr>
        <p:pic>
          <p:nvPicPr>
            <p:cNvPr id="996" name="Google Shape;996;p64"/>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997" name="Google Shape;997;p64"/>
            <p:cNvPicPr preferRelativeResize="0"/>
            <p:nvPr/>
          </p:nvPicPr>
          <p:blipFill>
            <a:blip r:embed="rId8">
              <a:alphaModFix/>
            </a:blip>
            <a:stretch>
              <a:fillRect/>
            </a:stretch>
          </p:blipFill>
          <p:spPr>
            <a:xfrm>
              <a:off x="4302575" y="4883351"/>
              <a:ext cx="275675" cy="275675"/>
            </a:xfrm>
            <a:prstGeom prst="rect">
              <a:avLst/>
            </a:prstGeom>
            <a:noFill/>
            <a:ln>
              <a:noFill/>
            </a:ln>
          </p:spPr>
        </p:pic>
      </p:grpSp>
      <p:pic>
        <p:nvPicPr>
          <p:cNvPr id="998" name="Google Shape;998;p64"/>
          <p:cNvPicPr preferRelativeResize="0"/>
          <p:nvPr/>
        </p:nvPicPr>
        <p:blipFill>
          <a:blip r:embed="rId8">
            <a:alphaModFix/>
          </a:blip>
          <a:stretch>
            <a:fillRect/>
          </a:stretch>
        </p:blipFill>
        <p:spPr>
          <a:xfrm>
            <a:off x="5442402" y="4302960"/>
            <a:ext cx="1088100" cy="1088100"/>
          </a:xfrm>
          <a:prstGeom prst="rect">
            <a:avLst/>
          </a:prstGeom>
          <a:noFill/>
          <a:ln>
            <a:noFill/>
          </a:ln>
        </p:spPr>
      </p:pic>
      <p:pic>
        <p:nvPicPr>
          <p:cNvPr id="999" name="Google Shape;999;p64"/>
          <p:cNvPicPr preferRelativeResize="0"/>
          <p:nvPr/>
        </p:nvPicPr>
        <p:blipFill>
          <a:blip r:embed="rId8">
            <a:alphaModFix/>
          </a:blip>
          <a:stretch>
            <a:fillRect/>
          </a:stretch>
        </p:blipFill>
        <p:spPr>
          <a:xfrm>
            <a:off x="7042602" y="4302960"/>
            <a:ext cx="1088100" cy="1088100"/>
          </a:xfrm>
          <a:prstGeom prst="rect">
            <a:avLst/>
          </a:prstGeom>
          <a:noFill/>
          <a:ln>
            <a:noFill/>
          </a:ln>
        </p:spPr>
      </p:pic>
      <p:pic>
        <p:nvPicPr>
          <p:cNvPr id="1000" name="Google Shape;1000;p64"/>
          <p:cNvPicPr preferRelativeResize="0"/>
          <p:nvPr/>
        </p:nvPicPr>
        <p:blipFill>
          <a:blip r:embed="rId8">
            <a:alphaModFix/>
          </a:blip>
          <a:stretch>
            <a:fillRect/>
          </a:stretch>
        </p:blipFill>
        <p:spPr>
          <a:xfrm>
            <a:off x="8566602" y="4302960"/>
            <a:ext cx="1088100" cy="1088100"/>
          </a:xfrm>
          <a:prstGeom prst="rect">
            <a:avLst/>
          </a:prstGeom>
          <a:noFill/>
          <a:ln>
            <a:noFill/>
          </a:ln>
        </p:spPr>
      </p:pic>
      <p:pic>
        <p:nvPicPr>
          <p:cNvPr id="1001" name="Google Shape;1001;p64"/>
          <p:cNvPicPr preferRelativeResize="0"/>
          <p:nvPr/>
        </p:nvPicPr>
        <p:blipFill>
          <a:blip r:embed="rId8">
            <a:alphaModFix/>
          </a:blip>
          <a:stretch>
            <a:fillRect/>
          </a:stretch>
        </p:blipFill>
        <p:spPr>
          <a:xfrm>
            <a:off x="10166802" y="4302960"/>
            <a:ext cx="1088100" cy="1088100"/>
          </a:xfrm>
          <a:prstGeom prst="rect">
            <a:avLst/>
          </a:prstGeom>
          <a:noFill/>
          <a:ln>
            <a:noFill/>
          </a:ln>
        </p:spPr>
      </p:pic>
      <p:sp>
        <p:nvSpPr>
          <p:cNvPr id="1002" name="Google Shape;1002;p64"/>
          <p:cNvSpPr txBox="1"/>
          <p:nvPr/>
        </p:nvSpPr>
        <p:spPr>
          <a:xfrm>
            <a:off x="531050" y="5207925"/>
            <a:ext cx="2589300" cy="47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ed Hat Display"/>
                <a:ea typeface="Red Hat Display"/>
                <a:cs typeface="Red Hat Display"/>
                <a:sym typeface="Red Hat Display"/>
              </a:rPr>
              <a:t>deploy IdM and satellite anywhere</a:t>
            </a:r>
            <a:endParaRPr sz="1200">
              <a:latin typeface="Red Hat Display"/>
              <a:ea typeface="Red Hat Display"/>
              <a:cs typeface="Red Hat Display"/>
              <a:sym typeface="Red Hat Display"/>
            </a:endParaRPr>
          </a:p>
        </p:txBody>
      </p:sp>
      <p:sp>
        <p:nvSpPr>
          <p:cNvPr id="1003" name="Google Shape;1003;p64"/>
          <p:cNvSpPr txBox="1"/>
          <p:nvPr/>
        </p:nvSpPr>
        <p:spPr>
          <a:xfrm>
            <a:off x="3121850" y="5207925"/>
            <a:ext cx="2138700" cy="47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Red Hat Display"/>
                <a:ea typeface="Red Hat Display"/>
                <a:cs typeface="Red Hat Display"/>
                <a:sym typeface="Red Hat Display"/>
              </a:rPr>
              <a:t>Hypervisor</a:t>
            </a:r>
            <a:endParaRPr sz="1200">
              <a:latin typeface="Red Hat Display"/>
              <a:ea typeface="Red Hat Display"/>
              <a:cs typeface="Red Hat Display"/>
              <a:sym typeface="Red Hat Display"/>
            </a:endParaRPr>
          </a:p>
        </p:txBody>
      </p:sp>
      <p:sp>
        <p:nvSpPr>
          <p:cNvPr id="1004" name="Google Shape;1004;p64"/>
          <p:cNvSpPr txBox="1"/>
          <p:nvPr/>
        </p:nvSpPr>
        <p:spPr>
          <a:xfrm>
            <a:off x="4950650" y="5207925"/>
            <a:ext cx="2138700" cy="47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Red Hat Display"/>
                <a:ea typeface="Red Hat Display"/>
                <a:cs typeface="Red Hat Display"/>
                <a:sym typeface="Red Hat Display"/>
              </a:rPr>
              <a:t>Azure</a:t>
            </a:r>
            <a:endParaRPr sz="1200">
              <a:latin typeface="Red Hat Display"/>
              <a:ea typeface="Red Hat Display"/>
              <a:cs typeface="Red Hat Display"/>
              <a:sym typeface="Red Hat Display"/>
            </a:endParaRPr>
          </a:p>
        </p:txBody>
      </p:sp>
      <p:sp>
        <p:nvSpPr>
          <p:cNvPr id="1005" name="Google Shape;1005;p64"/>
          <p:cNvSpPr txBox="1"/>
          <p:nvPr/>
        </p:nvSpPr>
        <p:spPr>
          <a:xfrm>
            <a:off x="6627050" y="5207925"/>
            <a:ext cx="2138700" cy="47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Red Hat Display"/>
                <a:ea typeface="Red Hat Display"/>
                <a:cs typeface="Red Hat Display"/>
                <a:sym typeface="Red Hat Display"/>
              </a:rPr>
              <a:t>AWS</a:t>
            </a:r>
            <a:endParaRPr sz="1200">
              <a:latin typeface="Red Hat Display"/>
              <a:ea typeface="Red Hat Display"/>
              <a:cs typeface="Red Hat Display"/>
              <a:sym typeface="Red Hat Display"/>
            </a:endParaRPr>
          </a:p>
        </p:txBody>
      </p:sp>
      <p:sp>
        <p:nvSpPr>
          <p:cNvPr id="1006" name="Google Shape;1006;p64"/>
          <p:cNvSpPr txBox="1"/>
          <p:nvPr/>
        </p:nvSpPr>
        <p:spPr>
          <a:xfrm>
            <a:off x="8151050" y="5207925"/>
            <a:ext cx="2138700" cy="47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Red Hat Display"/>
                <a:ea typeface="Red Hat Display"/>
                <a:cs typeface="Red Hat Display"/>
                <a:sym typeface="Red Hat Display"/>
              </a:rPr>
              <a:t>Google</a:t>
            </a:r>
            <a:endParaRPr sz="1200">
              <a:latin typeface="Red Hat Display"/>
              <a:ea typeface="Red Hat Display"/>
              <a:cs typeface="Red Hat Display"/>
              <a:sym typeface="Red Hat Display"/>
            </a:endParaRPr>
          </a:p>
        </p:txBody>
      </p:sp>
      <p:sp>
        <p:nvSpPr>
          <p:cNvPr id="1007" name="Google Shape;1007;p64"/>
          <p:cNvSpPr txBox="1"/>
          <p:nvPr/>
        </p:nvSpPr>
        <p:spPr>
          <a:xfrm>
            <a:off x="9751250" y="5207925"/>
            <a:ext cx="2138700" cy="47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Red Hat Display"/>
                <a:ea typeface="Red Hat Display"/>
                <a:cs typeface="Red Hat Display"/>
                <a:sym typeface="Red Hat Display"/>
              </a:rPr>
              <a:t>dot dot dot lz</a:t>
            </a:r>
            <a:endParaRPr sz="1200">
              <a:latin typeface="Red Hat Display"/>
              <a:ea typeface="Red Hat Display"/>
              <a:cs typeface="Red Hat Display"/>
              <a:sym typeface="Red Hat Display"/>
            </a:endParaRPr>
          </a:p>
        </p:txBody>
      </p:sp>
      <p:sp>
        <p:nvSpPr>
          <p:cNvPr id="1008" name="Google Shape;1008;p64"/>
          <p:cNvSpPr txBox="1"/>
          <p:nvPr/>
        </p:nvSpPr>
        <p:spPr>
          <a:xfrm>
            <a:off x="956700" y="5657800"/>
            <a:ext cx="11180100" cy="77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Red Hat Display"/>
                <a:ea typeface="Red Hat Display"/>
                <a:cs typeface="Red Hat Display"/>
                <a:sym typeface="Red Hat Display"/>
              </a:rPr>
              <a:t>The above projects are focused on 1) Creating the necessary cloud landing zone infrastructure where required. 2) Initializing our base RHEL instances for Identity Management and Satellite.  Once the IdM Primary and the Satellite Primary are up, we can start building.</a:t>
            </a:r>
            <a:endParaRPr sz="1500">
              <a:latin typeface="Red Hat Display"/>
              <a:ea typeface="Red Hat Display"/>
              <a:cs typeface="Red Hat Display"/>
              <a:sym typeface="Red Hat Displa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65"/>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The Bootstrap Model</a:t>
            </a:r>
            <a:endParaRPr/>
          </a:p>
        </p:txBody>
      </p:sp>
      <p:sp>
        <p:nvSpPr>
          <p:cNvPr id="1014" name="Google Shape;1014;p6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015" name="Google Shape;1015;p6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016" name="Google Shape;1016;p65"/>
          <p:cNvPicPr preferRelativeResize="0"/>
          <p:nvPr/>
        </p:nvPicPr>
        <p:blipFill rotWithShape="1">
          <a:blip r:embed="rId3">
            <a:alphaModFix/>
          </a:blip>
          <a:srcRect b="25702" l="0" r="0" t="28126"/>
          <a:stretch/>
        </p:blipFill>
        <p:spPr>
          <a:xfrm>
            <a:off x="1959891" y="1423517"/>
            <a:ext cx="914400" cy="422175"/>
          </a:xfrm>
          <a:prstGeom prst="rect">
            <a:avLst/>
          </a:prstGeom>
          <a:noFill/>
          <a:ln>
            <a:noFill/>
          </a:ln>
        </p:spPr>
      </p:pic>
      <p:grpSp>
        <p:nvGrpSpPr>
          <p:cNvPr id="1017" name="Google Shape;1017;p65"/>
          <p:cNvGrpSpPr/>
          <p:nvPr/>
        </p:nvGrpSpPr>
        <p:grpSpPr>
          <a:xfrm>
            <a:off x="652258" y="1423539"/>
            <a:ext cx="458937" cy="422178"/>
            <a:chOff x="8321229" y="3179936"/>
            <a:chExt cx="914400" cy="914400"/>
          </a:xfrm>
        </p:grpSpPr>
        <p:sp>
          <p:nvSpPr>
            <p:cNvPr id="1018" name="Google Shape;1018;p65"/>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19" name="Google Shape;1019;p65"/>
            <p:cNvPicPr preferRelativeResize="0"/>
            <p:nvPr/>
          </p:nvPicPr>
          <p:blipFill>
            <a:blip r:embed="rId4">
              <a:alphaModFix/>
            </a:blip>
            <a:stretch>
              <a:fillRect/>
            </a:stretch>
          </p:blipFill>
          <p:spPr>
            <a:xfrm>
              <a:off x="8321229" y="3179936"/>
              <a:ext cx="914400" cy="914400"/>
            </a:xfrm>
            <a:prstGeom prst="rect">
              <a:avLst/>
            </a:prstGeom>
            <a:noFill/>
            <a:ln>
              <a:noFill/>
            </a:ln>
          </p:spPr>
        </p:pic>
      </p:grpSp>
      <p:sp>
        <p:nvSpPr>
          <p:cNvPr id="1020" name="Google Shape;1020;p65"/>
          <p:cNvSpPr txBox="1"/>
          <p:nvPr/>
        </p:nvSpPr>
        <p:spPr>
          <a:xfrm>
            <a:off x="1896356" y="17120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sp>
        <p:nvSpPr>
          <p:cNvPr id="1021" name="Google Shape;1021;p65"/>
          <p:cNvSpPr/>
          <p:nvPr/>
        </p:nvSpPr>
        <p:spPr>
          <a:xfrm>
            <a:off x="1941000" y="2234425"/>
            <a:ext cx="1088100" cy="694872"/>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ed Hat Display"/>
                <a:ea typeface="Red Hat Display"/>
                <a:cs typeface="Red Hat Display"/>
                <a:sym typeface="Red Hat Display"/>
              </a:rPr>
              <a:t>rhis_builder_vault.yml</a:t>
            </a:r>
            <a:endParaRPr sz="1200">
              <a:latin typeface="Red Hat Display"/>
              <a:ea typeface="Red Hat Display"/>
              <a:cs typeface="Red Hat Display"/>
              <a:sym typeface="Red Hat Display"/>
            </a:endParaRPr>
          </a:p>
        </p:txBody>
      </p:sp>
      <p:sp>
        <p:nvSpPr>
          <p:cNvPr id="1022" name="Google Shape;1022;p65"/>
          <p:cNvSpPr txBox="1"/>
          <p:nvPr/>
        </p:nvSpPr>
        <p:spPr>
          <a:xfrm>
            <a:off x="129575" y="911375"/>
            <a:ext cx="1614300" cy="60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hlink"/>
                </a:solidFill>
                <a:latin typeface="Red Hat Display"/>
                <a:ea typeface="Red Hat Display"/>
                <a:cs typeface="Red Hat Display"/>
                <a:sym typeface="Red Hat Display"/>
                <a:hlinkClick r:id="rId5"/>
              </a:rPr>
              <a:t>console.redhat.com</a:t>
            </a:r>
            <a:endParaRPr sz="1200">
              <a:latin typeface="Red Hat Display"/>
              <a:ea typeface="Red Hat Display"/>
              <a:cs typeface="Red Hat Display"/>
              <a:sym typeface="Red Hat Display"/>
            </a:endParaRPr>
          </a:p>
          <a:p>
            <a:pPr indent="0" lvl="0" marL="0" rtl="0" algn="l">
              <a:spcBef>
                <a:spcPts val="0"/>
              </a:spcBef>
              <a:spcAft>
                <a:spcPts val="0"/>
              </a:spcAft>
              <a:buNone/>
            </a:pPr>
            <a:r>
              <a:rPr lang="en" sz="1200">
                <a:latin typeface="Red Hat Display"/>
                <a:ea typeface="Red Hat Display"/>
                <a:cs typeface="Red Hat Display"/>
                <a:sym typeface="Red Hat Display"/>
              </a:rPr>
              <a:t>imagebuilder</a:t>
            </a:r>
            <a:endParaRPr sz="1200">
              <a:latin typeface="Red Hat Display"/>
              <a:ea typeface="Red Hat Display"/>
              <a:cs typeface="Red Hat Display"/>
              <a:sym typeface="Red Hat Display"/>
            </a:endParaRPr>
          </a:p>
        </p:txBody>
      </p:sp>
      <p:pic>
        <p:nvPicPr>
          <p:cNvPr id="1023" name="Google Shape;1023;p65"/>
          <p:cNvPicPr preferRelativeResize="0"/>
          <p:nvPr/>
        </p:nvPicPr>
        <p:blipFill rotWithShape="1">
          <a:blip r:embed="rId3">
            <a:alphaModFix/>
          </a:blip>
          <a:srcRect b="25702" l="0" r="0" t="28126"/>
          <a:stretch/>
        </p:blipFill>
        <p:spPr>
          <a:xfrm>
            <a:off x="8664305" y="2185550"/>
            <a:ext cx="1308641" cy="604200"/>
          </a:xfrm>
          <a:prstGeom prst="rect">
            <a:avLst/>
          </a:prstGeom>
          <a:noFill/>
          <a:ln>
            <a:noFill/>
          </a:ln>
        </p:spPr>
      </p:pic>
      <p:pic>
        <p:nvPicPr>
          <p:cNvPr id="1024" name="Google Shape;1024;p65"/>
          <p:cNvPicPr preferRelativeResize="0"/>
          <p:nvPr/>
        </p:nvPicPr>
        <p:blipFill rotWithShape="1">
          <a:blip r:embed="rId3">
            <a:alphaModFix/>
          </a:blip>
          <a:srcRect b="25702" l="0" r="0" t="28126"/>
          <a:stretch/>
        </p:blipFill>
        <p:spPr>
          <a:xfrm>
            <a:off x="8664305" y="1423550"/>
            <a:ext cx="1308641" cy="604200"/>
          </a:xfrm>
          <a:prstGeom prst="rect">
            <a:avLst/>
          </a:prstGeom>
          <a:noFill/>
          <a:ln>
            <a:noFill/>
          </a:ln>
        </p:spPr>
      </p:pic>
      <p:pic>
        <p:nvPicPr>
          <p:cNvPr id="1025" name="Google Shape;1025;p65"/>
          <p:cNvPicPr preferRelativeResize="0"/>
          <p:nvPr/>
        </p:nvPicPr>
        <p:blipFill>
          <a:blip r:embed="rId6">
            <a:alphaModFix/>
          </a:blip>
          <a:stretch>
            <a:fillRect/>
          </a:stretch>
        </p:blipFill>
        <p:spPr>
          <a:xfrm>
            <a:off x="615025" y="2625386"/>
            <a:ext cx="533400" cy="533400"/>
          </a:xfrm>
          <a:prstGeom prst="rect">
            <a:avLst/>
          </a:prstGeom>
          <a:noFill/>
          <a:ln>
            <a:noFill/>
          </a:ln>
        </p:spPr>
      </p:pic>
      <p:sp>
        <p:nvSpPr>
          <p:cNvPr id="1026" name="Google Shape;1026;p65"/>
          <p:cNvSpPr txBox="1"/>
          <p:nvPr/>
        </p:nvSpPr>
        <p:spPr>
          <a:xfrm>
            <a:off x="3293075" y="1228600"/>
            <a:ext cx="4561800" cy="44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ansible-playbook -i inventory main.yml</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AutoNum type="arabicPeriod"/>
            </a:pPr>
            <a:r>
              <a:rPr lang="en">
                <a:latin typeface="Red Hat Display"/>
                <a:ea typeface="Red Hat Display"/>
                <a:cs typeface="Red Hat Display"/>
                <a:sym typeface="Red Hat Display"/>
              </a:rPr>
              <a:t>installs the prerequisites</a:t>
            </a:r>
            <a:endParaRPr>
              <a:latin typeface="Red Hat Display"/>
              <a:ea typeface="Red Hat Display"/>
              <a:cs typeface="Red Hat Display"/>
              <a:sym typeface="Red Hat Display"/>
            </a:endParaRPr>
          </a:p>
          <a:p>
            <a:pPr indent="0" lvl="0" marL="457200" rtl="0" algn="l">
              <a:spcBef>
                <a:spcPts val="0"/>
              </a:spcBef>
              <a:spcAft>
                <a:spcPts val="0"/>
              </a:spcAft>
              <a:buNone/>
            </a:pPr>
            <a:r>
              <a:rPr lang="en">
                <a:latin typeface="Red Hat Display"/>
                <a:ea typeface="Red Hat Display"/>
                <a:cs typeface="Red Hat Display"/>
                <a:sym typeface="Red Hat Display"/>
              </a:rPr>
              <a:t>installs the collections</a:t>
            </a:r>
            <a:endParaRPr>
              <a:latin typeface="Red Hat Display"/>
              <a:ea typeface="Red Hat Display"/>
              <a:cs typeface="Red Hat Display"/>
              <a:sym typeface="Red Hat Display"/>
            </a:endParaRPr>
          </a:p>
          <a:p>
            <a:pPr indent="0" lvl="0" marL="457200" rtl="0" algn="l">
              <a:spcBef>
                <a:spcPts val="0"/>
              </a:spcBef>
              <a:spcAft>
                <a:spcPts val="0"/>
              </a:spcAft>
              <a:buNone/>
            </a:pPr>
            <a:r>
              <a:rPr lang="en">
                <a:latin typeface="Red Hat Display"/>
                <a:ea typeface="Red Hat Display"/>
                <a:cs typeface="Red Hat Display"/>
                <a:sym typeface="Red Hat Display"/>
              </a:rPr>
              <a:t>clones the repositories from your forks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AutoNum type="arabicPeriod"/>
            </a:pPr>
            <a:r>
              <a:rPr lang="en">
                <a:latin typeface="Red Hat Display"/>
                <a:ea typeface="Red Hat Display"/>
                <a:cs typeface="Red Hat Display"/>
                <a:sym typeface="Red Hat Display"/>
              </a:rPr>
              <a:t>gather all your secrets and configure rhis_builder_vault.yml and encrypt it.</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AutoNum type="arabicPeriod"/>
            </a:pPr>
            <a:r>
              <a:rPr lang="en">
                <a:latin typeface="Red Hat Display"/>
                <a:ea typeface="Red Hat Display"/>
                <a:cs typeface="Red Hat Display"/>
                <a:sym typeface="Red Hat Display"/>
              </a:rPr>
              <a:t>rhis-builder-baremetal-init will help you create the OEMDRV thumb drives for baremetal booting your minimal IdM Primary and Satellite Primary</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AutoNum type="arabicPeriod"/>
            </a:pPr>
            <a:r>
              <a:rPr lang="en">
                <a:latin typeface="Red Hat Display"/>
                <a:ea typeface="Red Hat Display"/>
                <a:cs typeface="Red Hat Display"/>
                <a:sym typeface="Red Hat Display"/>
              </a:rPr>
              <a:t>Build your instances and makes sure that they can communicate with each other and the provisioner.</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AutoNum type="arabicPeriod"/>
            </a:pPr>
            <a:r>
              <a:rPr lang="en">
                <a:latin typeface="Red Hat Display"/>
                <a:ea typeface="Red Hat Display"/>
                <a:cs typeface="Red Hat Display"/>
                <a:sym typeface="Red Hat Display"/>
              </a:rPr>
              <a:t>Now you are ready to deploy IdM</a:t>
            </a:r>
            <a:endParaRPr>
              <a:latin typeface="Red Hat Display"/>
              <a:ea typeface="Red Hat Display"/>
              <a:cs typeface="Red Hat Display"/>
              <a:sym typeface="Red Hat Display"/>
            </a:endParaRPr>
          </a:p>
        </p:txBody>
      </p:sp>
      <p:cxnSp>
        <p:nvCxnSpPr>
          <p:cNvPr id="1027" name="Google Shape;1027;p65"/>
          <p:cNvCxnSpPr>
            <a:endCxn id="1016" idx="0"/>
          </p:cNvCxnSpPr>
          <p:nvPr/>
        </p:nvCxnSpPr>
        <p:spPr>
          <a:xfrm rot="10800000">
            <a:off x="2417091" y="1423517"/>
            <a:ext cx="457200" cy="211200"/>
          </a:xfrm>
          <a:prstGeom prst="curvedConnector4">
            <a:avLst>
              <a:gd fmla="val -34325" name="adj1"/>
              <a:gd fmla="val 321031" name="adj2"/>
            </a:avLst>
          </a:prstGeom>
          <a:noFill/>
          <a:ln cap="flat" cmpd="sng" w="9525">
            <a:solidFill>
              <a:schemeClr val="dk2"/>
            </a:solidFill>
            <a:prstDash val="solid"/>
            <a:round/>
            <a:headEnd len="med" w="med" type="triangle"/>
            <a:tailEnd len="med" w="med" type="none"/>
          </a:ln>
        </p:spPr>
      </p:cxnSp>
      <p:sp>
        <p:nvSpPr>
          <p:cNvPr id="1028" name="Google Shape;1028;p65"/>
          <p:cNvSpPr txBox="1"/>
          <p:nvPr/>
        </p:nvSpPr>
        <p:spPr>
          <a:xfrm>
            <a:off x="661625" y="5779125"/>
            <a:ext cx="2688900" cy="10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Assumption: You have 3 computers connected to a wired network. </a:t>
            </a:r>
            <a:endParaRPr sz="1800">
              <a:latin typeface="Red Hat Display"/>
              <a:ea typeface="Red Hat Display"/>
              <a:cs typeface="Red Hat Display"/>
              <a:sym typeface="Red Hat Display"/>
            </a:endParaRPr>
          </a:p>
        </p:txBody>
      </p:sp>
      <p:cxnSp>
        <p:nvCxnSpPr>
          <p:cNvPr id="1029" name="Google Shape;1029;p65"/>
          <p:cNvCxnSpPr>
            <a:stCxn id="1016" idx="0"/>
            <a:endCxn id="1016" idx="1"/>
          </p:cNvCxnSpPr>
          <p:nvPr/>
        </p:nvCxnSpPr>
        <p:spPr>
          <a:xfrm rot="5400000">
            <a:off x="2082891" y="1300517"/>
            <a:ext cx="211200" cy="457200"/>
          </a:xfrm>
          <a:prstGeom prst="curvedConnector4">
            <a:avLst>
              <a:gd fmla="val -221031" name="adj1"/>
              <a:gd fmla="val 152083" name="adj2"/>
            </a:avLst>
          </a:prstGeom>
          <a:noFill/>
          <a:ln cap="flat" cmpd="sng" w="9525">
            <a:solidFill>
              <a:schemeClr val="dk2"/>
            </a:solidFill>
            <a:prstDash val="solid"/>
            <a:round/>
            <a:headEnd len="med" w="med" type="none"/>
            <a:tailEnd len="med" w="med" type="triangle"/>
          </a:ln>
        </p:spPr>
      </p:cxnSp>
      <p:sp>
        <p:nvSpPr>
          <p:cNvPr id="1030" name="Google Shape;1030;p65"/>
          <p:cNvSpPr txBox="1"/>
          <p:nvPr/>
        </p:nvSpPr>
        <p:spPr>
          <a:xfrm>
            <a:off x="2708950" y="566975"/>
            <a:ext cx="412800" cy="4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1.</a:t>
            </a:r>
            <a:endParaRPr sz="1800">
              <a:latin typeface="Red Hat Display"/>
              <a:ea typeface="Red Hat Display"/>
              <a:cs typeface="Red Hat Display"/>
              <a:sym typeface="Red Hat Display"/>
            </a:endParaRPr>
          </a:p>
        </p:txBody>
      </p:sp>
      <p:sp>
        <p:nvSpPr>
          <p:cNvPr id="1031" name="Google Shape;1031;p65"/>
          <p:cNvSpPr txBox="1"/>
          <p:nvPr/>
        </p:nvSpPr>
        <p:spPr>
          <a:xfrm>
            <a:off x="2251750" y="2852975"/>
            <a:ext cx="412800" cy="4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2</a:t>
            </a:r>
            <a:r>
              <a:rPr lang="en" sz="1800">
                <a:latin typeface="Red Hat Display"/>
                <a:ea typeface="Red Hat Display"/>
                <a:cs typeface="Red Hat Display"/>
                <a:sym typeface="Red Hat Display"/>
              </a:rPr>
              <a:t>.</a:t>
            </a:r>
            <a:endParaRPr sz="1800">
              <a:latin typeface="Red Hat Display"/>
              <a:ea typeface="Red Hat Display"/>
              <a:cs typeface="Red Hat Display"/>
              <a:sym typeface="Red Hat Display"/>
            </a:endParaRPr>
          </a:p>
        </p:txBody>
      </p:sp>
      <p:sp>
        <p:nvSpPr>
          <p:cNvPr id="1032" name="Google Shape;1032;p65"/>
          <p:cNvSpPr txBox="1"/>
          <p:nvPr/>
        </p:nvSpPr>
        <p:spPr>
          <a:xfrm>
            <a:off x="1565950" y="566975"/>
            <a:ext cx="412800" cy="4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3</a:t>
            </a:r>
            <a:r>
              <a:rPr lang="en" sz="1800">
                <a:latin typeface="Red Hat Display"/>
                <a:ea typeface="Red Hat Display"/>
                <a:cs typeface="Red Hat Display"/>
                <a:sym typeface="Red Hat Display"/>
              </a:rPr>
              <a:t>.</a:t>
            </a:r>
            <a:endParaRPr sz="1800">
              <a:latin typeface="Red Hat Display"/>
              <a:ea typeface="Red Hat Display"/>
              <a:cs typeface="Red Hat Display"/>
              <a:sym typeface="Red Hat Display"/>
            </a:endParaRPr>
          </a:p>
        </p:txBody>
      </p:sp>
      <p:cxnSp>
        <p:nvCxnSpPr>
          <p:cNvPr id="1033" name="Google Shape;1033;p65"/>
          <p:cNvCxnSpPr>
            <a:stCxn id="1016" idx="1"/>
            <a:endCxn id="1023" idx="2"/>
          </p:cNvCxnSpPr>
          <p:nvPr/>
        </p:nvCxnSpPr>
        <p:spPr>
          <a:xfrm>
            <a:off x="1959891" y="1634604"/>
            <a:ext cx="7358700" cy="1155000"/>
          </a:xfrm>
          <a:prstGeom prst="curvedConnector4">
            <a:avLst>
              <a:gd fmla="val -3236" name="adj1"/>
              <a:gd fmla="val 309251" name="adj2"/>
            </a:avLst>
          </a:prstGeom>
          <a:noFill/>
          <a:ln cap="flat" cmpd="sng" w="9525">
            <a:solidFill>
              <a:schemeClr val="dk2"/>
            </a:solidFill>
            <a:prstDash val="solid"/>
            <a:round/>
            <a:headEnd len="med" w="med" type="none"/>
            <a:tailEnd len="med" w="med" type="triangle"/>
          </a:ln>
        </p:spPr>
      </p:cxnSp>
      <p:sp>
        <p:nvSpPr>
          <p:cNvPr id="1034" name="Google Shape;1034;p65"/>
          <p:cNvSpPr txBox="1"/>
          <p:nvPr/>
        </p:nvSpPr>
        <p:spPr>
          <a:xfrm>
            <a:off x="8704125" y="2777775"/>
            <a:ext cx="412800" cy="4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4</a:t>
            </a:r>
            <a:r>
              <a:rPr lang="en" sz="1800">
                <a:latin typeface="Red Hat Display"/>
                <a:ea typeface="Red Hat Display"/>
                <a:cs typeface="Red Hat Display"/>
                <a:sym typeface="Red Hat Display"/>
              </a:rPr>
              <a:t>.</a:t>
            </a:r>
            <a:endParaRPr sz="1800">
              <a:latin typeface="Red Hat Display"/>
              <a:ea typeface="Red Hat Display"/>
              <a:cs typeface="Red Hat Display"/>
              <a:sym typeface="Red Hat Display"/>
            </a:endParaRPr>
          </a:p>
        </p:txBody>
      </p:sp>
      <p:sp>
        <p:nvSpPr>
          <p:cNvPr id="1035" name="Google Shape;1035;p65"/>
          <p:cNvSpPr txBox="1"/>
          <p:nvPr/>
        </p:nvSpPr>
        <p:spPr>
          <a:xfrm>
            <a:off x="9972951" y="1483425"/>
            <a:ext cx="190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idm.example.ca</a:t>
            </a:r>
            <a:endParaRPr>
              <a:latin typeface="Red Hat Display"/>
              <a:ea typeface="Red Hat Display"/>
              <a:cs typeface="Red Hat Display"/>
              <a:sym typeface="Red Hat Display"/>
            </a:endParaRPr>
          </a:p>
        </p:txBody>
      </p:sp>
      <p:sp>
        <p:nvSpPr>
          <p:cNvPr id="1036" name="Google Shape;1036;p65"/>
          <p:cNvSpPr txBox="1"/>
          <p:nvPr/>
        </p:nvSpPr>
        <p:spPr>
          <a:xfrm>
            <a:off x="9972951" y="2245425"/>
            <a:ext cx="190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satellite</a:t>
            </a:r>
            <a:r>
              <a:rPr lang="en">
                <a:latin typeface="Red Hat Display"/>
                <a:ea typeface="Red Hat Display"/>
                <a:cs typeface="Red Hat Display"/>
                <a:sym typeface="Red Hat Display"/>
              </a:rPr>
              <a:t>.example.ca</a:t>
            </a:r>
            <a:endParaRPr>
              <a:latin typeface="Red Hat Display"/>
              <a:ea typeface="Red Hat Display"/>
              <a:cs typeface="Red Hat Display"/>
              <a:sym typeface="Red Hat Display"/>
            </a:endParaRPr>
          </a:p>
        </p:txBody>
      </p:sp>
      <p:sp>
        <p:nvSpPr>
          <p:cNvPr id="1037" name="Google Shape;1037;p65"/>
          <p:cNvSpPr txBox="1"/>
          <p:nvPr/>
        </p:nvSpPr>
        <p:spPr>
          <a:xfrm>
            <a:off x="9395775" y="2863300"/>
            <a:ext cx="2004000" cy="21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Boot from a RHEL DVD and it will automatically pick up the ks.cfg from </a:t>
            </a:r>
            <a:r>
              <a:rPr lang="en" sz="1800">
                <a:solidFill>
                  <a:schemeClr val="dk1"/>
                </a:solidFill>
                <a:latin typeface="Red Hat Display"/>
                <a:ea typeface="Red Hat Display"/>
                <a:cs typeface="Red Hat Display"/>
                <a:sym typeface="Red Hat Display"/>
              </a:rPr>
              <a:t>OEMDRV</a:t>
            </a:r>
            <a:endParaRPr sz="18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sz="1800">
                <a:latin typeface="Red Hat Display"/>
                <a:ea typeface="Red Hat Display"/>
                <a:cs typeface="Red Hat Display"/>
                <a:sym typeface="Red Hat Display"/>
              </a:rPr>
              <a:t>and install the node to spec.</a:t>
            </a:r>
            <a:endParaRPr sz="1800">
              <a:latin typeface="Red Hat Display"/>
              <a:ea typeface="Red Hat Display"/>
              <a:cs typeface="Red Hat Display"/>
              <a:sym typeface="Red Hat Display"/>
            </a:endParaRPr>
          </a:p>
        </p:txBody>
      </p:sp>
      <p:sp>
        <p:nvSpPr>
          <p:cNvPr id="1038" name="Google Shape;1038;p65"/>
          <p:cNvSpPr txBox="1"/>
          <p:nvPr/>
        </p:nvSpPr>
        <p:spPr>
          <a:xfrm>
            <a:off x="4679450" y="5543375"/>
            <a:ext cx="5293500" cy="10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All other bootstrap models are designed to get you to this same place. A RHEL instance for IdM and a RHEL instance for Satellite with @base install</a:t>
            </a:r>
            <a:endParaRPr sz="1800">
              <a:latin typeface="Red Hat Display"/>
              <a:ea typeface="Red Hat Display"/>
              <a:cs typeface="Red Hat Display"/>
              <a:sym typeface="Red Hat Displa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p66"/>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Once you have the 2 Bootstrap nodes</a:t>
            </a:r>
            <a:endParaRPr/>
          </a:p>
        </p:txBody>
      </p:sp>
      <p:sp>
        <p:nvSpPr>
          <p:cNvPr id="1044" name="Google Shape;1044;p6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045" name="Google Shape;1045;p6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046" name="Google Shape;1046;p66"/>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1047" name="Google Shape;1047;p66"/>
          <p:cNvGrpSpPr/>
          <p:nvPr/>
        </p:nvGrpSpPr>
        <p:grpSpPr>
          <a:xfrm>
            <a:off x="3733825" y="5220663"/>
            <a:ext cx="914400" cy="559500"/>
            <a:chOff x="3899025" y="4752650"/>
            <a:chExt cx="914400" cy="559500"/>
          </a:xfrm>
        </p:grpSpPr>
        <p:pic>
          <p:nvPicPr>
            <p:cNvPr id="1048" name="Google Shape;1048;p66"/>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1049" name="Google Shape;1049;p66"/>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1050" name="Google Shape;1050;p66"/>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t/>
            </a:r>
            <a:endParaRPr/>
          </a:p>
        </p:txBody>
      </p:sp>
      <p:sp>
        <p:nvSpPr>
          <p:cNvPr id="1051" name="Google Shape;1051;p66"/>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1052" name="Google Shape;1052;p66"/>
          <p:cNvGrpSpPr/>
          <p:nvPr/>
        </p:nvGrpSpPr>
        <p:grpSpPr>
          <a:xfrm>
            <a:off x="3733833" y="1381676"/>
            <a:ext cx="458937" cy="422178"/>
            <a:chOff x="8321229" y="3179936"/>
            <a:chExt cx="914400" cy="914400"/>
          </a:xfrm>
        </p:grpSpPr>
        <p:sp>
          <p:nvSpPr>
            <p:cNvPr id="1053" name="Google Shape;1053;p66"/>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54" name="Google Shape;1054;p66"/>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1055" name="Google Shape;1055;p66"/>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sp>
        <p:nvSpPr>
          <p:cNvPr id="1056" name="Google Shape;1056;p66"/>
          <p:cNvSpPr/>
          <p:nvPr/>
        </p:nvSpPr>
        <p:spPr>
          <a:xfrm>
            <a:off x="108553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57" name="Google Shape;1057;p66"/>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1058" name="Google Shape;1058;p66"/>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grpSp>
        <p:nvGrpSpPr>
          <p:cNvPr id="1059" name="Google Shape;1059;p66"/>
          <p:cNvGrpSpPr/>
          <p:nvPr/>
        </p:nvGrpSpPr>
        <p:grpSpPr>
          <a:xfrm>
            <a:off x="7351968" y="2776299"/>
            <a:ext cx="458937" cy="422178"/>
            <a:chOff x="6263829" y="1370716"/>
            <a:chExt cx="914400" cy="914400"/>
          </a:xfrm>
        </p:grpSpPr>
        <p:sp>
          <p:nvSpPr>
            <p:cNvPr id="1060" name="Google Shape;1060;p66"/>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61" name="Google Shape;1061;p66"/>
            <p:cNvPicPr preferRelativeResize="0"/>
            <p:nvPr/>
          </p:nvPicPr>
          <p:blipFill>
            <a:blip r:embed="rId7">
              <a:alphaModFix/>
            </a:blip>
            <a:stretch>
              <a:fillRect/>
            </a:stretch>
          </p:blipFill>
          <p:spPr>
            <a:xfrm>
              <a:off x="6312879" y="1419766"/>
              <a:ext cx="816300" cy="816300"/>
            </a:xfrm>
            <a:prstGeom prst="rect">
              <a:avLst/>
            </a:prstGeom>
            <a:noFill/>
            <a:ln>
              <a:noFill/>
            </a:ln>
          </p:spPr>
        </p:pic>
      </p:grpSp>
      <p:grpSp>
        <p:nvGrpSpPr>
          <p:cNvPr id="1062" name="Google Shape;1062;p66"/>
          <p:cNvGrpSpPr/>
          <p:nvPr/>
        </p:nvGrpSpPr>
        <p:grpSpPr>
          <a:xfrm>
            <a:off x="6402738" y="2784864"/>
            <a:ext cx="458937" cy="422178"/>
            <a:chOff x="4437340" y="1269451"/>
            <a:chExt cx="914400" cy="914400"/>
          </a:xfrm>
        </p:grpSpPr>
        <p:sp>
          <p:nvSpPr>
            <p:cNvPr id="1063" name="Google Shape;1063;p66"/>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64" name="Google Shape;1064;p66"/>
            <p:cNvPicPr preferRelativeResize="0"/>
            <p:nvPr/>
          </p:nvPicPr>
          <p:blipFill rotWithShape="1">
            <a:blip r:embed="rId8">
              <a:alphaModFix/>
            </a:blip>
            <a:srcRect b="9632" l="15541" r="14164" t="9218"/>
            <a:stretch/>
          </p:blipFill>
          <p:spPr>
            <a:xfrm>
              <a:off x="4537357" y="1303203"/>
              <a:ext cx="739893" cy="850172"/>
            </a:xfrm>
            <a:prstGeom prst="rect">
              <a:avLst/>
            </a:prstGeom>
            <a:noFill/>
            <a:ln>
              <a:noFill/>
            </a:ln>
          </p:spPr>
        </p:pic>
      </p:grpSp>
      <p:grpSp>
        <p:nvGrpSpPr>
          <p:cNvPr id="1065" name="Google Shape;1065;p66"/>
          <p:cNvGrpSpPr/>
          <p:nvPr/>
        </p:nvGrpSpPr>
        <p:grpSpPr>
          <a:xfrm>
            <a:off x="8263149" y="2767685"/>
            <a:ext cx="458937" cy="422178"/>
            <a:chOff x="4437340" y="3101261"/>
            <a:chExt cx="914400" cy="914400"/>
          </a:xfrm>
        </p:grpSpPr>
        <p:sp>
          <p:nvSpPr>
            <p:cNvPr id="1066" name="Google Shape;1066;p66"/>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67" name="Google Shape;1067;p66"/>
            <p:cNvPicPr preferRelativeResize="0"/>
            <p:nvPr/>
          </p:nvPicPr>
          <p:blipFill rotWithShape="1">
            <a:blip r:embed="rId9">
              <a:alphaModFix/>
            </a:blip>
            <a:srcRect b="13122" l="12810" r="11523" t="12272"/>
            <a:stretch/>
          </p:blipFill>
          <p:spPr>
            <a:xfrm>
              <a:off x="4518236" y="3190157"/>
              <a:ext cx="752608" cy="736608"/>
            </a:xfrm>
            <a:prstGeom prst="rect">
              <a:avLst/>
            </a:prstGeom>
            <a:noFill/>
            <a:ln>
              <a:noFill/>
            </a:ln>
          </p:spPr>
        </p:pic>
      </p:grpSp>
      <p:sp>
        <p:nvSpPr>
          <p:cNvPr id="1068" name="Google Shape;1068;p66"/>
          <p:cNvSpPr txBox="1"/>
          <p:nvPr/>
        </p:nvSpPr>
        <p:spPr>
          <a:xfrm>
            <a:off x="6243400" y="1607200"/>
            <a:ext cx="3633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Red Hat Display"/>
                <a:ea typeface="Red Hat Display"/>
                <a:cs typeface="Red Hat Display"/>
                <a:sym typeface="Red Hat Display"/>
              </a:rPr>
              <a:t>Do this…</a:t>
            </a:r>
            <a:endParaRPr b="1" sz="2400">
              <a:latin typeface="Red Hat Display"/>
              <a:ea typeface="Red Hat Display"/>
              <a:cs typeface="Red Hat Display"/>
              <a:sym typeface="Red Hat Display"/>
            </a:endParaRPr>
          </a:p>
        </p:txBody>
      </p:sp>
      <p:pic>
        <p:nvPicPr>
          <p:cNvPr id="1069" name="Google Shape;1069;p66"/>
          <p:cNvPicPr preferRelativeResize="0"/>
          <p:nvPr/>
        </p:nvPicPr>
        <p:blipFill rotWithShape="1">
          <a:blip r:embed="rId4">
            <a:alphaModFix/>
          </a:blip>
          <a:srcRect b="19054" l="0" r="0" t="19757"/>
          <a:stretch/>
        </p:blipFill>
        <p:spPr>
          <a:xfrm>
            <a:off x="8049338" y="3191195"/>
            <a:ext cx="914400" cy="559500"/>
          </a:xfrm>
          <a:prstGeom prst="rect">
            <a:avLst/>
          </a:prstGeom>
          <a:noFill/>
          <a:ln>
            <a:noFill/>
          </a:ln>
        </p:spPr>
      </p:pic>
      <p:pic>
        <p:nvPicPr>
          <p:cNvPr id="1070" name="Google Shape;1070;p66"/>
          <p:cNvPicPr preferRelativeResize="0"/>
          <p:nvPr/>
        </p:nvPicPr>
        <p:blipFill rotWithShape="1">
          <a:blip r:embed="rId4">
            <a:alphaModFix/>
          </a:blip>
          <a:srcRect b="19054" l="0" r="0" t="19757"/>
          <a:stretch/>
        </p:blipFill>
        <p:spPr>
          <a:xfrm>
            <a:off x="8963738" y="3191195"/>
            <a:ext cx="914400" cy="559500"/>
          </a:xfrm>
          <a:prstGeom prst="rect">
            <a:avLst/>
          </a:prstGeom>
          <a:noFill/>
          <a:ln>
            <a:noFill/>
          </a:ln>
        </p:spPr>
      </p:pic>
      <p:pic>
        <p:nvPicPr>
          <p:cNvPr id="1071" name="Google Shape;1071;p66"/>
          <p:cNvPicPr preferRelativeResize="0"/>
          <p:nvPr/>
        </p:nvPicPr>
        <p:blipFill rotWithShape="1">
          <a:blip r:embed="rId4">
            <a:alphaModFix/>
          </a:blip>
          <a:srcRect b="19054" l="0" r="0" t="19757"/>
          <a:stretch/>
        </p:blipFill>
        <p:spPr>
          <a:xfrm>
            <a:off x="9878138" y="3191195"/>
            <a:ext cx="914400" cy="559500"/>
          </a:xfrm>
          <a:prstGeom prst="rect">
            <a:avLst/>
          </a:prstGeom>
          <a:noFill/>
          <a:ln>
            <a:noFill/>
          </a:ln>
        </p:spPr>
      </p:pic>
      <p:pic>
        <p:nvPicPr>
          <p:cNvPr id="1072" name="Google Shape;1072;p66"/>
          <p:cNvPicPr preferRelativeResize="0"/>
          <p:nvPr/>
        </p:nvPicPr>
        <p:blipFill rotWithShape="1">
          <a:blip r:embed="rId4">
            <a:alphaModFix/>
          </a:blip>
          <a:srcRect b="19054" l="0" r="0" t="19757"/>
          <a:stretch/>
        </p:blipFill>
        <p:spPr>
          <a:xfrm>
            <a:off x="10792538" y="3191195"/>
            <a:ext cx="914400" cy="559500"/>
          </a:xfrm>
          <a:prstGeom prst="rect">
            <a:avLst/>
          </a:prstGeom>
          <a:noFill/>
          <a:ln>
            <a:noFill/>
          </a:ln>
        </p:spPr>
      </p:pic>
      <p:grpSp>
        <p:nvGrpSpPr>
          <p:cNvPr id="1073" name="Google Shape;1073;p66"/>
          <p:cNvGrpSpPr/>
          <p:nvPr/>
        </p:nvGrpSpPr>
        <p:grpSpPr>
          <a:xfrm>
            <a:off x="9177549" y="2767685"/>
            <a:ext cx="458937" cy="422178"/>
            <a:chOff x="4437340" y="3101261"/>
            <a:chExt cx="914400" cy="914400"/>
          </a:xfrm>
        </p:grpSpPr>
        <p:sp>
          <p:nvSpPr>
            <p:cNvPr id="1074" name="Google Shape;1074;p66"/>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75" name="Google Shape;1075;p66"/>
            <p:cNvPicPr preferRelativeResize="0"/>
            <p:nvPr/>
          </p:nvPicPr>
          <p:blipFill rotWithShape="1">
            <a:blip r:embed="rId9">
              <a:alphaModFix/>
            </a:blip>
            <a:srcRect b="13122" l="12810" r="11523" t="12272"/>
            <a:stretch/>
          </p:blipFill>
          <p:spPr>
            <a:xfrm>
              <a:off x="4518236" y="3190157"/>
              <a:ext cx="752608" cy="736608"/>
            </a:xfrm>
            <a:prstGeom prst="rect">
              <a:avLst/>
            </a:prstGeom>
            <a:noFill/>
            <a:ln>
              <a:noFill/>
            </a:ln>
          </p:spPr>
        </p:pic>
      </p:grpSp>
      <p:pic>
        <p:nvPicPr>
          <p:cNvPr id="1076" name="Google Shape;1076;p66"/>
          <p:cNvPicPr preferRelativeResize="0"/>
          <p:nvPr/>
        </p:nvPicPr>
        <p:blipFill>
          <a:blip r:embed="rId10">
            <a:alphaModFix/>
          </a:blip>
          <a:stretch>
            <a:fillRect/>
          </a:stretch>
        </p:blipFill>
        <p:spPr>
          <a:xfrm>
            <a:off x="10895276" y="2835667"/>
            <a:ext cx="318000" cy="318000"/>
          </a:xfrm>
          <a:prstGeom prst="rect">
            <a:avLst/>
          </a:prstGeom>
          <a:noFill/>
          <a:ln>
            <a:noFill/>
          </a:ln>
        </p:spPr>
      </p:pic>
      <p:sp>
        <p:nvSpPr>
          <p:cNvPr id="1077" name="Google Shape;1077;p66"/>
          <p:cNvSpPr/>
          <p:nvPr/>
        </p:nvSpPr>
        <p:spPr>
          <a:xfrm>
            <a:off x="99409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78" name="Google Shape;1078;p66"/>
          <p:cNvPicPr preferRelativeResize="0"/>
          <p:nvPr/>
        </p:nvPicPr>
        <p:blipFill>
          <a:blip r:embed="rId10">
            <a:alphaModFix/>
          </a:blip>
          <a:stretch>
            <a:fillRect/>
          </a:stretch>
        </p:blipFill>
        <p:spPr>
          <a:xfrm>
            <a:off x="9980876" y="2835667"/>
            <a:ext cx="318000" cy="318000"/>
          </a:xfrm>
          <a:prstGeom prst="rect">
            <a:avLst/>
          </a:prstGeom>
          <a:noFill/>
          <a:ln>
            <a:noFill/>
          </a:ln>
        </p:spPr>
      </p:pic>
      <p:pic>
        <p:nvPicPr>
          <p:cNvPr id="1079" name="Google Shape;1079;p66"/>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1080" name="Google Shape;1080;p66"/>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1081" name="Google Shape;1081;p66"/>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1082" name="Google Shape;1082;p66"/>
          <p:cNvSpPr txBox="1"/>
          <p:nvPr/>
        </p:nvSpPr>
        <p:spPr>
          <a:xfrm>
            <a:off x="6578500" y="4581975"/>
            <a:ext cx="472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VMware Infrastructure or Azure </a:t>
            </a:r>
            <a:endParaRPr>
              <a:latin typeface="Red Hat Display"/>
              <a:ea typeface="Red Hat Display"/>
              <a:cs typeface="Red Hat Display"/>
              <a:sym typeface="Red Hat Display"/>
            </a:endParaRPr>
          </a:p>
        </p:txBody>
      </p:sp>
      <p:sp>
        <p:nvSpPr>
          <p:cNvPr id="1083" name="Google Shape;1083;p66"/>
          <p:cNvSpPr txBox="1"/>
          <p:nvPr/>
        </p:nvSpPr>
        <p:spPr>
          <a:xfrm>
            <a:off x="2415775" y="2909250"/>
            <a:ext cx="34968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Deploy and Configure IdM Primary</a:t>
            </a:r>
            <a:endParaRPr>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Satellite Primary</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AAP All-in-one</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Clr>
                <a:schemeClr val="dk1"/>
              </a:buClr>
              <a:buSzPts val="1100"/>
              <a:buFont typeface="Arial"/>
              <a:buNone/>
            </a:pPr>
            <a:r>
              <a:rPr lang="en">
                <a:solidFill>
                  <a:schemeClr val="dk1"/>
                </a:solidFill>
                <a:latin typeface="Red Hat Display"/>
                <a:ea typeface="Red Hat Display"/>
                <a:cs typeface="Red Hat Display"/>
                <a:sym typeface="Red Hat Display"/>
              </a:rPr>
              <a:t>Deploy and Configure AAP Hub</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Container Hosts</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latin typeface="Red Hat Display"/>
              <a:ea typeface="Red Hat Display"/>
              <a:cs typeface="Red Hat Display"/>
              <a:sym typeface="Red Hat Displa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67"/>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Using rhis-builder to create the RH-IS</a:t>
            </a:r>
            <a:endParaRPr/>
          </a:p>
        </p:txBody>
      </p:sp>
      <p:sp>
        <p:nvSpPr>
          <p:cNvPr id="1089" name="Google Shape;1089;p6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090" name="Google Shape;1090;p6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091" name="Google Shape;1091;p67"/>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sp>
        <p:nvSpPr>
          <p:cNvPr id="1092" name="Google Shape;1092;p67"/>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1093" name="Google Shape;1093;p67"/>
          <p:cNvGrpSpPr/>
          <p:nvPr/>
        </p:nvGrpSpPr>
        <p:grpSpPr>
          <a:xfrm>
            <a:off x="3733833" y="1381676"/>
            <a:ext cx="458937" cy="422178"/>
            <a:chOff x="8321229" y="3179936"/>
            <a:chExt cx="914400" cy="914400"/>
          </a:xfrm>
        </p:grpSpPr>
        <p:sp>
          <p:nvSpPr>
            <p:cNvPr id="1094" name="Google Shape;1094;p67"/>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5" name="Google Shape;1095;p67"/>
            <p:cNvPicPr preferRelativeResize="0"/>
            <p:nvPr/>
          </p:nvPicPr>
          <p:blipFill>
            <a:blip r:embed="rId4">
              <a:alphaModFix/>
            </a:blip>
            <a:stretch>
              <a:fillRect/>
            </a:stretch>
          </p:blipFill>
          <p:spPr>
            <a:xfrm>
              <a:off x="8321229" y="3179936"/>
              <a:ext cx="914400" cy="914400"/>
            </a:xfrm>
            <a:prstGeom prst="rect">
              <a:avLst/>
            </a:prstGeom>
            <a:noFill/>
            <a:ln>
              <a:noFill/>
            </a:ln>
          </p:spPr>
        </p:pic>
      </p:grpSp>
      <p:sp>
        <p:nvSpPr>
          <p:cNvPr id="1096" name="Google Shape;1096;p67"/>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sp>
        <p:nvSpPr>
          <p:cNvPr id="1097" name="Google Shape;1097;p67"/>
          <p:cNvSpPr txBox="1"/>
          <p:nvPr/>
        </p:nvSpPr>
        <p:spPr>
          <a:xfrm>
            <a:off x="5786200" y="1226200"/>
            <a:ext cx="3633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latin typeface="Red Hat Display"/>
                <a:ea typeface="Red Hat Display"/>
                <a:cs typeface="Red Hat Display"/>
                <a:sym typeface="Red Hat Display"/>
              </a:rPr>
              <a:t>…expand t</a:t>
            </a:r>
            <a:r>
              <a:rPr b="1" lang="en" sz="3200">
                <a:latin typeface="Red Hat Display"/>
                <a:ea typeface="Red Hat Display"/>
                <a:cs typeface="Red Hat Display"/>
                <a:sym typeface="Red Hat Display"/>
              </a:rPr>
              <a:t>o this…</a:t>
            </a:r>
            <a:endParaRPr b="1" sz="3200">
              <a:latin typeface="Red Hat Display"/>
              <a:ea typeface="Red Hat Display"/>
              <a:cs typeface="Red Hat Display"/>
              <a:sym typeface="Red Hat Display"/>
            </a:endParaRPr>
          </a:p>
        </p:txBody>
      </p:sp>
      <p:grpSp>
        <p:nvGrpSpPr>
          <p:cNvPr id="1098" name="Google Shape;1098;p67"/>
          <p:cNvGrpSpPr/>
          <p:nvPr/>
        </p:nvGrpSpPr>
        <p:grpSpPr>
          <a:xfrm>
            <a:off x="6202675" y="1704850"/>
            <a:ext cx="5504263" cy="2135182"/>
            <a:chOff x="6202675" y="2390650"/>
            <a:chExt cx="5504263" cy="2135182"/>
          </a:xfrm>
        </p:grpSpPr>
        <p:sp>
          <p:nvSpPr>
            <p:cNvPr id="1099" name="Google Shape;1099;p67"/>
            <p:cNvSpPr/>
            <p:nvPr/>
          </p:nvSpPr>
          <p:spPr>
            <a:xfrm>
              <a:off x="108553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0" name="Google Shape;1100;p67"/>
            <p:cNvPicPr preferRelativeResize="0"/>
            <p:nvPr/>
          </p:nvPicPr>
          <p:blipFill rotWithShape="1">
            <a:blip r:embed="rId5">
              <a:alphaModFix/>
            </a:blip>
            <a:srcRect b="19054" l="0" r="0" t="19757"/>
            <a:stretch/>
          </p:blipFill>
          <p:spPr>
            <a:xfrm>
              <a:off x="6202675" y="3191195"/>
              <a:ext cx="914400" cy="559500"/>
            </a:xfrm>
            <a:prstGeom prst="rect">
              <a:avLst/>
            </a:prstGeom>
            <a:noFill/>
            <a:ln>
              <a:noFill/>
            </a:ln>
          </p:spPr>
        </p:pic>
        <p:pic>
          <p:nvPicPr>
            <p:cNvPr id="1101" name="Google Shape;1101;p67"/>
            <p:cNvPicPr preferRelativeResize="0"/>
            <p:nvPr/>
          </p:nvPicPr>
          <p:blipFill rotWithShape="1">
            <a:blip r:embed="rId5">
              <a:alphaModFix/>
            </a:blip>
            <a:srcRect b="19054" l="0" r="0" t="19757"/>
            <a:stretch/>
          </p:blipFill>
          <p:spPr>
            <a:xfrm>
              <a:off x="7134938" y="3191195"/>
              <a:ext cx="914400" cy="559500"/>
            </a:xfrm>
            <a:prstGeom prst="rect">
              <a:avLst/>
            </a:prstGeom>
            <a:noFill/>
            <a:ln>
              <a:noFill/>
            </a:ln>
          </p:spPr>
        </p:pic>
        <p:grpSp>
          <p:nvGrpSpPr>
            <p:cNvPr id="1102" name="Google Shape;1102;p67"/>
            <p:cNvGrpSpPr/>
            <p:nvPr/>
          </p:nvGrpSpPr>
          <p:grpSpPr>
            <a:xfrm>
              <a:off x="7351968" y="2776299"/>
              <a:ext cx="458937" cy="422178"/>
              <a:chOff x="6263829" y="1370716"/>
              <a:chExt cx="914400" cy="914400"/>
            </a:xfrm>
          </p:grpSpPr>
          <p:sp>
            <p:nvSpPr>
              <p:cNvPr id="1103" name="Google Shape;1103;p67"/>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4" name="Google Shape;1104;p67"/>
              <p:cNvPicPr preferRelativeResize="0"/>
              <p:nvPr/>
            </p:nvPicPr>
            <p:blipFill>
              <a:blip r:embed="rId6">
                <a:alphaModFix/>
              </a:blip>
              <a:stretch>
                <a:fillRect/>
              </a:stretch>
            </p:blipFill>
            <p:spPr>
              <a:xfrm>
                <a:off x="6312879" y="1419766"/>
                <a:ext cx="816300" cy="816300"/>
              </a:xfrm>
              <a:prstGeom prst="rect">
                <a:avLst/>
              </a:prstGeom>
              <a:noFill/>
              <a:ln>
                <a:noFill/>
              </a:ln>
            </p:spPr>
          </p:pic>
        </p:grpSp>
        <p:grpSp>
          <p:nvGrpSpPr>
            <p:cNvPr id="1105" name="Google Shape;1105;p67"/>
            <p:cNvGrpSpPr/>
            <p:nvPr/>
          </p:nvGrpSpPr>
          <p:grpSpPr>
            <a:xfrm>
              <a:off x="6402738" y="2784864"/>
              <a:ext cx="458937" cy="422178"/>
              <a:chOff x="4437340" y="1269451"/>
              <a:chExt cx="914400" cy="914400"/>
            </a:xfrm>
          </p:grpSpPr>
          <p:sp>
            <p:nvSpPr>
              <p:cNvPr id="1106" name="Google Shape;1106;p67"/>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7" name="Google Shape;1107;p67"/>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grpSp>
          <p:nvGrpSpPr>
            <p:cNvPr id="1108" name="Google Shape;1108;p67"/>
            <p:cNvGrpSpPr/>
            <p:nvPr/>
          </p:nvGrpSpPr>
          <p:grpSpPr>
            <a:xfrm>
              <a:off x="8263149" y="2767685"/>
              <a:ext cx="458937" cy="422178"/>
              <a:chOff x="4437340" y="3101261"/>
              <a:chExt cx="914400" cy="914400"/>
            </a:xfrm>
          </p:grpSpPr>
          <p:sp>
            <p:nvSpPr>
              <p:cNvPr id="1109" name="Google Shape;1109;p67"/>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10" name="Google Shape;1110;p67"/>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1111" name="Google Shape;1111;p67"/>
            <p:cNvPicPr preferRelativeResize="0"/>
            <p:nvPr/>
          </p:nvPicPr>
          <p:blipFill rotWithShape="1">
            <a:blip r:embed="rId5">
              <a:alphaModFix/>
            </a:blip>
            <a:srcRect b="19054" l="0" r="0" t="19757"/>
            <a:stretch/>
          </p:blipFill>
          <p:spPr>
            <a:xfrm>
              <a:off x="8049338" y="3191195"/>
              <a:ext cx="914400" cy="559500"/>
            </a:xfrm>
            <a:prstGeom prst="rect">
              <a:avLst/>
            </a:prstGeom>
            <a:noFill/>
            <a:ln>
              <a:noFill/>
            </a:ln>
          </p:spPr>
        </p:pic>
        <p:pic>
          <p:nvPicPr>
            <p:cNvPr id="1112" name="Google Shape;1112;p67"/>
            <p:cNvPicPr preferRelativeResize="0"/>
            <p:nvPr/>
          </p:nvPicPr>
          <p:blipFill rotWithShape="1">
            <a:blip r:embed="rId5">
              <a:alphaModFix/>
            </a:blip>
            <a:srcRect b="19054" l="0" r="0" t="19757"/>
            <a:stretch/>
          </p:blipFill>
          <p:spPr>
            <a:xfrm>
              <a:off x="8963738" y="3191195"/>
              <a:ext cx="914400" cy="559500"/>
            </a:xfrm>
            <a:prstGeom prst="rect">
              <a:avLst/>
            </a:prstGeom>
            <a:noFill/>
            <a:ln>
              <a:noFill/>
            </a:ln>
          </p:spPr>
        </p:pic>
        <p:pic>
          <p:nvPicPr>
            <p:cNvPr id="1113" name="Google Shape;1113;p67"/>
            <p:cNvPicPr preferRelativeResize="0"/>
            <p:nvPr/>
          </p:nvPicPr>
          <p:blipFill rotWithShape="1">
            <a:blip r:embed="rId5">
              <a:alphaModFix/>
            </a:blip>
            <a:srcRect b="19054" l="0" r="0" t="19757"/>
            <a:stretch/>
          </p:blipFill>
          <p:spPr>
            <a:xfrm>
              <a:off x="9878138" y="3191195"/>
              <a:ext cx="914400" cy="559500"/>
            </a:xfrm>
            <a:prstGeom prst="rect">
              <a:avLst/>
            </a:prstGeom>
            <a:noFill/>
            <a:ln>
              <a:noFill/>
            </a:ln>
          </p:spPr>
        </p:pic>
        <p:pic>
          <p:nvPicPr>
            <p:cNvPr id="1114" name="Google Shape;1114;p67"/>
            <p:cNvPicPr preferRelativeResize="0"/>
            <p:nvPr/>
          </p:nvPicPr>
          <p:blipFill rotWithShape="1">
            <a:blip r:embed="rId5">
              <a:alphaModFix/>
            </a:blip>
            <a:srcRect b="19054" l="0" r="0" t="19757"/>
            <a:stretch/>
          </p:blipFill>
          <p:spPr>
            <a:xfrm>
              <a:off x="10792538" y="3191195"/>
              <a:ext cx="914400" cy="559500"/>
            </a:xfrm>
            <a:prstGeom prst="rect">
              <a:avLst/>
            </a:prstGeom>
            <a:noFill/>
            <a:ln>
              <a:noFill/>
            </a:ln>
          </p:spPr>
        </p:pic>
        <p:grpSp>
          <p:nvGrpSpPr>
            <p:cNvPr id="1115" name="Google Shape;1115;p67"/>
            <p:cNvGrpSpPr/>
            <p:nvPr/>
          </p:nvGrpSpPr>
          <p:grpSpPr>
            <a:xfrm>
              <a:off x="9177549" y="2767685"/>
              <a:ext cx="458937" cy="422178"/>
              <a:chOff x="4437340" y="3101261"/>
              <a:chExt cx="914400" cy="914400"/>
            </a:xfrm>
          </p:grpSpPr>
          <p:sp>
            <p:nvSpPr>
              <p:cNvPr id="1116" name="Google Shape;1116;p67"/>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17" name="Google Shape;1117;p67"/>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1118" name="Google Shape;1118;p67"/>
            <p:cNvPicPr preferRelativeResize="0"/>
            <p:nvPr/>
          </p:nvPicPr>
          <p:blipFill>
            <a:blip r:embed="rId9">
              <a:alphaModFix/>
            </a:blip>
            <a:stretch>
              <a:fillRect/>
            </a:stretch>
          </p:blipFill>
          <p:spPr>
            <a:xfrm>
              <a:off x="10895276" y="2835667"/>
              <a:ext cx="318000" cy="318000"/>
            </a:xfrm>
            <a:prstGeom prst="rect">
              <a:avLst/>
            </a:prstGeom>
            <a:noFill/>
            <a:ln>
              <a:noFill/>
            </a:ln>
          </p:spPr>
        </p:pic>
        <p:sp>
          <p:nvSpPr>
            <p:cNvPr id="1119" name="Google Shape;1119;p67"/>
            <p:cNvSpPr/>
            <p:nvPr/>
          </p:nvSpPr>
          <p:spPr>
            <a:xfrm>
              <a:off x="99409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20" name="Google Shape;1120;p67"/>
            <p:cNvPicPr preferRelativeResize="0"/>
            <p:nvPr/>
          </p:nvPicPr>
          <p:blipFill>
            <a:blip r:embed="rId9">
              <a:alphaModFix/>
            </a:blip>
            <a:stretch>
              <a:fillRect/>
            </a:stretch>
          </p:blipFill>
          <p:spPr>
            <a:xfrm>
              <a:off x="9980876" y="2835667"/>
              <a:ext cx="318000" cy="318000"/>
            </a:xfrm>
            <a:prstGeom prst="rect">
              <a:avLst/>
            </a:prstGeom>
            <a:noFill/>
            <a:ln>
              <a:noFill/>
            </a:ln>
          </p:spPr>
        </p:pic>
        <p:pic>
          <p:nvPicPr>
            <p:cNvPr id="1121" name="Google Shape;1121;p67"/>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1122" name="Google Shape;1122;p67"/>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1123" name="Google Shape;1123;p67"/>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grpSp>
      <p:sp>
        <p:nvSpPr>
          <p:cNvPr id="1124" name="Google Shape;1124;p67"/>
          <p:cNvSpPr/>
          <p:nvPr/>
        </p:nvSpPr>
        <p:spPr>
          <a:xfrm>
            <a:off x="10855350" y="4295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25" name="Google Shape;1125;p67"/>
          <p:cNvPicPr preferRelativeResize="0"/>
          <p:nvPr/>
        </p:nvPicPr>
        <p:blipFill rotWithShape="1">
          <a:blip r:embed="rId5">
            <a:alphaModFix/>
          </a:blip>
          <a:srcRect b="19054" l="0" r="0" t="19757"/>
          <a:stretch/>
        </p:blipFill>
        <p:spPr>
          <a:xfrm>
            <a:off x="7134938" y="5096195"/>
            <a:ext cx="914400" cy="559500"/>
          </a:xfrm>
          <a:prstGeom prst="rect">
            <a:avLst/>
          </a:prstGeom>
          <a:noFill/>
          <a:ln>
            <a:noFill/>
          </a:ln>
        </p:spPr>
      </p:pic>
      <p:grpSp>
        <p:nvGrpSpPr>
          <p:cNvPr id="1126" name="Google Shape;1126;p67"/>
          <p:cNvGrpSpPr/>
          <p:nvPr/>
        </p:nvGrpSpPr>
        <p:grpSpPr>
          <a:xfrm>
            <a:off x="7351968" y="4681299"/>
            <a:ext cx="458937" cy="422178"/>
            <a:chOff x="6263829" y="1370716"/>
            <a:chExt cx="914400" cy="914400"/>
          </a:xfrm>
        </p:grpSpPr>
        <p:sp>
          <p:nvSpPr>
            <p:cNvPr id="1127" name="Google Shape;1127;p67"/>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28" name="Google Shape;1128;p67"/>
            <p:cNvPicPr preferRelativeResize="0"/>
            <p:nvPr/>
          </p:nvPicPr>
          <p:blipFill>
            <a:blip r:embed="rId6">
              <a:alphaModFix/>
            </a:blip>
            <a:stretch>
              <a:fillRect/>
            </a:stretch>
          </p:blipFill>
          <p:spPr>
            <a:xfrm>
              <a:off x="6312879" y="1419766"/>
              <a:ext cx="816300" cy="816300"/>
            </a:xfrm>
            <a:prstGeom prst="rect">
              <a:avLst/>
            </a:prstGeom>
            <a:noFill/>
            <a:ln>
              <a:noFill/>
            </a:ln>
          </p:spPr>
        </p:pic>
      </p:grpSp>
      <p:grpSp>
        <p:nvGrpSpPr>
          <p:cNvPr id="1129" name="Google Shape;1129;p67"/>
          <p:cNvGrpSpPr/>
          <p:nvPr/>
        </p:nvGrpSpPr>
        <p:grpSpPr>
          <a:xfrm>
            <a:off x="6402738" y="4689864"/>
            <a:ext cx="458937" cy="422178"/>
            <a:chOff x="4437340" y="1269451"/>
            <a:chExt cx="914400" cy="914400"/>
          </a:xfrm>
        </p:grpSpPr>
        <p:sp>
          <p:nvSpPr>
            <p:cNvPr id="1130" name="Google Shape;1130;p67"/>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31" name="Google Shape;1131;p67"/>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grpSp>
        <p:nvGrpSpPr>
          <p:cNvPr id="1132" name="Google Shape;1132;p67"/>
          <p:cNvGrpSpPr/>
          <p:nvPr/>
        </p:nvGrpSpPr>
        <p:grpSpPr>
          <a:xfrm>
            <a:off x="8263149" y="4672685"/>
            <a:ext cx="458937" cy="422178"/>
            <a:chOff x="4437340" y="3101261"/>
            <a:chExt cx="914400" cy="914400"/>
          </a:xfrm>
        </p:grpSpPr>
        <p:sp>
          <p:nvSpPr>
            <p:cNvPr id="1133" name="Google Shape;1133;p67"/>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34" name="Google Shape;1134;p67"/>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1135" name="Google Shape;1135;p67"/>
          <p:cNvPicPr preferRelativeResize="0"/>
          <p:nvPr/>
        </p:nvPicPr>
        <p:blipFill rotWithShape="1">
          <a:blip r:embed="rId5">
            <a:alphaModFix/>
          </a:blip>
          <a:srcRect b="19054" l="0" r="0" t="19757"/>
          <a:stretch/>
        </p:blipFill>
        <p:spPr>
          <a:xfrm>
            <a:off x="8049338" y="5096195"/>
            <a:ext cx="914400" cy="559500"/>
          </a:xfrm>
          <a:prstGeom prst="rect">
            <a:avLst/>
          </a:prstGeom>
          <a:noFill/>
          <a:ln>
            <a:noFill/>
          </a:ln>
        </p:spPr>
      </p:pic>
      <p:pic>
        <p:nvPicPr>
          <p:cNvPr id="1136" name="Google Shape;1136;p67"/>
          <p:cNvPicPr preferRelativeResize="0"/>
          <p:nvPr/>
        </p:nvPicPr>
        <p:blipFill rotWithShape="1">
          <a:blip r:embed="rId5">
            <a:alphaModFix/>
          </a:blip>
          <a:srcRect b="19054" l="0" r="0" t="19757"/>
          <a:stretch/>
        </p:blipFill>
        <p:spPr>
          <a:xfrm>
            <a:off x="8963738" y="5096195"/>
            <a:ext cx="914400" cy="559500"/>
          </a:xfrm>
          <a:prstGeom prst="rect">
            <a:avLst/>
          </a:prstGeom>
          <a:noFill/>
          <a:ln>
            <a:noFill/>
          </a:ln>
        </p:spPr>
      </p:pic>
      <p:pic>
        <p:nvPicPr>
          <p:cNvPr id="1137" name="Google Shape;1137;p67"/>
          <p:cNvPicPr preferRelativeResize="0"/>
          <p:nvPr/>
        </p:nvPicPr>
        <p:blipFill rotWithShape="1">
          <a:blip r:embed="rId5">
            <a:alphaModFix/>
          </a:blip>
          <a:srcRect b="19054" l="0" r="0" t="19757"/>
          <a:stretch/>
        </p:blipFill>
        <p:spPr>
          <a:xfrm>
            <a:off x="9878138" y="5096195"/>
            <a:ext cx="914400" cy="559500"/>
          </a:xfrm>
          <a:prstGeom prst="rect">
            <a:avLst/>
          </a:prstGeom>
          <a:noFill/>
          <a:ln>
            <a:noFill/>
          </a:ln>
        </p:spPr>
      </p:pic>
      <p:pic>
        <p:nvPicPr>
          <p:cNvPr id="1138" name="Google Shape;1138;p67"/>
          <p:cNvPicPr preferRelativeResize="0"/>
          <p:nvPr/>
        </p:nvPicPr>
        <p:blipFill rotWithShape="1">
          <a:blip r:embed="rId5">
            <a:alphaModFix/>
          </a:blip>
          <a:srcRect b="19054" l="0" r="0" t="19757"/>
          <a:stretch/>
        </p:blipFill>
        <p:spPr>
          <a:xfrm>
            <a:off x="10792538" y="5096195"/>
            <a:ext cx="914400" cy="559500"/>
          </a:xfrm>
          <a:prstGeom prst="rect">
            <a:avLst/>
          </a:prstGeom>
          <a:noFill/>
          <a:ln>
            <a:noFill/>
          </a:ln>
        </p:spPr>
      </p:pic>
      <p:grpSp>
        <p:nvGrpSpPr>
          <p:cNvPr id="1139" name="Google Shape;1139;p67"/>
          <p:cNvGrpSpPr/>
          <p:nvPr/>
        </p:nvGrpSpPr>
        <p:grpSpPr>
          <a:xfrm>
            <a:off x="9177549" y="4672685"/>
            <a:ext cx="458937" cy="422178"/>
            <a:chOff x="4437340" y="3101261"/>
            <a:chExt cx="914400" cy="914400"/>
          </a:xfrm>
        </p:grpSpPr>
        <p:sp>
          <p:nvSpPr>
            <p:cNvPr id="1140" name="Google Shape;1140;p67"/>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41" name="Google Shape;1141;p67"/>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1142" name="Google Shape;1142;p67"/>
          <p:cNvPicPr preferRelativeResize="0"/>
          <p:nvPr/>
        </p:nvPicPr>
        <p:blipFill>
          <a:blip r:embed="rId9">
            <a:alphaModFix/>
          </a:blip>
          <a:stretch>
            <a:fillRect/>
          </a:stretch>
        </p:blipFill>
        <p:spPr>
          <a:xfrm>
            <a:off x="10895276" y="4740667"/>
            <a:ext cx="318000" cy="318000"/>
          </a:xfrm>
          <a:prstGeom prst="rect">
            <a:avLst/>
          </a:prstGeom>
          <a:noFill/>
          <a:ln>
            <a:noFill/>
          </a:ln>
        </p:spPr>
      </p:pic>
      <p:sp>
        <p:nvSpPr>
          <p:cNvPr id="1143" name="Google Shape;1143;p67"/>
          <p:cNvSpPr/>
          <p:nvPr/>
        </p:nvSpPr>
        <p:spPr>
          <a:xfrm>
            <a:off x="9940950" y="4295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44" name="Google Shape;1144;p67"/>
          <p:cNvPicPr preferRelativeResize="0"/>
          <p:nvPr/>
        </p:nvPicPr>
        <p:blipFill>
          <a:blip r:embed="rId9">
            <a:alphaModFix/>
          </a:blip>
          <a:stretch>
            <a:fillRect/>
          </a:stretch>
        </p:blipFill>
        <p:spPr>
          <a:xfrm>
            <a:off x="9980876" y="4740667"/>
            <a:ext cx="318000" cy="318000"/>
          </a:xfrm>
          <a:prstGeom prst="rect">
            <a:avLst/>
          </a:prstGeom>
          <a:noFill/>
          <a:ln>
            <a:noFill/>
          </a:ln>
        </p:spPr>
      </p:pic>
      <p:grpSp>
        <p:nvGrpSpPr>
          <p:cNvPr id="1145" name="Google Shape;1145;p67"/>
          <p:cNvGrpSpPr/>
          <p:nvPr/>
        </p:nvGrpSpPr>
        <p:grpSpPr>
          <a:xfrm>
            <a:off x="6218477" y="5104532"/>
            <a:ext cx="914400" cy="559500"/>
            <a:chOff x="3899025" y="4752650"/>
            <a:chExt cx="914400" cy="559500"/>
          </a:xfrm>
        </p:grpSpPr>
        <p:pic>
          <p:nvPicPr>
            <p:cNvPr id="1146" name="Google Shape;1146;p67"/>
            <p:cNvPicPr preferRelativeResize="0"/>
            <p:nvPr/>
          </p:nvPicPr>
          <p:blipFill rotWithShape="1">
            <a:blip r:embed="rId5">
              <a:alphaModFix/>
            </a:blip>
            <a:srcRect b="19054" l="0" r="0" t="19757"/>
            <a:stretch/>
          </p:blipFill>
          <p:spPr>
            <a:xfrm>
              <a:off x="3899025" y="4752650"/>
              <a:ext cx="914400" cy="559500"/>
            </a:xfrm>
            <a:prstGeom prst="rect">
              <a:avLst/>
            </a:prstGeom>
            <a:noFill/>
            <a:ln>
              <a:noFill/>
            </a:ln>
          </p:spPr>
        </p:pic>
        <p:pic>
          <p:nvPicPr>
            <p:cNvPr id="1147" name="Google Shape;1147;p67"/>
            <p:cNvPicPr preferRelativeResize="0"/>
            <p:nvPr/>
          </p:nvPicPr>
          <p:blipFill>
            <a:blip r:embed="rId10">
              <a:alphaModFix/>
            </a:blip>
            <a:stretch>
              <a:fillRect/>
            </a:stretch>
          </p:blipFill>
          <p:spPr>
            <a:xfrm>
              <a:off x="4302575" y="4883351"/>
              <a:ext cx="275675" cy="275675"/>
            </a:xfrm>
            <a:prstGeom prst="rect">
              <a:avLst/>
            </a:prstGeom>
            <a:noFill/>
            <a:ln>
              <a:noFill/>
            </a:ln>
          </p:spPr>
        </p:pic>
      </p:grpSp>
      <p:pic>
        <p:nvPicPr>
          <p:cNvPr id="1148" name="Google Shape;1148;p67"/>
          <p:cNvPicPr preferRelativeResize="0"/>
          <p:nvPr/>
        </p:nvPicPr>
        <p:blipFill>
          <a:blip r:embed="rId10">
            <a:alphaModFix/>
          </a:blip>
          <a:stretch>
            <a:fillRect/>
          </a:stretch>
        </p:blipFill>
        <p:spPr>
          <a:xfrm>
            <a:off x="7536427" y="5225251"/>
            <a:ext cx="275675" cy="275675"/>
          </a:xfrm>
          <a:prstGeom prst="rect">
            <a:avLst/>
          </a:prstGeom>
          <a:noFill/>
          <a:ln>
            <a:noFill/>
          </a:ln>
        </p:spPr>
      </p:pic>
      <p:pic>
        <p:nvPicPr>
          <p:cNvPr id="1149" name="Google Shape;1149;p67"/>
          <p:cNvPicPr preferRelativeResize="0"/>
          <p:nvPr/>
        </p:nvPicPr>
        <p:blipFill>
          <a:blip r:embed="rId10">
            <a:alphaModFix/>
          </a:blip>
          <a:stretch>
            <a:fillRect/>
          </a:stretch>
        </p:blipFill>
        <p:spPr>
          <a:xfrm>
            <a:off x="8453822" y="5225251"/>
            <a:ext cx="275675" cy="275675"/>
          </a:xfrm>
          <a:prstGeom prst="rect">
            <a:avLst/>
          </a:prstGeom>
          <a:noFill/>
          <a:ln>
            <a:noFill/>
          </a:ln>
        </p:spPr>
      </p:pic>
      <p:pic>
        <p:nvPicPr>
          <p:cNvPr id="1150" name="Google Shape;1150;p67"/>
          <p:cNvPicPr preferRelativeResize="0"/>
          <p:nvPr/>
        </p:nvPicPr>
        <p:blipFill>
          <a:blip r:embed="rId10">
            <a:alphaModFix/>
          </a:blip>
          <a:stretch>
            <a:fillRect/>
          </a:stretch>
        </p:blipFill>
        <p:spPr>
          <a:xfrm>
            <a:off x="9368222" y="5225251"/>
            <a:ext cx="275675" cy="275675"/>
          </a:xfrm>
          <a:prstGeom prst="rect">
            <a:avLst/>
          </a:prstGeom>
          <a:noFill/>
          <a:ln>
            <a:noFill/>
          </a:ln>
        </p:spPr>
      </p:pic>
      <p:pic>
        <p:nvPicPr>
          <p:cNvPr id="1151" name="Google Shape;1151;p67"/>
          <p:cNvPicPr preferRelativeResize="0"/>
          <p:nvPr/>
        </p:nvPicPr>
        <p:blipFill>
          <a:blip r:embed="rId10">
            <a:alphaModFix/>
          </a:blip>
          <a:stretch>
            <a:fillRect/>
          </a:stretch>
        </p:blipFill>
        <p:spPr>
          <a:xfrm>
            <a:off x="10282622" y="5225251"/>
            <a:ext cx="275675" cy="275675"/>
          </a:xfrm>
          <a:prstGeom prst="rect">
            <a:avLst/>
          </a:prstGeom>
          <a:noFill/>
          <a:ln>
            <a:noFill/>
          </a:ln>
        </p:spPr>
      </p:pic>
      <p:pic>
        <p:nvPicPr>
          <p:cNvPr id="1152" name="Google Shape;1152;p67"/>
          <p:cNvPicPr preferRelativeResize="0"/>
          <p:nvPr/>
        </p:nvPicPr>
        <p:blipFill>
          <a:blip r:embed="rId10">
            <a:alphaModFix/>
          </a:blip>
          <a:stretch>
            <a:fillRect/>
          </a:stretch>
        </p:blipFill>
        <p:spPr>
          <a:xfrm>
            <a:off x="11197022" y="5225251"/>
            <a:ext cx="275675" cy="275675"/>
          </a:xfrm>
          <a:prstGeom prst="rect">
            <a:avLst/>
          </a:prstGeom>
          <a:noFill/>
          <a:ln>
            <a:noFill/>
          </a:ln>
        </p:spPr>
      </p:pic>
      <p:sp>
        <p:nvSpPr>
          <p:cNvPr id="1153" name="Google Shape;1153;p67"/>
          <p:cNvSpPr txBox="1"/>
          <p:nvPr/>
        </p:nvSpPr>
        <p:spPr>
          <a:xfrm>
            <a:off x="2415775" y="2044300"/>
            <a:ext cx="34968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Deploy Bastion</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Deploy and Configure IdM Primary</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replicas</a:t>
            </a:r>
            <a:endParaRPr>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Satellite</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capsules</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AAP</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controllers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database server</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execution nodes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hub nodes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execution environments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(decision environments)</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Container Hosts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tang servers for NBDE</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Clr>
                <a:schemeClr val="dk1"/>
              </a:buClr>
              <a:buSzPts val="1100"/>
              <a:buFont typeface="Arial"/>
              <a:buNone/>
            </a:pPr>
            <a:r>
              <a:rPr lang="en">
                <a:solidFill>
                  <a:schemeClr val="dk1"/>
                </a:solidFill>
                <a:latin typeface="Red Hat Display"/>
                <a:ea typeface="Red Hat Display"/>
                <a:cs typeface="Red Hat Display"/>
                <a:sym typeface="Red Hat Display"/>
              </a:rPr>
              <a:t>And make extensible …</a:t>
            </a:r>
            <a:endParaRPr>
              <a:solidFill>
                <a:schemeClr val="dk1"/>
              </a:solidFill>
              <a:latin typeface="Red Hat Display"/>
              <a:ea typeface="Red Hat Display"/>
              <a:cs typeface="Red Hat Display"/>
              <a:sym typeface="Red Hat Displa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p68"/>
          <p:cNvSpPr txBox="1"/>
          <p:nvPr>
            <p:ph type="title"/>
          </p:nvPr>
        </p:nvSpPr>
        <p:spPr>
          <a:xfrm>
            <a:off x="1113650" y="7193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Using rhis-builder to create the RH-IS</a:t>
            </a:r>
            <a:endParaRPr/>
          </a:p>
        </p:txBody>
      </p:sp>
      <p:sp>
        <p:nvSpPr>
          <p:cNvPr id="1159" name="Google Shape;1159;p6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160" name="Google Shape;1160;p6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161" name="Google Shape;1161;p68"/>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1162" name="Google Shape;1162;p68"/>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1163" name="Google Shape;1163;p68"/>
          <p:cNvGrpSpPr/>
          <p:nvPr/>
        </p:nvGrpSpPr>
        <p:grpSpPr>
          <a:xfrm>
            <a:off x="3733833" y="1381676"/>
            <a:ext cx="458937" cy="422178"/>
            <a:chOff x="8321229" y="3179936"/>
            <a:chExt cx="914400" cy="914400"/>
          </a:xfrm>
        </p:grpSpPr>
        <p:sp>
          <p:nvSpPr>
            <p:cNvPr id="1164" name="Google Shape;1164;p68"/>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65" name="Google Shape;1165;p68"/>
            <p:cNvPicPr preferRelativeResize="0"/>
            <p:nvPr/>
          </p:nvPicPr>
          <p:blipFill>
            <a:blip r:embed="rId4">
              <a:alphaModFix/>
            </a:blip>
            <a:stretch>
              <a:fillRect/>
            </a:stretch>
          </p:blipFill>
          <p:spPr>
            <a:xfrm>
              <a:off x="8321229" y="3179936"/>
              <a:ext cx="914400" cy="914400"/>
            </a:xfrm>
            <a:prstGeom prst="rect">
              <a:avLst/>
            </a:prstGeom>
            <a:noFill/>
            <a:ln>
              <a:noFill/>
            </a:ln>
          </p:spPr>
        </p:pic>
      </p:grpSp>
      <p:sp>
        <p:nvSpPr>
          <p:cNvPr id="1166" name="Google Shape;1166;p68"/>
          <p:cNvSpPr txBox="1"/>
          <p:nvPr/>
        </p:nvSpPr>
        <p:spPr>
          <a:xfrm>
            <a:off x="600956" y="3464625"/>
            <a:ext cx="1088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a:p>
            <a:pPr indent="0" lvl="0" marL="0" rtl="0" algn="ctr">
              <a:spcBef>
                <a:spcPts val="0"/>
              </a:spcBef>
              <a:spcAft>
                <a:spcPts val="0"/>
              </a:spcAft>
              <a:buNone/>
            </a:pPr>
            <a:r>
              <a:rPr lang="en">
                <a:latin typeface="Red Hat Display"/>
                <a:ea typeface="Red Hat Display"/>
                <a:cs typeface="Red Hat Display"/>
                <a:sym typeface="Red Hat Display"/>
              </a:rPr>
              <a:t>Node</a:t>
            </a:r>
            <a:endParaRPr>
              <a:latin typeface="Red Hat Display"/>
              <a:ea typeface="Red Hat Display"/>
              <a:cs typeface="Red Hat Display"/>
              <a:sym typeface="Red Hat Display"/>
            </a:endParaRPr>
          </a:p>
        </p:txBody>
      </p:sp>
      <p:grpSp>
        <p:nvGrpSpPr>
          <p:cNvPr id="1167" name="Google Shape;1167;p68"/>
          <p:cNvGrpSpPr/>
          <p:nvPr/>
        </p:nvGrpSpPr>
        <p:grpSpPr>
          <a:xfrm>
            <a:off x="6202675" y="1704850"/>
            <a:ext cx="5504263" cy="2135182"/>
            <a:chOff x="6202675" y="2390650"/>
            <a:chExt cx="5504263" cy="2135182"/>
          </a:xfrm>
        </p:grpSpPr>
        <p:sp>
          <p:nvSpPr>
            <p:cNvPr id="1168" name="Google Shape;1168;p68"/>
            <p:cNvSpPr/>
            <p:nvPr/>
          </p:nvSpPr>
          <p:spPr>
            <a:xfrm>
              <a:off x="108553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69" name="Google Shape;1169;p68"/>
            <p:cNvPicPr preferRelativeResize="0"/>
            <p:nvPr/>
          </p:nvPicPr>
          <p:blipFill rotWithShape="1">
            <a:blip r:embed="rId5">
              <a:alphaModFix/>
            </a:blip>
            <a:srcRect b="19054" l="0" r="0" t="19757"/>
            <a:stretch/>
          </p:blipFill>
          <p:spPr>
            <a:xfrm>
              <a:off x="6202675" y="3191195"/>
              <a:ext cx="914400" cy="559500"/>
            </a:xfrm>
            <a:prstGeom prst="rect">
              <a:avLst/>
            </a:prstGeom>
            <a:noFill/>
            <a:ln>
              <a:noFill/>
            </a:ln>
          </p:spPr>
        </p:pic>
        <p:pic>
          <p:nvPicPr>
            <p:cNvPr id="1170" name="Google Shape;1170;p68"/>
            <p:cNvPicPr preferRelativeResize="0"/>
            <p:nvPr/>
          </p:nvPicPr>
          <p:blipFill rotWithShape="1">
            <a:blip r:embed="rId5">
              <a:alphaModFix/>
            </a:blip>
            <a:srcRect b="19054" l="0" r="0" t="19757"/>
            <a:stretch/>
          </p:blipFill>
          <p:spPr>
            <a:xfrm>
              <a:off x="7134938" y="3191195"/>
              <a:ext cx="914400" cy="559500"/>
            </a:xfrm>
            <a:prstGeom prst="rect">
              <a:avLst/>
            </a:prstGeom>
            <a:noFill/>
            <a:ln>
              <a:noFill/>
            </a:ln>
          </p:spPr>
        </p:pic>
        <p:grpSp>
          <p:nvGrpSpPr>
            <p:cNvPr id="1171" name="Google Shape;1171;p68"/>
            <p:cNvGrpSpPr/>
            <p:nvPr/>
          </p:nvGrpSpPr>
          <p:grpSpPr>
            <a:xfrm>
              <a:off x="7351968" y="2776299"/>
              <a:ext cx="458937" cy="422178"/>
              <a:chOff x="6263829" y="1370716"/>
              <a:chExt cx="914400" cy="914400"/>
            </a:xfrm>
          </p:grpSpPr>
          <p:sp>
            <p:nvSpPr>
              <p:cNvPr id="1172" name="Google Shape;1172;p68"/>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73" name="Google Shape;1173;p68"/>
              <p:cNvPicPr preferRelativeResize="0"/>
              <p:nvPr/>
            </p:nvPicPr>
            <p:blipFill>
              <a:blip r:embed="rId6">
                <a:alphaModFix/>
              </a:blip>
              <a:stretch>
                <a:fillRect/>
              </a:stretch>
            </p:blipFill>
            <p:spPr>
              <a:xfrm>
                <a:off x="6312879" y="1419766"/>
                <a:ext cx="816300" cy="816300"/>
              </a:xfrm>
              <a:prstGeom prst="rect">
                <a:avLst/>
              </a:prstGeom>
              <a:noFill/>
              <a:ln>
                <a:noFill/>
              </a:ln>
            </p:spPr>
          </p:pic>
        </p:grpSp>
        <p:grpSp>
          <p:nvGrpSpPr>
            <p:cNvPr id="1174" name="Google Shape;1174;p68"/>
            <p:cNvGrpSpPr/>
            <p:nvPr/>
          </p:nvGrpSpPr>
          <p:grpSpPr>
            <a:xfrm>
              <a:off x="6402738" y="2784864"/>
              <a:ext cx="458937" cy="422178"/>
              <a:chOff x="4437340" y="1269451"/>
              <a:chExt cx="914400" cy="914400"/>
            </a:xfrm>
          </p:grpSpPr>
          <p:sp>
            <p:nvSpPr>
              <p:cNvPr id="1175" name="Google Shape;1175;p68"/>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76" name="Google Shape;1176;p68"/>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grpSp>
          <p:nvGrpSpPr>
            <p:cNvPr id="1177" name="Google Shape;1177;p68"/>
            <p:cNvGrpSpPr/>
            <p:nvPr/>
          </p:nvGrpSpPr>
          <p:grpSpPr>
            <a:xfrm>
              <a:off x="8263149" y="2767685"/>
              <a:ext cx="458937" cy="422178"/>
              <a:chOff x="4437340" y="3101261"/>
              <a:chExt cx="914400" cy="914400"/>
            </a:xfrm>
          </p:grpSpPr>
          <p:sp>
            <p:nvSpPr>
              <p:cNvPr id="1178" name="Google Shape;1178;p68"/>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79" name="Google Shape;1179;p68"/>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1180" name="Google Shape;1180;p68"/>
            <p:cNvPicPr preferRelativeResize="0"/>
            <p:nvPr/>
          </p:nvPicPr>
          <p:blipFill rotWithShape="1">
            <a:blip r:embed="rId5">
              <a:alphaModFix/>
            </a:blip>
            <a:srcRect b="19054" l="0" r="0" t="19757"/>
            <a:stretch/>
          </p:blipFill>
          <p:spPr>
            <a:xfrm>
              <a:off x="8049338" y="3191195"/>
              <a:ext cx="914400" cy="559500"/>
            </a:xfrm>
            <a:prstGeom prst="rect">
              <a:avLst/>
            </a:prstGeom>
            <a:noFill/>
            <a:ln>
              <a:noFill/>
            </a:ln>
          </p:spPr>
        </p:pic>
        <p:pic>
          <p:nvPicPr>
            <p:cNvPr id="1181" name="Google Shape;1181;p68"/>
            <p:cNvPicPr preferRelativeResize="0"/>
            <p:nvPr/>
          </p:nvPicPr>
          <p:blipFill rotWithShape="1">
            <a:blip r:embed="rId5">
              <a:alphaModFix/>
            </a:blip>
            <a:srcRect b="19054" l="0" r="0" t="19757"/>
            <a:stretch/>
          </p:blipFill>
          <p:spPr>
            <a:xfrm>
              <a:off x="8963738" y="3191195"/>
              <a:ext cx="914400" cy="559500"/>
            </a:xfrm>
            <a:prstGeom prst="rect">
              <a:avLst/>
            </a:prstGeom>
            <a:noFill/>
            <a:ln>
              <a:noFill/>
            </a:ln>
          </p:spPr>
        </p:pic>
        <p:pic>
          <p:nvPicPr>
            <p:cNvPr id="1182" name="Google Shape;1182;p68"/>
            <p:cNvPicPr preferRelativeResize="0"/>
            <p:nvPr/>
          </p:nvPicPr>
          <p:blipFill rotWithShape="1">
            <a:blip r:embed="rId5">
              <a:alphaModFix/>
            </a:blip>
            <a:srcRect b="19054" l="0" r="0" t="19757"/>
            <a:stretch/>
          </p:blipFill>
          <p:spPr>
            <a:xfrm>
              <a:off x="9878138" y="3191195"/>
              <a:ext cx="914400" cy="559500"/>
            </a:xfrm>
            <a:prstGeom prst="rect">
              <a:avLst/>
            </a:prstGeom>
            <a:noFill/>
            <a:ln>
              <a:noFill/>
            </a:ln>
          </p:spPr>
        </p:pic>
        <p:pic>
          <p:nvPicPr>
            <p:cNvPr id="1183" name="Google Shape;1183;p68"/>
            <p:cNvPicPr preferRelativeResize="0"/>
            <p:nvPr/>
          </p:nvPicPr>
          <p:blipFill rotWithShape="1">
            <a:blip r:embed="rId5">
              <a:alphaModFix/>
            </a:blip>
            <a:srcRect b="19054" l="0" r="0" t="19757"/>
            <a:stretch/>
          </p:blipFill>
          <p:spPr>
            <a:xfrm>
              <a:off x="10792538" y="3191195"/>
              <a:ext cx="914400" cy="559500"/>
            </a:xfrm>
            <a:prstGeom prst="rect">
              <a:avLst/>
            </a:prstGeom>
            <a:noFill/>
            <a:ln>
              <a:noFill/>
            </a:ln>
          </p:spPr>
        </p:pic>
        <p:grpSp>
          <p:nvGrpSpPr>
            <p:cNvPr id="1184" name="Google Shape;1184;p68"/>
            <p:cNvGrpSpPr/>
            <p:nvPr/>
          </p:nvGrpSpPr>
          <p:grpSpPr>
            <a:xfrm>
              <a:off x="9177549" y="2767685"/>
              <a:ext cx="458937" cy="422178"/>
              <a:chOff x="4437340" y="3101261"/>
              <a:chExt cx="914400" cy="914400"/>
            </a:xfrm>
          </p:grpSpPr>
          <p:sp>
            <p:nvSpPr>
              <p:cNvPr id="1185" name="Google Shape;1185;p68"/>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86" name="Google Shape;1186;p68"/>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1187" name="Google Shape;1187;p68"/>
            <p:cNvPicPr preferRelativeResize="0"/>
            <p:nvPr/>
          </p:nvPicPr>
          <p:blipFill>
            <a:blip r:embed="rId9">
              <a:alphaModFix/>
            </a:blip>
            <a:stretch>
              <a:fillRect/>
            </a:stretch>
          </p:blipFill>
          <p:spPr>
            <a:xfrm>
              <a:off x="10895276" y="2835667"/>
              <a:ext cx="318000" cy="318000"/>
            </a:xfrm>
            <a:prstGeom prst="rect">
              <a:avLst/>
            </a:prstGeom>
            <a:noFill/>
            <a:ln>
              <a:noFill/>
            </a:ln>
          </p:spPr>
        </p:pic>
        <p:sp>
          <p:nvSpPr>
            <p:cNvPr id="1188" name="Google Shape;1188;p68"/>
            <p:cNvSpPr/>
            <p:nvPr/>
          </p:nvSpPr>
          <p:spPr>
            <a:xfrm>
              <a:off x="99409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89" name="Google Shape;1189;p68"/>
            <p:cNvPicPr preferRelativeResize="0"/>
            <p:nvPr/>
          </p:nvPicPr>
          <p:blipFill>
            <a:blip r:embed="rId9">
              <a:alphaModFix/>
            </a:blip>
            <a:stretch>
              <a:fillRect/>
            </a:stretch>
          </p:blipFill>
          <p:spPr>
            <a:xfrm>
              <a:off x="9980876" y="2835667"/>
              <a:ext cx="318000" cy="318000"/>
            </a:xfrm>
            <a:prstGeom prst="rect">
              <a:avLst/>
            </a:prstGeom>
            <a:noFill/>
            <a:ln>
              <a:noFill/>
            </a:ln>
          </p:spPr>
        </p:pic>
        <p:pic>
          <p:nvPicPr>
            <p:cNvPr id="1190" name="Google Shape;1190;p68"/>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1191" name="Google Shape;1191;p68"/>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1192" name="Google Shape;1192;p68"/>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grpSp>
      <p:sp>
        <p:nvSpPr>
          <p:cNvPr id="1193" name="Google Shape;1193;p68"/>
          <p:cNvSpPr/>
          <p:nvPr/>
        </p:nvSpPr>
        <p:spPr>
          <a:xfrm>
            <a:off x="10855350" y="4295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4" name="Google Shape;1194;p68"/>
          <p:cNvPicPr preferRelativeResize="0"/>
          <p:nvPr/>
        </p:nvPicPr>
        <p:blipFill rotWithShape="1">
          <a:blip r:embed="rId5">
            <a:alphaModFix/>
          </a:blip>
          <a:srcRect b="19054" l="0" r="0" t="19757"/>
          <a:stretch/>
        </p:blipFill>
        <p:spPr>
          <a:xfrm>
            <a:off x="7134938" y="5096195"/>
            <a:ext cx="914400" cy="559500"/>
          </a:xfrm>
          <a:prstGeom prst="rect">
            <a:avLst/>
          </a:prstGeom>
          <a:noFill/>
          <a:ln>
            <a:noFill/>
          </a:ln>
        </p:spPr>
      </p:pic>
      <p:grpSp>
        <p:nvGrpSpPr>
          <p:cNvPr id="1195" name="Google Shape;1195;p68"/>
          <p:cNvGrpSpPr/>
          <p:nvPr/>
        </p:nvGrpSpPr>
        <p:grpSpPr>
          <a:xfrm>
            <a:off x="7351968" y="4681299"/>
            <a:ext cx="458937" cy="422178"/>
            <a:chOff x="6263829" y="1370716"/>
            <a:chExt cx="914400" cy="914400"/>
          </a:xfrm>
        </p:grpSpPr>
        <p:sp>
          <p:nvSpPr>
            <p:cNvPr id="1196" name="Google Shape;1196;p68"/>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7" name="Google Shape;1197;p68"/>
            <p:cNvPicPr preferRelativeResize="0"/>
            <p:nvPr/>
          </p:nvPicPr>
          <p:blipFill>
            <a:blip r:embed="rId6">
              <a:alphaModFix/>
            </a:blip>
            <a:stretch>
              <a:fillRect/>
            </a:stretch>
          </p:blipFill>
          <p:spPr>
            <a:xfrm>
              <a:off x="6312879" y="1419766"/>
              <a:ext cx="816300" cy="816300"/>
            </a:xfrm>
            <a:prstGeom prst="rect">
              <a:avLst/>
            </a:prstGeom>
            <a:noFill/>
            <a:ln>
              <a:noFill/>
            </a:ln>
          </p:spPr>
        </p:pic>
      </p:grpSp>
      <p:grpSp>
        <p:nvGrpSpPr>
          <p:cNvPr id="1198" name="Google Shape;1198;p68"/>
          <p:cNvGrpSpPr/>
          <p:nvPr/>
        </p:nvGrpSpPr>
        <p:grpSpPr>
          <a:xfrm>
            <a:off x="6402738" y="4689864"/>
            <a:ext cx="458937" cy="422178"/>
            <a:chOff x="4437340" y="1269451"/>
            <a:chExt cx="914400" cy="914400"/>
          </a:xfrm>
        </p:grpSpPr>
        <p:sp>
          <p:nvSpPr>
            <p:cNvPr id="1199" name="Google Shape;1199;p68"/>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0" name="Google Shape;1200;p68"/>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grpSp>
        <p:nvGrpSpPr>
          <p:cNvPr id="1201" name="Google Shape;1201;p68"/>
          <p:cNvGrpSpPr/>
          <p:nvPr/>
        </p:nvGrpSpPr>
        <p:grpSpPr>
          <a:xfrm>
            <a:off x="8263149" y="4672685"/>
            <a:ext cx="458937" cy="422178"/>
            <a:chOff x="4437340" y="3101261"/>
            <a:chExt cx="914400" cy="914400"/>
          </a:xfrm>
        </p:grpSpPr>
        <p:sp>
          <p:nvSpPr>
            <p:cNvPr id="1202" name="Google Shape;1202;p68"/>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3" name="Google Shape;1203;p68"/>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1204" name="Google Shape;1204;p68"/>
          <p:cNvPicPr preferRelativeResize="0"/>
          <p:nvPr/>
        </p:nvPicPr>
        <p:blipFill rotWithShape="1">
          <a:blip r:embed="rId5">
            <a:alphaModFix/>
          </a:blip>
          <a:srcRect b="19054" l="0" r="0" t="19757"/>
          <a:stretch/>
        </p:blipFill>
        <p:spPr>
          <a:xfrm>
            <a:off x="8049338" y="5096195"/>
            <a:ext cx="914400" cy="559500"/>
          </a:xfrm>
          <a:prstGeom prst="rect">
            <a:avLst/>
          </a:prstGeom>
          <a:noFill/>
          <a:ln>
            <a:noFill/>
          </a:ln>
        </p:spPr>
      </p:pic>
      <p:pic>
        <p:nvPicPr>
          <p:cNvPr id="1205" name="Google Shape;1205;p68"/>
          <p:cNvPicPr preferRelativeResize="0"/>
          <p:nvPr/>
        </p:nvPicPr>
        <p:blipFill rotWithShape="1">
          <a:blip r:embed="rId5">
            <a:alphaModFix/>
          </a:blip>
          <a:srcRect b="19054" l="0" r="0" t="19757"/>
          <a:stretch/>
        </p:blipFill>
        <p:spPr>
          <a:xfrm>
            <a:off x="8963738" y="5096195"/>
            <a:ext cx="914400" cy="559500"/>
          </a:xfrm>
          <a:prstGeom prst="rect">
            <a:avLst/>
          </a:prstGeom>
          <a:noFill/>
          <a:ln>
            <a:noFill/>
          </a:ln>
        </p:spPr>
      </p:pic>
      <p:pic>
        <p:nvPicPr>
          <p:cNvPr id="1206" name="Google Shape;1206;p68"/>
          <p:cNvPicPr preferRelativeResize="0"/>
          <p:nvPr/>
        </p:nvPicPr>
        <p:blipFill rotWithShape="1">
          <a:blip r:embed="rId5">
            <a:alphaModFix/>
          </a:blip>
          <a:srcRect b="19054" l="0" r="0" t="19757"/>
          <a:stretch/>
        </p:blipFill>
        <p:spPr>
          <a:xfrm>
            <a:off x="9878138" y="5096195"/>
            <a:ext cx="914400" cy="559500"/>
          </a:xfrm>
          <a:prstGeom prst="rect">
            <a:avLst/>
          </a:prstGeom>
          <a:noFill/>
          <a:ln>
            <a:noFill/>
          </a:ln>
        </p:spPr>
      </p:pic>
      <p:pic>
        <p:nvPicPr>
          <p:cNvPr id="1207" name="Google Shape;1207;p68"/>
          <p:cNvPicPr preferRelativeResize="0"/>
          <p:nvPr/>
        </p:nvPicPr>
        <p:blipFill rotWithShape="1">
          <a:blip r:embed="rId5">
            <a:alphaModFix/>
          </a:blip>
          <a:srcRect b="19054" l="0" r="0" t="19757"/>
          <a:stretch/>
        </p:blipFill>
        <p:spPr>
          <a:xfrm>
            <a:off x="10792538" y="5096195"/>
            <a:ext cx="914400" cy="559500"/>
          </a:xfrm>
          <a:prstGeom prst="rect">
            <a:avLst/>
          </a:prstGeom>
          <a:noFill/>
          <a:ln>
            <a:noFill/>
          </a:ln>
        </p:spPr>
      </p:pic>
      <p:grpSp>
        <p:nvGrpSpPr>
          <p:cNvPr id="1208" name="Google Shape;1208;p68"/>
          <p:cNvGrpSpPr/>
          <p:nvPr/>
        </p:nvGrpSpPr>
        <p:grpSpPr>
          <a:xfrm>
            <a:off x="9177549" y="4672685"/>
            <a:ext cx="458937" cy="422178"/>
            <a:chOff x="4437340" y="3101261"/>
            <a:chExt cx="914400" cy="914400"/>
          </a:xfrm>
        </p:grpSpPr>
        <p:sp>
          <p:nvSpPr>
            <p:cNvPr id="1209" name="Google Shape;1209;p68"/>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10" name="Google Shape;1210;p68"/>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1211" name="Google Shape;1211;p68"/>
          <p:cNvPicPr preferRelativeResize="0"/>
          <p:nvPr/>
        </p:nvPicPr>
        <p:blipFill>
          <a:blip r:embed="rId9">
            <a:alphaModFix/>
          </a:blip>
          <a:stretch>
            <a:fillRect/>
          </a:stretch>
        </p:blipFill>
        <p:spPr>
          <a:xfrm>
            <a:off x="10895276" y="4740667"/>
            <a:ext cx="318000" cy="318000"/>
          </a:xfrm>
          <a:prstGeom prst="rect">
            <a:avLst/>
          </a:prstGeom>
          <a:noFill/>
          <a:ln>
            <a:noFill/>
          </a:ln>
        </p:spPr>
      </p:pic>
      <p:sp>
        <p:nvSpPr>
          <p:cNvPr id="1212" name="Google Shape;1212;p68"/>
          <p:cNvSpPr/>
          <p:nvPr/>
        </p:nvSpPr>
        <p:spPr>
          <a:xfrm>
            <a:off x="9940950" y="4295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13" name="Google Shape;1213;p68"/>
          <p:cNvPicPr preferRelativeResize="0"/>
          <p:nvPr/>
        </p:nvPicPr>
        <p:blipFill>
          <a:blip r:embed="rId9">
            <a:alphaModFix/>
          </a:blip>
          <a:stretch>
            <a:fillRect/>
          </a:stretch>
        </p:blipFill>
        <p:spPr>
          <a:xfrm>
            <a:off x="9980876" y="4740667"/>
            <a:ext cx="318000" cy="318000"/>
          </a:xfrm>
          <a:prstGeom prst="rect">
            <a:avLst/>
          </a:prstGeom>
          <a:noFill/>
          <a:ln>
            <a:noFill/>
          </a:ln>
        </p:spPr>
      </p:pic>
      <p:grpSp>
        <p:nvGrpSpPr>
          <p:cNvPr id="1214" name="Google Shape;1214;p68"/>
          <p:cNvGrpSpPr/>
          <p:nvPr/>
        </p:nvGrpSpPr>
        <p:grpSpPr>
          <a:xfrm>
            <a:off x="6218477" y="5104532"/>
            <a:ext cx="914400" cy="559500"/>
            <a:chOff x="3899025" y="4752650"/>
            <a:chExt cx="914400" cy="559500"/>
          </a:xfrm>
        </p:grpSpPr>
        <p:pic>
          <p:nvPicPr>
            <p:cNvPr id="1215" name="Google Shape;1215;p68"/>
            <p:cNvPicPr preferRelativeResize="0"/>
            <p:nvPr/>
          </p:nvPicPr>
          <p:blipFill rotWithShape="1">
            <a:blip r:embed="rId5">
              <a:alphaModFix/>
            </a:blip>
            <a:srcRect b="19054" l="0" r="0" t="19757"/>
            <a:stretch/>
          </p:blipFill>
          <p:spPr>
            <a:xfrm>
              <a:off x="3899025" y="4752650"/>
              <a:ext cx="914400" cy="559500"/>
            </a:xfrm>
            <a:prstGeom prst="rect">
              <a:avLst/>
            </a:prstGeom>
            <a:noFill/>
            <a:ln>
              <a:noFill/>
            </a:ln>
          </p:spPr>
        </p:pic>
        <p:pic>
          <p:nvPicPr>
            <p:cNvPr id="1216" name="Google Shape;1216;p68"/>
            <p:cNvPicPr preferRelativeResize="0"/>
            <p:nvPr/>
          </p:nvPicPr>
          <p:blipFill>
            <a:blip r:embed="rId10">
              <a:alphaModFix/>
            </a:blip>
            <a:stretch>
              <a:fillRect/>
            </a:stretch>
          </p:blipFill>
          <p:spPr>
            <a:xfrm>
              <a:off x="4302575" y="4883351"/>
              <a:ext cx="275675" cy="275675"/>
            </a:xfrm>
            <a:prstGeom prst="rect">
              <a:avLst/>
            </a:prstGeom>
            <a:noFill/>
            <a:ln>
              <a:noFill/>
            </a:ln>
          </p:spPr>
        </p:pic>
      </p:grpSp>
      <p:pic>
        <p:nvPicPr>
          <p:cNvPr id="1217" name="Google Shape;1217;p68"/>
          <p:cNvPicPr preferRelativeResize="0"/>
          <p:nvPr/>
        </p:nvPicPr>
        <p:blipFill>
          <a:blip r:embed="rId10">
            <a:alphaModFix/>
          </a:blip>
          <a:stretch>
            <a:fillRect/>
          </a:stretch>
        </p:blipFill>
        <p:spPr>
          <a:xfrm>
            <a:off x="7536427" y="5225251"/>
            <a:ext cx="275675" cy="275675"/>
          </a:xfrm>
          <a:prstGeom prst="rect">
            <a:avLst/>
          </a:prstGeom>
          <a:noFill/>
          <a:ln>
            <a:noFill/>
          </a:ln>
        </p:spPr>
      </p:pic>
      <p:pic>
        <p:nvPicPr>
          <p:cNvPr id="1218" name="Google Shape;1218;p68"/>
          <p:cNvPicPr preferRelativeResize="0"/>
          <p:nvPr/>
        </p:nvPicPr>
        <p:blipFill>
          <a:blip r:embed="rId10">
            <a:alphaModFix/>
          </a:blip>
          <a:stretch>
            <a:fillRect/>
          </a:stretch>
        </p:blipFill>
        <p:spPr>
          <a:xfrm>
            <a:off x="8453822" y="5225251"/>
            <a:ext cx="275675" cy="275675"/>
          </a:xfrm>
          <a:prstGeom prst="rect">
            <a:avLst/>
          </a:prstGeom>
          <a:noFill/>
          <a:ln>
            <a:noFill/>
          </a:ln>
        </p:spPr>
      </p:pic>
      <p:pic>
        <p:nvPicPr>
          <p:cNvPr id="1219" name="Google Shape;1219;p68"/>
          <p:cNvPicPr preferRelativeResize="0"/>
          <p:nvPr/>
        </p:nvPicPr>
        <p:blipFill>
          <a:blip r:embed="rId10">
            <a:alphaModFix/>
          </a:blip>
          <a:stretch>
            <a:fillRect/>
          </a:stretch>
        </p:blipFill>
        <p:spPr>
          <a:xfrm>
            <a:off x="9368222" y="5225251"/>
            <a:ext cx="275675" cy="275675"/>
          </a:xfrm>
          <a:prstGeom prst="rect">
            <a:avLst/>
          </a:prstGeom>
          <a:noFill/>
          <a:ln>
            <a:noFill/>
          </a:ln>
        </p:spPr>
      </p:pic>
      <p:pic>
        <p:nvPicPr>
          <p:cNvPr id="1220" name="Google Shape;1220;p68"/>
          <p:cNvPicPr preferRelativeResize="0"/>
          <p:nvPr/>
        </p:nvPicPr>
        <p:blipFill>
          <a:blip r:embed="rId10">
            <a:alphaModFix/>
          </a:blip>
          <a:stretch>
            <a:fillRect/>
          </a:stretch>
        </p:blipFill>
        <p:spPr>
          <a:xfrm>
            <a:off x="10282622" y="5225251"/>
            <a:ext cx="275675" cy="275675"/>
          </a:xfrm>
          <a:prstGeom prst="rect">
            <a:avLst/>
          </a:prstGeom>
          <a:noFill/>
          <a:ln>
            <a:noFill/>
          </a:ln>
        </p:spPr>
      </p:pic>
      <p:pic>
        <p:nvPicPr>
          <p:cNvPr id="1221" name="Google Shape;1221;p68"/>
          <p:cNvPicPr preferRelativeResize="0"/>
          <p:nvPr/>
        </p:nvPicPr>
        <p:blipFill>
          <a:blip r:embed="rId10">
            <a:alphaModFix/>
          </a:blip>
          <a:stretch>
            <a:fillRect/>
          </a:stretch>
        </p:blipFill>
        <p:spPr>
          <a:xfrm>
            <a:off x="11197022" y="5225251"/>
            <a:ext cx="275675" cy="275675"/>
          </a:xfrm>
          <a:prstGeom prst="rect">
            <a:avLst/>
          </a:prstGeom>
          <a:noFill/>
          <a:ln>
            <a:noFill/>
          </a:ln>
        </p:spPr>
      </p:pic>
      <p:sp>
        <p:nvSpPr>
          <p:cNvPr id="1222" name="Google Shape;1222;p68"/>
          <p:cNvSpPr txBox="1"/>
          <p:nvPr/>
        </p:nvSpPr>
        <p:spPr>
          <a:xfrm>
            <a:off x="2415775" y="2071050"/>
            <a:ext cx="3496800" cy="384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Deploy Bastion nodes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Deploy and Configure IdM Primary</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replicas</a:t>
            </a:r>
            <a:endParaRPr>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Satellite</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capsules</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AAP</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controllers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database server</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execution nodes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hub nodes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execution environments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(decision environments)</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Container Hosts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tang servers for NBDE</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discovery container for subscription compliance metering</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   +++  And make extensible …</a:t>
            </a:r>
            <a:endParaRPr>
              <a:solidFill>
                <a:schemeClr val="dk1"/>
              </a:solidFill>
              <a:latin typeface="Red Hat Display"/>
              <a:ea typeface="Red Hat Display"/>
              <a:cs typeface="Red Hat Display"/>
              <a:sym typeface="Red Hat Display"/>
            </a:endParaRPr>
          </a:p>
        </p:txBody>
      </p:sp>
      <p:sp>
        <p:nvSpPr>
          <p:cNvPr id="1223" name="Google Shape;1223;p68"/>
          <p:cNvSpPr txBox="1"/>
          <p:nvPr/>
        </p:nvSpPr>
        <p:spPr>
          <a:xfrm>
            <a:off x="6016925" y="1652325"/>
            <a:ext cx="1190100" cy="31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IdM Primary</a:t>
            </a:r>
            <a:endParaRPr b="1" sz="1200">
              <a:latin typeface="Red Hat Display"/>
              <a:ea typeface="Red Hat Display"/>
              <a:cs typeface="Red Hat Display"/>
              <a:sym typeface="Red Hat Display"/>
            </a:endParaRPr>
          </a:p>
        </p:txBody>
      </p:sp>
      <p:sp>
        <p:nvSpPr>
          <p:cNvPr id="1224" name="Google Shape;1224;p68"/>
          <p:cNvSpPr txBox="1"/>
          <p:nvPr/>
        </p:nvSpPr>
        <p:spPr>
          <a:xfrm>
            <a:off x="6986388" y="1652325"/>
            <a:ext cx="1190100" cy="31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Satellite</a:t>
            </a:r>
            <a:endParaRPr b="1" sz="1200">
              <a:latin typeface="Red Hat Display"/>
              <a:ea typeface="Red Hat Display"/>
              <a:cs typeface="Red Hat Display"/>
              <a:sym typeface="Red Hat Display"/>
            </a:endParaRPr>
          </a:p>
        </p:txBody>
      </p:sp>
      <p:sp>
        <p:nvSpPr>
          <p:cNvPr id="1225" name="Google Shape;1225;p68"/>
          <p:cNvSpPr txBox="1"/>
          <p:nvPr/>
        </p:nvSpPr>
        <p:spPr>
          <a:xfrm>
            <a:off x="7897550" y="1489594"/>
            <a:ext cx="1190100" cy="48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AAP Controller</a:t>
            </a:r>
            <a:endParaRPr b="1" sz="1200">
              <a:latin typeface="Red Hat Display"/>
              <a:ea typeface="Red Hat Display"/>
              <a:cs typeface="Red Hat Display"/>
              <a:sym typeface="Red Hat Display"/>
            </a:endParaRPr>
          </a:p>
        </p:txBody>
      </p:sp>
      <p:sp>
        <p:nvSpPr>
          <p:cNvPr id="1226" name="Google Shape;1226;p68"/>
          <p:cNvSpPr txBox="1"/>
          <p:nvPr/>
        </p:nvSpPr>
        <p:spPr>
          <a:xfrm>
            <a:off x="8811950" y="1489594"/>
            <a:ext cx="1190100" cy="48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AAP </a:t>
            </a:r>
            <a:endParaRPr b="1" sz="1200">
              <a:latin typeface="Red Hat Display"/>
              <a:ea typeface="Red Hat Display"/>
              <a:cs typeface="Red Hat Display"/>
              <a:sym typeface="Red Hat Display"/>
            </a:endParaRPr>
          </a:p>
          <a:p>
            <a:pPr indent="0" lvl="0" marL="0" rtl="0" algn="ctr">
              <a:spcBef>
                <a:spcPts val="0"/>
              </a:spcBef>
              <a:spcAft>
                <a:spcPts val="0"/>
              </a:spcAft>
              <a:buNone/>
            </a:pPr>
            <a:r>
              <a:rPr b="1" lang="en" sz="1200">
                <a:latin typeface="Red Hat Display"/>
                <a:ea typeface="Red Hat Display"/>
                <a:cs typeface="Red Hat Display"/>
                <a:sym typeface="Red Hat Display"/>
              </a:rPr>
              <a:t>Private Hub</a:t>
            </a:r>
            <a:endParaRPr b="1" sz="1200">
              <a:latin typeface="Red Hat Display"/>
              <a:ea typeface="Red Hat Display"/>
              <a:cs typeface="Red Hat Display"/>
              <a:sym typeface="Red Hat Display"/>
            </a:endParaRPr>
          </a:p>
        </p:txBody>
      </p:sp>
      <p:sp>
        <p:nvSpPr>
          <p:cNvPr id="1227" name="Google Shape;1227;p68"/>
          <p:cNvSpPr txBox="1"/>
          <p:nvPr/>
        </p:nvSpPr>
        <p:spPr>
          <a:xfrm>
            <a:off x="9726350" y="1029552"/>
            <a:ext cx="1190100" cy="6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Container</a:t>
            </a:r>
            <a:endParaRPr b="1" sz="1200">
              <a:latin typeface="Red Hat Display"/>
              <a:ea typeface="Red Hat Display"/>
              <a:cs typeface="Red Hat Display"/>
              <a:sym typeface="Red Hat Display"/>
            </a:endParaRPr>
          </a:p>
          <a:p>
            <a:pPr indent="0" lvl="0" marL="0" rtl="0" algn="ctr">
              <a:spcBef>
                <a:spcPts val="0"/>
              </a:spcBef>
              <a:spcAft>
                <a:spcPts val="0"/>
              </a:spcAft>
              <a:buNone/>
            </a:pPr>
            <a:r>
              <a:rPr b="1" lang="en" sz="1200">
                <a:latin typeface="Red Hat Display"/>
                <a:ea typeface="Red Hat Display"/>
                <a:cs typeface="Red Hat Display"/>
                <a:sym typeface="Red Hat Display"/>
              </a:rPr>
              <a:t>Server</a:t>
            </a:r>
            <a:endParaRPr b="1" sz="1200">
              <a:latin typeface="Red Hat Display"/>
              <a:ea typeface="Red Hat Display"/>
              <a:cs typeface="Red Hat Display"/>
              <a:sym typeface="Red Hat Display"/>
            </a:endParaRPr>
          </a:p>
        </p:txBody>
      </p:sp>
      <p:sp>
        <p:nvSpPr>
          <p:cNvPr id="1228" name="Google Shape;1228;p68"/>
          <p:cNvSpPr txBox="1"/>
          <p:nvPr/>
        </p:nvSpPr>
        <p:spPr>
          <a:xfrm>
            <a:off x="10654700" y="1029400"/>
            <a:ext cx="1190100" cy="6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Container</a:t>
            </a:r>
            <a:endParaRPr b="1" sz="1200">
              <a:latin typeface="Red Hat Display"/>
              <a:ea typeface="Red Hat Display"/>
              <a:cs typeface="Red Hat Display"/>
              <a:sym typeface="Red Hat Display"/>
            </a:endParaRPr>
          </a:p>
          <a:p>
            <a:pPr indent="0" lvl="0" marL="0" rtl="0" algn="ctr">
              <a:spcBef>
                <a:spcPts val="0"/>
              </a:spcBef>
              <a:spcAft>
                <a:spcPts val="0"/>
              </a:spcAft>
              <a:buNone/>
            </a:pPr>
            <a:r>
              <a:rPr b="1" lang="en" sz="1200">
                <a:latin typeface="Red Hat Display"/>
                <a:ea typeface="Red Hat Display"/>
                <a:cs typeface="Red Hat Display"/>
                <a:sym typeface="Red Hat Display"/>
              </a:rPr>
              <a:t>Server</a:t>
            </a:r>
            <a:endParaRPr b="1" sz="1200">
              <a:latin typeface="Red Hat Display"/>
              <a:ea typeface="Red Hat Display"/>
              <a:cs typeface="Red Hat Display"/>
              <a:sym typeface="Red Hat Display"/>
            </a:endParaRPr>
          </a:p>
        </p:txBody>
      </p:sp>
      <p:pic>
        <p:nvPicPr>
          <p:cNvPr id="1229" name="Google Shape;1229;p68"/>
          <p:cNvPicPr preferRelativeResize="0"/>
          <p:nvPr/>
        </p:nvPicPr>
        <p:blipFill>
          <a:blip r:embed="rId9">
            <a:alphaModFix/>
          </a:blip>
          <a:stretch>
            <a:fillRect/>
          </a:stretch>
        </p:blipFill>
        <p:spPr>
          <a:xfrm>
            <a:off x="10351563" y="2149867"/>
            <a:ext cx="318000" cy="318000"/>
          </a:xfrm>
          <a:prstGeom prst="rect">
            <a:avLst/>
          </a:prstGeom>
          <a:noFill/>
          <a:ln>
            <a:noFill/>
          </a:ln>
        </p:spPr>
      </p:pic>
      <p:pic>
        <p:nvPicPr>
          <p:cNvPr id="1230" name="Google Shape;1230;p68"/>
          <p:cNvPicPr preferRelativeResize="0"/>
          <p:nvPr/>
        </p:nvPicPr>
        <p:blipFill>
          <a:blip r:embed="rId9">
            <a:alphaModFix/>
          </a:blip>
          <a:stretch>
            <a:fillRect/>
          </a:stretch>
        </p:blipFill>
        <p:spPr>
          <a:xfrm>
            <a:off x="11265963" y="2149867"/>
            <a:ext cx="318000" cy="318000"/>
          </a:xfrm>
          <a:prstGeom prst="rect">
            <a:avLst/>
          </a:prstGeom>
          <a:noFill/>
          <a:ln>
            <a:noFill/>
          </a:ln>
        </p:spPr>
      </p:pic>
      <p:pic>
        <p:nvPicPr>
          <p:cNvPr id="1231" name="Google Shape;1231;p68"/>
          <p:cNvPicPr preferRelativeResize="0"/>
          <p:nvPr/>
        </p:nvPicPr>
        <p:blipFill>
          <a:blip r:embed="rId9">
            <a:alphaModFix/>
          </a:blip>
          <a:stretch>
            <a:fillRect/>
          </a:stretch>
        </p:blipFill>
        <p:spPr>
          <a:xfrm>
            <a:off x="10351563" y="4740667"/>
            <a:ext cx="318000" cy="318000"/>
          </a:xfrm>
          <a:prstGeom prst="rect">
            <a:avLst/>
          </a:prstGeom>
          <a:noFill/>
          <a:ln>
            <a:noFill/>
          </a:ln>
        </p:spPr>
      </p:pic>
      <p:pic>
        <p:nvPicPr>
          <p:cNvPr id="1232" name="Google Shape;1232;p68"/>
          <p:cNvPicPr preferRelativeResize="0"/>
          <p:nvPr/>
        </p:nvPicPr>
        <p:blipFill>
          <a:blip r:embed="rId9">
            <a:alphaModFix/>
          </a:blip>
          <a:stretch>
            <a:fillRect/>
          </a:stretch>
        </p:blipFill>
        <p:spPr>
          <a:xfrm>
            <a:off x="11265963" y="4740667"/>
            <a:ext cx="318000" cy="318000"/>
          </a:xfrm>
          <a:prstGeom prst="rect">
            <a:avLst/>
          </a:prstGeom>
          <a:noFill/>
          <a:ln>
            <a:noFill/>
          </a:ln>
        </p:spPr>
      </p:pic>
      <p:sp>
        <p:nvSpPr>
          <p:cNvPr id="1233" name="Google Shape;1233;p68"/>
          <p:cNvSpPr txBox="1"/>
          <p:nvPr/>
        </p:nvSpPr>
        <p:spPr>
          <a:xfrm>
            <a:off x="6550325" y="3785925"/>
            <a:ext cx="4922400" cy="31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On Premise Hypervisor</a:t>
            </a:r>
            <a:endParaRPr b="1" sz="1200">
              <a:latin typeface="Red Hat Display"/>
              <a:ea typeface="Red Hat Display"/>
              <a:cs typeface="Red Hat Display"/>
              <a:sym typeface="Red Hat Display"/>
            </a:endParaRPr>
          </a:p>
        </p:txBody>
      </p:sp>
      <p:sp>
        <p:nvSpPr>
          <p:cNvPr id="1234" name="Google Shape;1234;p68"/>
          <p:cNvSpPr txBox="1"/>
          <p:nvPr/>
        </p:nvSpPr>
        <p:spPr>
          <a:xfrm>
            <a:off x="6550325" y="5676238"/>
            <a:ext cx="4922400" cy="31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Cloud Landing Zone</a:t>
            </a:r>
            <a:endParaRPr b="1" sz="1200">
              <a:latin typeface="Red Hat Display"/>
              <a:ea typeface="Red Hat Display"/>
              <a:cs typeface="Red Hat Display"/>
              <a:sym typeface="Red Hat Display"/>
            </a:endParaRPr>
          </a:p>
        </p:txBody>
      </p:sp>
      <p:sp>
        <p:nvSpPr>
          <p:cNvPr id="1235" name="Google Shape;1235;p68"/>
          <p:cNvSpPr txBox="1"/>
          <p:nvPr/>
        </p:nvSpPr>
        <p:spPr>
          <a:xfrm>
            <a:off x="3109875" y="1804725"/>
            <a:ext cx="1734900" cy="31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console.redhat.com</a:t>
            </a:r>
            <a:endParaRPr b="1" sz="1200">
              <a:latin typeface="Red Hat Display"/>
              <a:ea typeface="Red Hat Display"/>
              <a:cs typeface="Red Hat Display"/>
              <a:sym typeface="Red Hat Display"/>
            </a:endParaRPr>
          </a:p>
        </p:txBody>
      </p:sp>
      <p:sp>
        <p:nvSpPr>
          <p:cNvPr id="1236" name="Google Shape;1236;p68"/>
          <p:cNvSpPr txBox="1"/>
          <p:nvPr/>
        </p:nvSpPr>
        <p:spPr>
          <a:xfrm>
            <a:off x="404850" y="1132850"/>
            <a:ext cx="24552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latin typeface="Red Hat Display"/>
                <a:ea typeface="Red Hat Display"/>
                <a:cs typeface="Red Hat Display"/>
                <a:sym typeface="Red Hat Display"/>
              </a:rPr>
              <a:t>…or this…</a:t>
            </a:r>
            <a:endParaRPr b="1" sz="3200">
              <a:latin typeface="Red Hat Display"/>
              <a:ea typeface="Red Hat Display"/>
              <a:cs typeface="Red Hat Display"/>
              <a:sym typeface="Red Hat Display"/>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p6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1242" name="Google Shape;1242;p69"/>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p>
            <a:pPr indent="0" lvl="0" marL="0" rtl="0" algn="l">
              <a:spcBef>
                <a:spcPts val="0"/>
              </a:spcBef>
              <a:spcAft>
                <a:spcPts val="0"/>
              </a:spcAft>
              <a:buNone/>
            </a:pPr>
            <a:r>
              <a:rPr lang="en">
                <a:latin typeface="Red Hat Display Medium"/>
                <a:ea typeface="Red Hat Display Medium"/>
                <a:cs typeface="Red Hat Display Medium"/>
                <a:sym typeface="Red Hat Display Medium"/>
              </a:rPr>
              <a:t>Hypervisor Bootstrap</a:t>
            </a:r>
            <a:endParaRPr>
              <a:latin typeface="Red Hat Display Medium"/>
              <a:ea typeface="Red Hat Display Medium"/>
              <a:cs typeface="Red Hat Display Medium"/>
              <a:sym typeface="Red Hat Display Medium"/>
            </a:endParaRPr>
          </a:p>
          <a:p>
            <a:pPr indent="0" lvl="0" marL="0" rtl="0" algn="l">
              <a:spcBef>
                <a:spcPts val="0"/>
              </a:spcBef>
              <a:spcAft>
                <a:spcPts val="0"/>
              </a:spcAft>
              <a:buNone/>
            </a:pPr>
            <a:r>
              <a:rPr lang="en">
                <a:latin typeface="Red Hat Display Medium"/>
                <a:ea typeface="Red Hat Display Medium"/>
                <a:cs typeface="Red Hat Display Medium"/>
                <a:sym typeface="Red Hat Display Medium"/>
              </a:rPr>
              <a:t>Scenario</a:t>
            </a:r>
            <a:endParaRPr>
              <a:latin typeface="Red Hat Display Medium"/>
              <a:ea typeface="Red Hat Display Medium"/>
              <a:cs typeface="Red Hat Display Medium"/>
              <a:sym typeface="Red Hat Display Medium"/>
            </a:endParaRPr>
          </a:p>
        </p:txBody>
      </p:sp>
      <p:sp>
        <p:nvSpPr>
          <p:cNvPr id="1243" name="Google Shape;1243;p6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sz="900">
                <a:latin typeface="Overpass SemiBold"/>
                <a:ea typeface="Overpass SemiBold"/>
                <a:cs typeface="Overpass SemiBold"/>
                <a:sym typeface="Overpass SemiBold"/>
              </a:rPr>
              <a:t>Red Hat Infrastructure Standard Adoption Model</a:t>
            </a:r>
            <a:endParaRPr/>
          </a:p>
        </p:txBody>
      </p:sp>
      <p:sp>
        <p:nvSpPr>
          <p:cNvPr id="1244" name="Google Shape;1244;p69"/>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sp>
        <p:nvSpPr>
          <p:cNvPr id="1249" name="Google Shape;1249;p70"/>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Using rhis-builder to create the RH-IS</a:t>
            </a:r>
            <a:endParaRPr/>
          </a:p>
        </p:txBody>
      </p:sp>
      <p:sp>
        <p:nvSpPr>
          <p:cNvPr id="1250" name="Google Shape;1250;p7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251" name="Google Shape;1251;p7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252" name="Google Shape;1252;p70"/>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sp>
        <p:nvSpPr>
          <p:cNvPr id="1253" name="Google Shape;1253;p70"/>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Delivering on the adoption model</a:t>
            </a:r>
            <a:endParaRPr/>
          </a:p>
        </p:txBody>
      </p:sp>
      <p:sp>
        <p:nvSpPr>
          <p:cNvPr id="1254" name="Google Shape;1254;p70"/>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1255" name="Google Shape;1255;p70"/>
          <p:cNvGrpSpPr/>
          <p:nvPr/>
        </p:nvGrpSpPr>
        <p:grpSpPr>
          <a:xfrm>
            <a:off x="3733833" y="1381676"/>
            <a:ext cx="458937" cy="422178"/>
            <a:chOff x="8321229" y="3179936"/>
            <a:chExt cx="914400" cy="914400"/>
          </a:xfrm>
        </p:grpSpPr>
        <p:sp>
          <p:nvSpPr>
            <p:cNvPr id="1256" name="Google Shape;1256;p70"/>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57" name="Google Shape;1257;p70"/>
            <p:cNvPicPr preferRelativeResize="0"/>
            <p:nvPr/>
          </p:nvPicPr>
          <p:blipFill>
            <a:blip r:embed="rId4">
              <a:alphaModFix/>
            </a:blip>
            <a:stretch>
              <a:fillRect/>
            </a:stretch>
          </p:blipFill>
          <p:spPr>
            <a:xfrm>
              <a:off x="8321229" y="3179936"/>
              <a:ext cx="914400" cy="914400"/>
            </a:xfrm>
            <a:prstGeom prst="rect">
              <a:avLst/>
            </a:prstGeom>
            <a:noFill/>
            <a:ln>
              <a:noFill/>
            </a:ln>
          </p:spPr>
        </p:pic>
      </p:grpSp>
      <p:sp>
        <p:nvSpPr>
          <p:cNvPr id="1258" name="Google Shape;1258;p70"/>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sp>
        <p:nvSpPr>
          <p:cNvPr id="1259" name="Google Shape;1259;p70"/>
          <p:cNvSpPr txBox="1"/>
          <p:nvPr/>
        </p:nvSpPr>
        <p:spPr>
          <a:xfrm>
            <a:off x="680800" y="1226200"/>
            <a:ext cx="36336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Use Imagebuilder to create</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your vmdk for building the idm</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and satellite instances.</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If you already have this capability in your hypervisor environment. Build 2 @base installs of RHEL9</a:t>
            </a:r>
            <a:endParaRPr>
              <a:latin typeface="Red Hat Display"/>
              <a:ea typeface="Red Hat Display"/>
              <a:cs typeface="Red Hat Display"/>
              <a:sym typeface="Red Hat Display"/>
            </a:endParaRPr>
          </a:p>
        </p:txBody>
      </p:sp>
      <p:pic>
        <p:nvPicPr>
          <p:cNvPr id="1260" name="Google Shape;1260;p70"/>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1261" name="Google Shape;1261;p70"/>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1262" name="Google Shape;1262;p70"/>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1263" name="Google Shape;1263;p70"/>
          <p:cNvSpPr txBox="1"/>
          <p:nvPr/>
        </p:nvSpPr>
        <p:spPr>
          <a:xfrm>
            <a:off x="6578500" y="4581975"/>
            <a:ext cx="472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Any hypervisor</a:t>
            </a:r>
            <a:r>
              <a:rPr lang="en">
                <a:latin typeface="Red Hat Display"/>
                <a:ea typeface="Red Hat Display"/>
                <a:cs typeface="Red Hat Display"/>
                <a:sym typeface="Red Hat Display"/>
              </a:rPr>
              <a:t>, Azure, AWS, GCP, Baremetal</a:t>
            </a:r>
            <a:endParaRPr>
              <a:latin typeface="Red Hat Display"/>
              <a:ea typeface="Red Hat Display"/>
              <a:cs typeface="Red Hat Display"/>
              <a:sym typeface="Red Hat Display"/>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p71"/>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1 - build the image</a:t>
            </a:r>
            <a:endParaRPr/>
          </a:p>
        </p:txBody>
      </p:sp>
      <p:sp>
        <p:nvSpPr>
          <p:cNvPr id="1269" name="Google Shape;1269;p7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270" name="Google Shape;1270;p7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271" name="Google Shape;1271;p71"/>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1272" name="Google Shape;1272;p71"/>
          <p:cNvGrpSpPr/>
          <p:nvPr/>
        </p:nvGrpSpPr>
        <p:grpSpPr>
          <a:xfrm>
            <a:off x="3506100" y="1849713"/>
            <a:ext cx="914400" cy="559500"/>
            <a:chOff x="3899025" y="4752650"/>
            <a:chExt cx="914400" cy="559500"/>
          </a:xfrm>
        </p:grpSpPr>
        <p:pic>
          <p:nvPicPr>
            <p:cNvPr id="1273" name="Google Shape;1273;p71"/>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1274" name="Google Shape;1274;p71"/>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1275" name="Google Shape;1275;p71"/>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sp>
        <p:nvSpPr>
          <p:cNvPr id="1276" name="Google Shape;1276;p71"/>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1277" name="Google Shape;1277;p71"/>
          <p:cNvGrpSpPr/>
          <p:nvPr/>
        </p:nvGrpSpPr>
        <p:grpSpPr>
          <a:xfrm>
            <a:off x="3621987" y="1153338"/>
            <a:ext cx="688452" cy="651693"/>
            <a:chOff x="8321229" y="3179936"/>
            <a:chExt cx="914400" cy="914400"/>
          </a:xfrm>
        </p:grpSpPr>
        <p:sp>
          <p:nvSpPr>
            <p:cNvPr id="1278" name="Google Shape;1278;p71"/>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79" name="Google Shape;1279;p71"/>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1280" name="Google Shape;1280;p71"/>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1281" name="Google Shape;1281;p71"/>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1282" name="Google Shape;1282;p71"/>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1283" name="Google Shape;1283;p71"/>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1284" name="Google Shape;1284;p71"/>
          <p:cNvSpPr txBox="1"/>
          <p:nvPr/>
        </p:nvSpPr>
        <p:spPr>
          <a:xfrm>
            <a:off x="6578500" y="4581975"/>
            <a:ext cx="472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VMware Infrastructure</a:t>
            </a:r>
            <a:endParaRPr>
              <a:latin typeface="Red Hat Display"/>
              <a:ea typeface="Red Hat Display"/>
              <a:cs typeface="Red Hat Display"/>
              <a:sym typeface="Red Hat Display"/>
            </a:endParaRPr>
          </a:p>
        </p:txBody>
      </p:sp>
      <p:cxnSp>
        <p:nvCxnSpPr>
          <p:cNvPr id="1285" name="Google Shape;1285;p71"/>
          <p:cNvCxnSpPr>
            <a:stCxn id="1271" idx="3"/>
            <a:endCxn id="1279" idx="1"/>
          </p:cNvCxnSpPr>
          <p:nvPr/>
        </p:nvCxnSpPr>
        <p:spPr>
          <a:xfrm flipH="1" rot="10800000">
            <a:off x="1578891" y="1479204"/>
            <a:ext cx="2043000" cy="1908000"/>
          </a:xfrm>
          <a:prstGeom prst="curvedConnector3">
            <a:avLst>
              <a:gd fmla="val 50002" name="adj1"/>
            </a:avLst>
          </a:prstGeom>
          <a:noFill/>
          <a:ln cap="flat" cmpd="sng" w="9525">
            <a:solidFill>
              <a:schemeClr val="dk2"/>
            </a:solidFill>
            <a:prstDash val="solid"/>
            <a:round/>
            <a:headEnd len="med" w="med" type="triangle"/>
            <a:tailEnd len="med" w="med" type="triangle"/>
          </a:ln>
        </p:spPr>
      </p:cxnSp>
      <p:sp>
        <p:nvSpPr>
          <p:cNvPr id="1286" name="Google Shape;1286;p71"/>
          <p:cNvSpPr txBox="1"/>
          <p:nvPr/>
        </p:nvSpPr>
        <p:spPr>
          <a:xfrm>
            <a:off x="510100" y="1687050"/>
            <a:ext cx="2385900" cy="8313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Red Hat Display"/>
              <a:buAutoNum type="arabicPeriod"/>
            </a:pPr>
            <a:r>
              <a:rPr lang="en">
                <a:latin typeface="Red Hat Display"/>
                <a:ea typeface="Red Hat Display"/>
                <a:cs typeface="Red Hat Display"/>
                <a:sym typeface="Red Hat Display"/>
              </a:rPr>
              <a:t>Image Definition</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AutoNum type="arabicPeriod"/>
            </a:pPr>
            <a:r>
              <a:rPr lang="en">
                <a:latin typeface="Red Hat Display"/>
                <a:ea typeface="Red Hat Display"/>
                <a:cs typeface="Red Hat Display"/>
                <a:sym typeface="Red Hat Display"/>
              </a:rPr>
              <a:t>Initiate Compose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AutoNum type="arabicPeriod"/>
            </a:pPr>
            <a:r>
              <a:rPr lang="en">
                <a:latin typeface="Red Hat Display"/>
                <a:ea typeface="Red Hat Display"/>
                <a:cs typeface="Red Hat Display"/>
                <a:sym typeface="Red Hat Display"/>
              </a:rPr>
              <a:t>Download Image</a:t>
            </a:r>
            <a:endParaRPr>
              <a:latin typeface="Red Hat Display"/>
              <a:ea typeface="Red Hat Display"/>
              <a:cs typeface="Red Hat Display"/>
              <a:sym typeface="Red Hat Display"/>
            </a:endParaRPr>
          </a:p>
        </p:txBody>
      </p:sp>
      <p:cxnSp>
        <p:nvCxnSpPr>
          <p:cNvPr id="1287" name="Google Shape;1287;p71"/>
          <p:cNvCxnSpPr>
            <a:endCxn id="1281" idx="1"/>
          </p:cNvCxnSpPr>
          <p:nvPr/>
        </p:nvCxnSpPr>
        <p:spPr>
          <a:xfrm>
            <a:off x="1578773" y="3387182"/>
            <a:ext cx="4668300" cy="730500"/>
          </a:xfrm>
          <a:prstGeom prst="curvedConnector3">
            <a:avLst>
              <a:gd fmla="val 50000" name="adj1"/>
            </a:avLst>
          </a:prstGeom>
          <a:noFill/>
          <a:ln cap="flat" cmpd="sng" w="9525">
            <a:solidFill>
              <a:schemeClr val="dk2"/>
            </a:solidFill>
            <a:prstDash val="solid"/>
            <a:round/>
            <a:headEnd len="med" w="med" type="none"/>
            <a:tailEnd len="med" w="med" type="triangle"/>
          </a:ln>
        </p:spPr>
      </p:cxnSp>
      <p:sp>
        <p:nvSpPr>
          <p:cNvPr id="1288" name="Google Shape;1288;p71"/>
          <p:cNvSpPr txBox="1"/>
          <p:nvPr/>
        </p:nvSpPr>
        <p:spPr>
          <a:xfrm>
            <a:off x="1881700" y="4354050"/>
            <a:ext cx="3349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4. Upload Image</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5. Create a VM from image for IdM</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6. Create a VM </a:t>
            </a:r>
            <a:r>
              <a:rPr lang="en">
                <a:solidFill>
                  <a:schemeClr val="dk1"/>
                </a:solidFill>
                <a:latin typeface="Red Hat Display"/>
                <a:ea typeface="Red Hat Display"/>
                <a:cs typeface="Red Hat Display"/>
                <a:sym typeface="Red Hat Display"/>
              </a:rPr>
              <a:t>from image </a:t>
            </a:r>
            <a:r>
              <a:rPr lang="en">
                <a:latin typeface="Red Hat Display"/>
                <a:ea typeface="Red Hat Display"/>
                <a:cs typeface="Red Hat Display"/>
                <a:sym typeface="Red Hat Display"/>
              </a:rPr>
              <a:t>for Satellite</a:t>
            </a:r>
            <a:endParaRPr>
              <a:latin typeface="Red Hat Display"/>
              <a:ea typeface="Red Hat Display"/>
              <a:cs typeface="Red Hat Display"/>
              <a:sym typeface="Red Hat Display"/>
            </a:endParaRPr>
          </a:p>
        </p:txBody>
      </p:sp>
      <p:pic>
        <p:nvPicPr>
          <p:cNvPr id="1289" name="Google Shape;1289;p71"/>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1290" name="Google Shape;1290;p71"/>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pic>
        <p:nvPicPr>
          <p:cNvPr id="1291" name="Google Shape;1291;p71"/>
          <p:cNvPicPr preferRelativeResize="0"/>
          <p:nvPr/>
        </p:nvPicPr>
        <p:blipFill>
          <a:blip r:embed="rId7">
            <a:alphaModFix/>
          </a:blip>
          <a:stretch>
            <a:fillRect/>
          </a:stretch>
        </p:blipFill>
        <p:spPr>
          <a:xfrm>
            <a:off x="3733800" y="2804305"/>
            <a:ext cx="300900" cy="300900"/>
          </a:xfrm>
          <a:prstGeom prst="rect">
            <a:avLst/>
          </a:prstGeom>
          <a:noFill/>
          <a:ln>
            <a:noFill/>
          </a:ln>
        </p:spPr>
      </p:pic>
      <p:pic>
        <p:nvPicPr>
          <p:cNvPr id="1292" name="Google Shape;1292;p71"/>
          <p:cNvPicPr preferRelativeResize="0"/>
          <p:nvPr/>
        </p:nvPicPr>
        <p:blipFill>
          <a:blip r:embed="rId8">
            <a:alphaModFix/>
          </a:blip>
          <a:stretch>
            <a:fillRect/>
          </a:stretch>
        </p:blipFill>
        <p:spPr>
          <a:xfrm>
            <a:off x="2476500" y="1737163"/>
            <a:ext cx="300900" cy="300900"/>
          </a:xfrm>
          <a:prstGeom prst="rect">
            <a:avLst/>
          </a:prstGeom>
          <a:noFill/>
          <a:ln>
            <a:noFill/>
          </a:ln>
        </p:spPr>
      </p:pic>
      <p:pic>
        <p:nvPicPr>
          <p:cNvPr id="1293" name="Google Shape;1293;p71"/>
          <p:cNvPicPr preferRelativeResize="0"/>
          <p:nvPr/>
        </p:nvPicPr>
        <p:blipFill>
          <a:blip r:embed="rId7">
            <a:alphaModFix/>
          </a:blip>
          <a:stretch>
            <a:fillRect/>
          </a:stretch>
        </p:blipFill>
        <p:spPr>
          <a:xfrm>
            <a:off x="4838700" y="4128655"/>
            <a:ext cx="300900" cy="300900"/>
          </a:xfrm>
          <a:prstGeom prst="rect">
            <a:avLst/>
          </a:prstGeom>
          <a:noFill/>
          <a:ln>
            <a:noFill/>
          </a:ln>
        </p:spPr>
      </p:pic>
      <p:cxnSp>
        <p:nvCxnSpPr>
          <p:cNvPr id="1294" name="Google Shape;1294;p71"/>
          <p:cNvCxnSpPr>
            <a:stCxn id="1274" idx="2"/>
          </p:cNvCxnSpPr>
          <p:nvPr/>
        </p:nvCxnSpPr>
        <p:spPr>
          <a:xfrm rot="5400000">
            <a:off x="2288287" y="1624889"/>
            <a:ext cx="1128000" cy="2390400"/>
          </a:xfrm>
          <a:prstGeom prst="curvedConnector2">
            <a:avLst/>
          </a:prstGeom>
          <a:noFill/>
          <a:ln cap="flat" cmpd="sng" w="9525">
            <a:solidFill>
              <a:schemeClr val="dk2"/>
            </a:solidFill>
            <a:prstDash val="solid"/>
            <a:round/>
            <a:headEnd len="med" w="med" type="none"/>
            <a:tailEnd len="med" w="med" type="none"/>
          </a:ln>
        </p:spPr>
      </p:cxnSp>
      <p:sp>
        <p:nvSpPr>
          <p:cNvPr id="1295" name="Google Shape;1295;p71"/>
          <p:cNvSpPr txBox="1"/>
          <p:nvPr/>
        </p:nvSpPr>
        <p:spPr>
          <a:xfrm>
            <a:off x="4651850" y="1736950"/>
            <a:ext cx="2825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1"/>
                </a:solidFill>
                <a:latin typeface="Red Hat Display"/>
                <a:ea typeface="Red Hat Display"/>
                <a:cs typeface="Red Hat Display"/>
                <a:sym typeface="Red Hat Display"/>
              </a:rPr>
              <a:t>Red Hat Imagebuilder on console.redhat.com</a:t>
            </a:r>
            <a:endParaRPr b="1">
              <a:solidFill>
                <a:schemeClr val="accent1"/>
              </a:solidFill>
              <a:latin typeface="Red Hat Display"/>
              <a:ea typeface="Red Hat Display"/>
              <a:cs typeface="Red Hat Display"/>
              <a:sym typeface="Red Hat Display"/>
            </a:endParaRPr>
          </a:p>
        </p:txBody>
      </p:sp>
      <p:sp>
        <p:nvSpPr>
          <p:cNvPr id="1296" name="Google Shape;1296;p71"/>
          <p:cNvSpPr txBox="1"/>
          <p:nvPr/>
        </p:nvSpPr>
        <p:spPr>
          <a:xfrm>
            <a:off x="926475" y="5417925"/>
            <a:ext cx="7122900" cy="55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Alternately, we can use image builder to create bootable base installations to create the first nodes in a bare metal infrastructure…</a:t>
            </a:r>
            <a:endParaRPr sz="1800">
              <a:latin typeface="Red Hat Display"/>
              <a:ea typeface="Red Hat Display"/>
              <a:cs typeface="Red Hat Display"/>
              <a:sym typeface="Red Hat Display"/>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p72"/>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2 - Deploy and Configure IdM Primary</a:t>
            </a:r>
            <a:endParaRPr/>
          </a:p>
        </p:txBody>
      </p:sp>
      <p:sp>
        <p:nvSpPr>
          <p:cNvPr id="1302" name="Google Shape;1302;p7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303" name="Google Shape;1303;p7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304" name="Google Shape;1304;p72"/>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1305" name="Google Shape;1305;p72"/>
          <p:cNvGrpSpPr/>
          <p:nvPr/>
        </p:nvGrpSpPr>
        <p:grpSpPr>
          <a:xfrm>
            <a:off x="3506100" y="1849713"/>
            <a:ext cx="914400" cy="559500"/>
            <a:chOff x="3899025" y="4752650"/>
            <a:chExt cx="914400" cy="559500"/>
          </a:xfrm>
        </p:grpSpPr>
        <p:pic>
          <p:nvPicPr>
            <p:cNvPr id="1306" name="Google Shape;1306;p72"/>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1307" name="Google Shape;1307;p72"/>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1308" name="Google Shape;1308;p72"/>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sp>
        <p:nvSpPr>
          <p:cNvPr id="1309" name="Google Shape;1309;p72"/>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1310" name="Google Shape;1310;p72"/>
          <p:cNvGrpSpPr/>
          <p:nvPr/>
        </p:nvGrpSpPr>
        <p:grpSpPr>
          <a:xfrm>
            <a:off x="3733833" y="1381676"/>
            <a:ext cx="458937" cy="422178"/>
            <a:chOff x="8321229" y="3179936"/>
            <a:chExt cx="914400" cy="914400"/>
          </a:xfrm>
        </p:grpSpPr>
        <p:sp>
          <p:nvSpPr>
            <p:cNvPr id="1311" name="Google Shape;1311;p72"/>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2" name="Google Shape;1312;p72"/>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1313" name="Google Shape;1313;p72"/>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1314" name="Google Shape;1314;p72"/>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1315" name="Google Shape;1315;p72"/>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1316" name="Google Shape;1316;p72"/>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1317" name="Google Shape;1317;p72"/>
          <p:cNvSpPr txBox="1"/>
          <p:nvPr/>
        </p:nvSpPr>
        <p:spPr>
          <a:xfrm>
            <a:off x="6578500" y="4581975"/>
            <a:ext cx="472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VMware Infrastructure</a:t>
            </a:r>
            <a:endParaRPr>
              <a:latin typeface="Red Hat Display"/>
              <a:ea typeface="Red Hat Display"/>
              <a:cs typeface="Red Hat Display"/>
              <a:sym typeface="Red Hat Display"/>
            </a:endParaRPr>
          </a:p>
        </p:txBody>
      </p:sp>
      <p:sp>
        <p:nvSpPr>
          <p:cNvPr id="1318" name="Google Shape;1318;p72"/>
          <p:cNvSpPr txBox="1"/>
          <p:nvPr/>
        </p:nvSpPr>
        <p:spPr>
          <a:xfrm>
            <a:off x="8207400" y="1087404"/>
            <a:ext cx="33492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7.  Configure IdM Prerequisites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8. Install IdM with </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DNS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CA</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AD Trust</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9. Configure Basics of IdM</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DNS forward and reverse zones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DNS forwarding </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DynDNS update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Users, Groups, Services</a:t>
            </a:r>
            <a:endParaRPr>
              <a:latin typeface="Red Hat Display"/>
              <a:ea typeface="Red Hat Display"/>
              <a:cs typeface="Red Hat Display"/>
              <a:sym typeface="Red Hat Display"/>
            </a:endParaRPr>
          </a:p>
        </p:txBody>
      </p:sp>
      <p:pic>
        <p:nvPicPr>
          <p:cNvPr id="1319" name="Google Shape;1319;p72"/>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1320" name="Google Shape;1320;p72"/>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grpSp>
        <p:nvGrpSpPr>
          <p:cNvPr id="1321" name="Google Shape;1321;p72"/>
          <p:cNvGrpSpPr/>
          <p:nvPr/>
        </p:nvGrpSpPr>
        <p:grpSpPr>
          <a:xfrm>
            <a:off x="6296155" y="2556295"/>
            <a:ext cx="688360" cy="643098"/>
            <a:chOff x="4437340" y="1269451"/>
            <a:chExt cx="914400" cy="914400"/>
          </a:xfrm>
        </p:grpSpPr>
        <p:sp>
          <p:nvSpPr>
            <p:cNvPr id="1322" name="Google Shape;1322;p72"/>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3" name="Google Shape;1323;p72"/>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cxnSp>
        <p:nvCxnSpPr>
          <p:cNvPr id="1324" name="Google Shape;1324;p72"/>
          <p:cNvCxnSpPr>
            <a:stCxn id="1304" idx="3"/>
            <a:endCxn id="1322" idx="1"/>
          </p:cNvCxnSpPr>
          <p:nvPr/>
        </p:nvCxnSpPr>
        <p:spPr>
          <a:xfrm flipH="1" rot="10800000">
            <a:off x="1578891" y="2877804"/>
            <a:ext cx="4717200" cy="509400"/>
          </a:xfrm>
          <a:prstGeom prst="curvedConnector3">
            <a:avLst>
              <a:gd fmla="val 50001" name="adj1"/>
            </a:avLst>
          </a:prstGeom>
          <a:noFill/>
          <a:ln cap="flat" cmpd="sng" w="9525">
            <a:solidFill>
              <a:schemeClr val="dk2"/>
            </a:solidFill>
            <a:prstDash val="solid"/>
            <a:round/>
            <a:headEnd len="med" w="med" type="none"/>
            <a:tailEnd len="med" w="med" type="triangle"/>
          </a:ln>
        </p:spPr>
      </p:cxnSp>
      <p:sp>
        <p:nvSpPr>
          <p:cNvPr id="1325" name="Google Shape;1325;p72"/>
          <p:cNvSpPr txBox="1"/>
          <p:nvPr/>
        </p:nvSpPr>
        <p:spPr>
          <a:xfrm>
            <a:off x="916425" y="5377650"/>
            <a:ext cx="6495600" cy="62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In our example, we are assuming no base services so we deploy IdM first for DNS, Authentication and other basic services.</a:t>
            </a:r>
            <a:endParaRPr sz="1800">
              <a:latin typeface="Red Hat Display"/>
              <a:ea typeface="Red Hat Display"/>
              <a:cs typeface="Red Hat Display"/>
              <a:sym typeface="Red Hat Display"/>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9" name="Shape 1329"/>
        <p:cNvGrpSpPr/>
        <p:nvPr/>
      </p:nvGrpSpPr>
      <p:grpSpPr>
        <a:xfrm>
          <a:off x="0" y="0"/>
          <a:ext cx="0" cy="0"/>
          <a:chOff x="0" y="0"/>
          <a:chExt cx="0" cy="0"/>
        </a:xfrm>
      </p:grpSpPr>
      <p:sp>
        <p:nvSpPr>
          <p:cNvPr id="1330" name="Google Shape;1330;p73"/>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3 - Deploy and Configure Satellite</a:t>
            </a:r>
            <a:endParaRPr/>
          </a:p>
        </p:txBody>
      </p:sp>
      <p:sp>
        <p:nvSpPr>
          <p:cNvPr id="1331" name="Google Shape;1331;p7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332" name="Google Shape;1332;p7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333" name="Google Shape;1333;p73"/>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1334" name="Google Shape;1334;p73"/>
          <p:cNvGrpSpPr/>
          <p:nvPr/>
        </p:nvGrpSpPr>
        <p:grpSpPr>
          <a:xfrm>
            <a:off x="3506100" y="1849713"/>
            <a:ext cx="914400" cy="559500"/>
            <a:chOff x="3899025" y="4752650"/>
            <a:chExt cx="914400" cy="559500"/>
          </a:xfrm>
        </p:grpSpPr>
        <p:pic>
          <p:nvPicPr>
            <p:cNvPr id="1335" name="Google Shape;1335;p73"/>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1336" name="Google Shape;1336;p73"/>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1337" name="Google Shape;1337;p73"/>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sp>
        <p:nvSpPr>
          <p:cNvPr id="1338" name="Google Shape;1338;p73"/>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1339" name="Google Shape;1339;p73"/>
          <p:cNvGrpSpPr/>
          <p:nvPr/>
        </p:nvGrpSpPr>
        <p:grpSpPr>
          <a:xfrm>
            <a:off x="3733833" y="1381676"/>
            <a:ext cx="458937" cy="422178"/>
            <a:chOff x="8321229" y="3179936"/>
            <a:chExt cx="914400" cy="914400"/>
          </a:xfrm>
        </p:grpSpPr>
        <p:sp>
          <p:nvSpPr>
            <p:cNvPr id="1340" name="Google Shape;1340;p73"/>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41" name="Google Shape;1341;p73"/>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1342" name="Google Shape;1342;p73"/>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1343" name="Google Shape;1343;p73"/>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1344" name="Google Shape;1344;p73"/>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1345" name="Google Shape;1345;p73"/>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1346" name="Google Shape;1346;p73"/>
          <p:cNvSpPr txBox="1"/>
          <p:nvPr/>
        </p:nvSpPr>
        <p:spPr>
          <a:xfrm>
            <a:off x="6578500" y="4581975"/>
            <a:ext cx="472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VMware Infrastructure</a:t>
            </a:r>
            <a:endParaRPr>
              <a:latin typeface="Red Hat Display"/>
              <a:ea typeface="Red Hat Display"/>
              <a:cs typeface="Red Hat Display"/>
              <a:sym typeface="Red Hat Display"/>
            </a:endParaRPr>
          </a:p>
        </p:txBody>
      </p:sp>
      <p:sp>
        <p:nvSpPr>
          <p:cNvPr id="1347" name="Google Shape;1347;p73"/>
          <p:cNvSpPr txBox="1"/>
          <p:nvPr/>
        </p:nvSpPr>
        <p:spPr>
          <a:xfrm>
            <a:off x="8616675" y="1167874"/>
            <a:ext cx="33492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10</a:t>
            </a:r>
            <a:r>
              <a:rPr lang="en">
                <a:latin typeface="Red Hat Display"/>
                <a:ea typeface="Red Hat Display"/>
                <a:cs typeface="Red Hat Display"/>
                <a:sym typeface="Red Hat Display"/>
              </a:rPr>
              <a:t>.  Configure Satellite Prerequisites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11. Install Satellite with *EVERYTHING*</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12. Completely Configure Satellite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download, install manifest</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Red Hat and Custom Products </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and Sync repositories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Sync Plans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Lifecyle Environments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and Publish CVs and CCVs</a:t>
            </a:r>
            <a:endParaRPr>
              <a:latin typeface="Red Hat Display"/>
              <a:ea typeface="Red Hat Display"/>
              <a:cs typeface="Red Hat Display"/>
              <a:sym typeface="Red Hat Display"/>
            </a:endParaRPr>
          </a:p>
        </p:txBody>
      </p:sp>
      <p:pic>
        <p:nvPicPr>
          <p:cNvPr id="1348" name="Google Shape;1348;p73"/>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1349" name="Google Shape;1349;p73"/>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grpSp>
        <p:nvGrpSpPr>
          <p:cNvPr id="1350" name="Google Shape;1350;p73"/>
          <p:cNvGrpSpPr/>
          <p:nvPr/>
        </p:nvGrpSpPr>
        <p:grpSpPr>
          <a:xfrm>
            <a:off x="6402738" y="2784864"/>
            <a:ext cx="458937" cy="422178"/>
            <a:chOff x="4437340" y="1269451"/>
            <a:chExt cx="914400" cy="914400"/>
          </a:xfrm>
        </p:grpSpPr>
        <p:sp>
          <p:nvSpPr>
            <p:cNvPr id="1351" name="Google Shape;1351;p73"/>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52" name="Google Shape;1352;p73"/>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cxnSp>
        <p:nvCxnSpPr>
          <p:cNvPr id="1353" name="Google Shape;1353;p73"/>
          <p:cNvCxnSpPr>
            <a:stCxn id="1333" idx="3"/>
            <a:endCxn id="1354" idx="0"/>
          </p:cNvCxnSpPr>
          <p:nvPr/>
        </p:nvCxnSpPr>
        <p:spPr>
          <a:xfrm flipH="1" rot="10800000">
            <a:off x="1578891" y="2581704"/>
            <a:ext cx="6006600" cy="805500"/>
          </a:xfrm>
          <a:prstGeom prst="curvedConnector4">
            <a:avLst>
              <a:gd fmla="val 47444" name="adj1"/>
              <a:gd fmla="val 129556" name="adj2"/>
            </a:avLst>
          </a:prstGeom>
          <a:noFill/>
          <a:ln cap="flat" cmpd="sng" w="9525">
            <a:solidFill>
              <a:schemeClr val="dk2"/>
            </a:solidFill>
            <a:prstDash val="solid"/>
            <a:round/>
            <a:headEnd len="med" w="med" type="none"/>
            <a:tailEnd len="med" w="med" type="triangle"/>
          </a:ln>
        </p:spPr>
      </p:cxnSp>
      <p:grpSp>
        <p:nvGrpSpPr>
          <p:cNvPr id="1355" name="Google Shape;1355;p73"/>
          <p:cNvGrpSpPr/>
          <p:nvPr/>
        </p:nvGrpSpPr>
        <p:grpSpPr>
          <a:xfrm>
            <a:off x="7241459" y="2547787"/>
            <a:ext cx="688360" cy="633313"/>
            <a:chOff x="6263829" y="1370716"/>
            <a:chExt cx="914400" cy="914400"/>
          </a:xfrm>
        </p:grpSpPr>
        <p:sp>
          <p:nvSpPr>
            <p:cNvPr id="1356" name="Google Shape;1356;p73"/>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54" name="Google Shape;1354;p73"/>
            <p:cNvPicPr preferRelativeResize="0"/>
            <p:nvPr/>
          </p:nvPicPr>
          <p:blipFill>
            <a:blip r:embed="rId8">
              <a:alphaModFix/>
            </a:blip>
            <a:stretch>
              <a:fillRect/>
            </a:stretch>
          </p:blipFill>
          <p:spPr>
            <a:xfrm>
              <a:off x="6312879" y="1419766"/>
              <a:ext cx="816300" cy="816300"/>
            </a:xfrm>
            <a:prstGeom prst="rect">
              <a:avLst/>
            </a:prstGeom>
            <a:noFill/>
            <a:ln>
              <a:noFill/>
            </a:ln>
          </p:spPr>
        </p:pic>
      </p:grpSp>
      <p:sp>
        <p:nvSpPr>
          <p:cNvPr id="1357" name="Google Shape;1357;p73"/>
          <p:cNvSpPr txBox="1"/>
          <p:nvPr/>
        </p:nvSpPr>
        <p:spPr>
          <a:xfrm>
            <a:off x="916425" y="5377650"/>
            <a:ext cx="6495600" cy="62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Satellite functions as the secret </a:t>
            </a:r>
            <a:r>
              <a:rPr lang="en" sz="1800">
                <a:latin typeface="Red Hat Display"/>
                <a:ea typeface="Red Hat Display"/>
                <a:cs typeface="Red Hat Display"/>
                <a:sym typeface="Red Hat Display"/>
              </a:rPr>
              <a:t>sauce</a:t>
            </a:r>
            <a:r>
              <a:rPr lang="en" sz="1800">
                <a:latin typeface="Red Hat Display"/>
                <a:ea typeface="Red Hat Display"/>
                <a:cs typeface="Red Hat Display"/>
                <a:sym typeface="Red Hat Display"/>
              </a:rPr>
              <a:t> that abstracts away our targets environments.</a:t>
            </a:r>
            <a:endParaRPr sz="1800">
              <a:latin typeface="Red Hat Display"/>
              <a:ea typeface="Red Hat Display"/>
              <a:cs typeface="Red Hat Display"/>
              <a:sym typeface="Red Hat Display"/>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1" name="Shape 1361"/>
        <p:cNvGrpSpPr/>
        <p:nvPr/>
      </p:nvGrpSpPr>
      <p:grpSpPr>
        <a:xfrm>
          <a:off x="0" y="0"/>
          <a:ext cx="0" cy="0"/>
          <a:chOff x="0" y="0"/>
          <a:chExt cx="0" cy="0"/>
        </a:xfrm>
      </p:grpSpPr>
      <p:sp>
        <p:nvSpPr>
          <p:cNvPr id="1362" name="Google Shape;1362;p74"/>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3 - Deploy and Configure Satellite</a:t>
            </a:r>
            <a:endParaRPr/>
          </a:p>
        </p:txBody>
      </p:sp>
      <p:sp>
        <p:nvSpPr>
          <p:cNvPr id="1363" name="Google Shape;1363;p7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364" name="Google Shape;1364;p7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365" name="Google Shape;1365;p74"/>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1366" name="Google Shape;1366;p74"/>
          <p:cNvGrpSpPr/>
          <p:nvPr/>
        </p:nvGrpSpPr>
        <p:grpSpPr>
          <a:xfrm>
            <a:off x="3506100" y="1849713"/>
            <a:ext cx="914400" cy="559500"/>
            <a:chOff x="3899025" y="4752650"/>
            <a:chExt cx="914400" cy="559500"/>
          </a:xfrm>
        </p:grpSpPr>
        <p:pic>
          <p:nvPicPr>
            <p:cNvPr id="1367" name="Google Shape;1367;p74"/>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1368" name="Google Shape;1368;p74"/>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1369" name="Google Shape;1369;p74"/>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sp>
        <p:nvSpPr>
          <p:cNvPr id="1370" name="Google Shape;1370;p74"/>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1371" name="Google Shape;1371;p74"/>
          <p:cNvGrpSpPr/>
          <p:nvPr/>
        </p:nvGrpSpPr>
        <p:grpSpPr>
          <a:xfrm>
            <a:off x="3733833" y="1381676"/>
            <a:ext cx="458937" cy="422178"/>
            <a:chOff x="8321229" y="3179936"/>
            <a:chExt cx="914400" cy="914400"/>
          </a:xfrm>
        </p:grpSpPr>
        <p:sp>
          <p:nvSpPr>
            <p:cNvPr id="1372" name="Google Shape;1372;p74"/>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73" name="Google Shape;1373;p74"/>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1374" name="Google Shape;1374;p74"/>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1375" name="Google Shape;1375;p74"/>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1376" name="Google Shape;1376;p74"/>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1377" name="Google Shape;1377;p74"/>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1378" name="Google Shape;1378;p74"/>
          <p:cNvSpPr txBox="1"/>
          <p:nvPr/>
        </p:nvSpPr>
        <p:spPr>
          <a:xfrm>
            <a:off x="6578500" y="4581975"/>
            <a:ext cx="472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VMware Infrastructure</a:t>
            </a:r>
            <a:endParaRPr>
              <a:latin typeface="Red Hat Display"/>
              <a:ea typeface="Red Hat Display"/>
              <a:cs typeface="Red Hat Display"/>
              <a:sym typeface="Red Hat Display"/>
            </a:endParaRPr>
          </a:p>
        </p:txBody>
      </p:sp>
      <p:sp>
        <p:nvSpPr>
          <p:cNvPr id="1379" name="Google Shape;1379;p74"/>
          <p:cNvSpPr txBox="1"/>
          <p:nvPr/>
        </p:nvSpPr>
        <p:spPr>
          <a:xfrm>
            <a:off x="8616675" y="1167874"/>
            <a:ext cx="33492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10</a:t>
            </a:r>
            <a:r>
              <a:rPr lang="en">
                <a:latin typeface="Red Hat Display"/>
                <a:ea typeface="Red Hat Display"/>
                <a:cs typeface="Red Hat Display"/>
                <a:sym typeface="Red Hat Display"/>
              </a:rPr>
              <a:t>.  Configure Satellite Prerequisites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11. Install Satellite with *EVERYTHING*</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12. Completely Configure Satellite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download, install manifest</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Red Hat and Custom Products </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and Sync repositories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Sync Plans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Lifecyle Environments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and Publish CVs and CCVs</a:t>
            </a:r>
            <a:endParaRPr>
              <a:latin typeface="Red Hat Display"/>
              <a:ea typeface="Red Hat Display"/>
              <a:cs typeface="Red Hat Display"/>
              <a:sym typeface="Red Hat Display"/>
            </a:endParaRPr>
          </a:p>
        </p:txBody>
      </p:sp>
      <p:pic>
        <p:nvPicPr>
          <p:cNvPr id="1380" name="Google Shape;1380;p74"/>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1381" name="Google Shape;1381;p74"/>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grpSp>
        <p:nvGrpSpPr>
          <p:cNvPr id="1382" name="Google Shape;1382;p74"/>
          <p:cNvGrpSpPr/>
          <p:nvPr/>
        </p:nvGrpSpPr>
        <p:grpSpPr>
          <a:xfrm>
            <a:off x="6402738" y="2784864"/>
            <a:ext cx="458937" cy="422178"/>
            <a:chOff x="4437340" y="1269451"/>
            <a:chExt cx="914400" cy="914400"/>
          </a:xfrm>
        </p:grpSpPr>
        <p:sp>
          <p:nvSpPr>
            <p:cNvPr id="1383" name="Google Shape;1383;p74"/>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84" name="Google Shape;1384;p74"/>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cxnSp>
        <p:nvCxnSpPr>
          <p:cNvPr id="1385" name="Google Shape;1385;p74"/>
          <p:cNvCxnSpPr>
            <a:stCxn id="1365" idx="3"/>
            <a:endCxn id="1386" idx="0"/>
          </p:cNvCxnSpPr>
          <p:nvPr/>
        </p:nvCxnSpPr>
        <p:spPr>
          <a:xfrm flipH="1" rot="10800000">
            <a:off x="1578891" y="2581704"/>
            <a:ext cx="6006600" cy="805500"/>
          </a:xfrm>
          <a:prstGeom prst="curvedConnector4">
            <a:avLst>
              <a:gd fmla="val 47444" name="adj1"/>
              <a:gd fmla="val 129556" name="adj2"/>
            </a:avLst>
          </a:prstGeom>
          <a:noFill/>
          <a:ln cap="flat" cmpd="sng" w="9525">
            <a:solidFill>
              <a:schemeClr val="dk2"/>
            </a:solidFill>
            <a:prstDash val="solid"/>
            <a:round/>
            <a:headEnd len="med" w="med" type="none"/>
            <a:tailEnd len="med" w="med" type="triangle"/>
          </a:ln>
        </p:spPr>
      </p:cxnSp>
      <p:grpSp>
        <p:nvGrpSpPr>
          <p:cNvPr id="1387" name="Google Shape;1387;p74"/>
          <p:cNvGrpSpPr/>
          <p:nvPr/>
        </p:nvGrpSpPr>
        <p:grpSpPr>
          <a:xfrm>
            <a:off x="7241459" y="2547787"/>
            <a:ext cx="688360" cy="633313"/>
            <a:chOff x="6263829" y="1370716"/>
            <a:chExt cx="914400" cy="914400"/>
          </a:xfrm>
        </p:grpSpPr>
        <p:sp>
          <p:nvSpPr>
            <p:cNvPr id="1388" name="Google Shape;1388;p74"/>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86" name="Google Shape;1386;p74"/>
            <p:cNvPicPr preferRelativeResize="0"/>
            <p:nvPr/>
          </p:nvPicPr>
          <p:blipFill>
            <a:blip r:embed="rId8">
              <a:alphaModFix/>
            </a:blip>
            <a:stretch>
              <a:fillRect/>
            </a:stretch>
          </p:blipFill>
          <p:spPr>
            <a:xfrm>
              <a:off x="6312879" y="1419766"/>
              <a:ext cx="816300" cy="816300"/>
            </a:xfrm>
            <a:prstGeom prst="rect">
              <a:avLst/>
            </a:prstGeom>
            <a:noFill/>
            <a:ln>
              <a:noFill/>
            </a:ln>
          </p:spPr>
        </p:pic>
      </p:grpSp>
      <p:sp>
        <p:nvSpPr>
          <p:cNvPr id="1389" name="Google Shape;1389;p74"/>
          <p:cNvSpPr txBox="1"/>
          <p:nvPr/>
        </p:nvSpPr>
        <p:spPr>
          <a:xfrm>
            <a:off x="2215875" y="3453875"/>
            <a:ext cx="4036200" cy="2555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Filters, Filter rules, etc..</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LEAPP repositories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Global Parameters (for all templates)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All templates (ptables, provisioning, etc..)</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Operating Systems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Activation Keys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Domains, Realms, Subnets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Prepare the Realm for use with Satellite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Compute resources, Compute Profiles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Virt-who configuration</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sp>
        <p:nvSpPr>
          <p:cNvPr id="1394" name="Google Shape;1394;p75"/>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3 - Deploy and Configure Satellite</a:t>
            </a:r>
            <a:endParaRPr/>
          </a:p>
        </p:txBody>
      </p:sp>
      <p:sp>
        <p:nvSpPr>
          <p:cNvPr id="1395" name="Google Shape;1395;p7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396" name="Google Shape;1396;p7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397" name="Google Shape;1397;p75"/>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1398" name="Google Shape;1398;p75"/>
          <p:cNvGrpSpPr/>
          <p:nvPr/>
        </p:nvGrpSpPr>
        <p:grpSpPr>
          <a:xfrm>
            <a:off x="3506100" y="1849713"/>
            <a:ext cx="914400" cy="559500"/>
            <a:chOff x="3899025" y="4752650"/>
            <a:chExt cx="914400" cy="559500"/>
          </a:xfrm>
        </p:grpSpPr>
        <p:pic>
          <p:nvPicPr>
            <p:cNvPr id="1399" name="Google Shape;1399;p75"/>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1400" name="Google Shape;1400;p75"/>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1401" name="Google Shape;1401;p75"/>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sp>
        <p:nvSpPr>
          <p:cNvPr id="1402" name="Google Shape;1402;p75"/>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1403" name="Google Shape;1403;p75"/>
          <p:cNvGrpSpPr/>
          <p:nvPr/>
        </p:nvGrpSpPr>
        <p:grpSpPr>
          <a:xfrm>
            <a:off x="3733833" y="1381676"/>
            <a:ext cx="458937" cy="422178"/>
            <a:chOff x="8321229" y="3179936"/>
            <a:chExt cx="914400" cy="914400"/>
          </a:xfrm>
        </p:grpSpPr>
        <p:sp>
          <p:nvSpPr>
            <p:cNvPr id="1404" name="Google Shape;1404;p75"/>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05" name="Google Shape;1405;p75"/>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1406" name="Google Shape;1406;p75"/>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1407" name="Google Shape;1407;p75"/>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1408" name="Google Shape;1408;p75"/>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1409" name="Google Shape;1409;p75"/>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1410" name="Google Shape;1410;p75"/>
          <p:cNvSpPr txBox="1"/>
          <p:nvPr/>
        </p:nvSpPr>
        <p:spPr>
          <a:xfrm>
            <a:off x="8616675" y="1167874"/>
            <a:ext cx="33492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10</a:t>
            </a:r>
            <a:r>
              <a:rPr lang="en">
                <a:latin typeface="Red Hat Display"/>
                <a:ea typeface="Red Hat Display"/>
                <a:cs typeface="Red Hat Display"/>
                <a:sym typeface="Red Hat Display"/>
              </a:rPr>
              <a:t>.  Configure Satellite Prerequisites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11. Install Satellite with *EVERYTHING*</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12. Completely Configure Satellite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download, install manifest</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Red Hat and Custom Products </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and Sync repositories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Sync Plans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Lifecyle Environments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and Publish CVs and CCVs</a:t>
            </a:r>
            <a:endParaRPr>
              <a:latin typeface="Red Hat Display"/>
              <a:ea typeface="Red Hat Display"/>
              <a:cs typeface="Red Hat Display"/>
              <a:sym typeface="Red Hat Display"/>
            </a:endParaRPr>
          </a:p>
        </p:txBody>
      </p:sp>
      <p:pic>
        <p:nvPicPr>
          <p:cNvPr id="1411" name="Google Shape;1411;p75"/>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1412" name="Google Shape;1412;p75"/>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grpSp>
        <p:nvGrpSpPr>
          <p:cNvPr id="1413" name="Google Shape;1413;p75"/>
          <p:cNvGrpSpPr/>
          <p:nvPr/>
        </p:nvGrpSpPr>
        <p:grpSpPr>
          <a:xfrm>
            <a:off x="6402738" y="2784864"/>
            <a:ext cx="458937" cy="422178"/>
            <a:chOff x="4437340" y="1269451"/>
            <a:chExt cx="914400" cy="914400"/>
          </a:xfrm>
        </p:grpSpPr>
        <p:sp>
          <p:nvSpPr>
            <p:cNvPr id="1414" name="Google Shape;1414;p75"/>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15" name="Google Shape;1415;p75"/>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cxnSp>
        <p:nvCxnSpPr>
          <p:cNvPr id="1416" name="Google Shape;1416;p75"/>
          <p:cNvCxnSpPr>
            <a:stCxn id="1397" idx="3"/>
            <a:endCxn id="1417" idx="0"/>
          </p:cNvCxnSpPr>
          <p:nvPr/>
        </p:nvCxnSpPr>
        <p:spPr>
          <a:xfrm flipH="1" rot="10800000">
            <a:off x="1578891" y="2581704"/>
            <a:ext cx="6006600" cy="805500"/>
          </a:xfrm>
          <a:prstGeom prst="curvedConnector4">
            <a:avLst>
              <a:gd fmla="val 47444" name="adj1"/>
              <a:gd fmla="val 129556" name="adj2"/>
            </a:avLst>
          </a:prstGeom>
          <a:noFill/>
          <a:ln cap="flat" cmpd="sng" w="9525">
            <a:solidFill>
              <a:schemeClr val="dk2"/>
            </a:solidFill>
            <a:prstDash val="solid"/>
            <a:round/>
            <a:headEnd len="med" w="med" type="none"/>
            <a:tailEnd len="med" w="med" type="triangle"/>
          </a:ln>
        </p:spPr>
      </p:cxnSp>
      <p:grpSp>
        <p:nvGrpSpPr>
          <p:cNvPr id="1418" name="Google Shape;1418;p75"/>
          <p:cNvGrpSpPr/>
          <p:nvPr/>
        </p:nvGrpSpPr>
        <p:grpSpPr>
          <a:xfrm>
            <a:off x="7241459" y="2547787"/>
            <a:ext cx="688360" cy="633313"/>
            <a:chOff x="6263829" y="1370716"/>
            <a:chExt cx="914400" cy="914400"/>
          </a:xfrm>
        </p:grpSpPr>
        <p:sp>
          <p:nvSpPr>
            <p:cNvPr id="1419" name="Google Shape;1419;p75"/>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17" name="Google Shape;1417;p75"/>
            <p:cNvPicPr preferRelativeResize="0"/>
            <p:nvPr/>
          </p:nvPicPr>
          <p:blipFill>
            <a:blip r:embed="rId8">
              <a:alphaModFix/>
            </a:blip>
            <a:stretch>
              <a:fillRect/>
            </a:stretch>
          </p:blipFill>
          <p:spPr>
            <a:xfrm>
              <a:off x="6312879" y="1419766"/>
              <a:ext cx="816300" cy="816300"/>
            </a:xfrm>
            <a:prstGeom prst="rect">
              <a:avLst/>
            </a:prstGeom>
            <a:noFill/>
            <a:ln>
              <a:noFill/>
            </a:ln>
          </p:spPr>
        </p:pic>
      </p:grpSp>
      <p:sp>
        <p:nvSpPr>
          <p:cNvPr id="1420" name="Google Shape;1420;p75"/>
          <p:cNvSpPr txBox="1"/>
          <p:nvPr/>
        </p:nvSpPr>
        <p:spPr>
          <a:xfrm>
            <a:off x="2215875" y="3453875"/>
            <a:ext cx="4036200" cy="2555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Filters, Filter rules, etc..</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LEAPP repositories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Global Parameters (for all templates)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All templates (ptables, provisioning, etc..)</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Operating Systems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Activation Keys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Domains, Realms, Subnets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Prepare the Realm for use with Satellite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Compute resources, Compute Profiles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Virt-who configuration</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p:txBody>
      </p:sp>
      <p:sp>
        <p:nvSpPr>
          <p:cNvPr id="1421" name="Google Shape;1421;p75"/>
          <p:cNvSpPr txBox="1"/>
          <p:nvPr/>
        </p:nvSpPr>
        <p:spPr>
          <a:xfrm>
            <a:off x="8159475" y="4520675"/>
            <a:ext cx="4036200" cy="1693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Sync git repos for Ansible roles (OSCAP)</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Load SCAP contents and tailoring files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I</a:t>
            </a:r>
            <a:r>
              <a:rPr lang="en">
                <a:latin typeface="Red Hat Display"/>
                <a:ea typeface="Red Hat Display"/>
                <a:cs typeface="Red Hat Display"/>
                <a:sym typeface="Red Hat Display"/>
              </a:rPr>
              <a:t>mport Ansible roles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host groups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discovery rules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SCAP Policies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Configuration Satellite Settings</a:t>
            </a:r>
            <a:endParaRPr>
              <a:latin typeface="Red Hat Display"/>
              <a:ea typeface="Red Hat Display"/>
              <a:cs typeface="Red Hat Display"/>
              <a:sym typeface="Red Hat Display"/>
            </a:endParaRPr>
          </a:p>
        </p:txBody>
      </p:sp>
      <p:sp>
        <p:nvSpPr>
          <p:cNvPr id="1422" name="Google Shape;1422;p75"/>
          <p:cNvSpPr txBox="1"/>
          <p:nvPr/>
        </p:nvSpPr>
        <p:spPr>
          <a:xfrm>
            <a:off x="916425" y="5834850"/>
            <a:ext cx="6495600" cy="62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At this point, we know can deploy the remainder of the environment anywhere, on premise or in the cloud. </a:t>
            </a:r>
            <a:endParaRPr sz="1800">
              <a:latin typeface="Red Hat Display"/>
              <a:ea typeface="Red Hat Display"/>
              <a:cs typeface="Red Hat Display"/>
              <a:sym typeface="Red Hat Display"/>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sp>
        <p:nvSpPr>
          <p:cNvPr id="1427" name="Google Shape;1427;p76"/>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4 - Deploy and Configure Additional Hosts</a:t>
            </a:r>
            <a:endParaRPr/>
          </a:p>
        </p:txBody>
      </p:sp>
      <p:sp>
        <p:nvSpPr>
          <p:cNvPr id="1428" name="Google Shape;1428;p7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429" name="Google Shape;1429;p7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430" name="Google Shape;1430;p76"/>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1431" name="Google Shape;1431;p76"/>
          <p:cNvGrpSpPr/>
          <p:nvPr/>
        </p:nvGrpSpPr>
        <p:grpSpPr>
          <a:xfrm>
            <a:off x="3506100" y="1849713"/>
            <a:ext cx="914400" cy="559500"/>
            <a:chOff x="3899025" y="4752650"/>
            <a:chExt cx="914400" cy="559500"/>
          </a:xfrm>
        </p:grpSpPr>
        <p:pic>
          <p:nvPicPr>
            <p:cNvPr id="1432" name="Google Shape;1432;p76"/>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1433" name="Google Shape;1433;p76"/>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1434" name="Google Shape;1434;p76"/>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sp>
        <p:nvSpPr>
          <p:cNvPr id="1435" name="Google Shape;1435;p76"/>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1436" name="Google Shape;1436;p76"/>
          <p:cNvGrpSpPr/>
          <p:nvPr/>
        </p:nvGrpSpPr>
        <p:grpSpPr>
          <a:xfrm>
            <a:off x="3733833" y="1381676"/>
            <a:ext cx="458937" cy="422178"/>
            <a:chOff x="8321229" y="3179936"/>
            <a:chExt cx="914400" cy="914400"/>
          </a:xfrm>
        </p:grpSpPr>
        <p:sp>
          <p:nvSpPr>
            <p:cNvPr id="1437" name="Google Shape;1437;p76"/>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38" name="Google Shape;1438;p76"/>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1439" name="Google Shape;1439;p76"/>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1440" name="Google Shape;1440;p76"/>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1441" name="Google Shape;1441;p76"/>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1442" name="Google Shape;1442;p76"/>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pic>
        <p:nvPicPr>
          <p:cNvPr id="1443" name="Google Shape;1443;p76"/>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1444" name="Google Shape;1444;p76"/>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grpSp>
        <p:nvGrpSpPr>
          <p:cNvPr id="1445" name="Google Shape;1445;p76"/>
          <p:cNvGrpSpPr/>
          <p:nvPr/>
        </p:nvGrpSpPr>
        <p:grpSpPr>
          <a:xfrm>
            <a:off x="6402738" y="2784864"/>
            <a:ext cx="458937" cy="422178"/>
            <a:chOff x="4437340" y="1269451"/>
            <a:chExt cx="914400" cy="914400"/>
          </a:xfrm>
        </p:grpSpPr>
        <p:sp>
          <p:nvSpPr>
            <p:cNvPr id="1446" name="Google Shape;1446;p76"/>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47" name="Google Shape;1447;p76"/>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cxnSp>
        <p:nvCxnSpPr>
          <p:cNvPr id="1448" name="Google Shape;1448;p76"/>
          <p:cNvCxnSpPr>
            <a:stCxn id="1430" idx="3"/>
            <a:endCxn id="1449" idx="0"/>
          </p:cNvCxnSpPr>
          <p:nvPr/>
        </p:nvCxnSpPr>
        <p:spPr>
          <a:xfrm flipH="1" rot="10800000">
            <a:off x="1578891" y="2600604"/>
            <a:ext cx="6902100" cy="786600"/>
          </a:xfrm>
          <a:prstGeom prst="curvedConnector4">
            <a:avLst>
              <a:gd fmla="val 47948" name="adj1"/>
              <a:gd fmla="val 130271" name="adj2"/>
            </a:avLst>
          </a:prstGeom>
          <a:noFill/>
          <a:ln cap="flat" cmpd="sng" w="9525">
            <a:solidFill>
              <a:schemeClr val="dk2"/>
            </a:solidFill>
            <a:prstDash val="solid"/>
            <a:round/>
            <a:headEnd len="med" w="med" type="none"/>
            <a:tailEnd len="med" w="med" type="triangle"/>
          </a:ln>
        </p:spPr>
      </p:cxnSp>
      <p:grpSp>
        <p:nvGrpSpPr>
          <p:cNvPr id="1450" name="Google Shape;1450;p76"/>
          <p:cNvGrpSpPr/>
          <p:nvPr/>
        </p:nvGrpSpPr>
        <p:grpSpPr>
          <a:xfrm>
            <a:off x="7351968" y="2776299"/>
            <a:ext cx="458937" cy="422178"/>
            <a:chOff x="6263829" y="1370716"/>
            <a:chExt cx="914400" cy="914400"/>
          </a:xfrm>
        </p:grpSpPr>
        <p:sp>
          <p:nvSpPr>
            <p:cNvPr id="1451" name="Google Shape;1451;p76"/>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52" name="Google Shape;1452;p76"/>
            <p:cNvPicPr preferRelativeResize="0"/>
            <p:nvPr/>
          </p:nvPicPr>
          <p:blipFill>
            <a:blip r:embed="rId8">
              <a:alphaModFix/>
            </a:blip>
            <a:stretch>
              <a:fillRect/>
            </a:stretch>
          </p:blipFill>
          <p:spPr>
            <a:xfrm>
              <a:off x="6312879" y="1419766"/>
              <a:ext cx="816300" cy="816300"/>
            </a:xfrm>
            <a:prstGeom prst="rect">
              <a:avLst/>
            </a:prstGeom>
            <a:noFill/>
            <a:ln>
              <a:noFill/>
            </a:ln>
          </p:spPr>
        </p:pic>
      </p:grpSp>
      <p:sp>
        <p:nvSpPr>
          <p:cNvPr id="1453" name="Google Shape;1453;p76"/>
          <p:cNvSpPr/>
          <p:nvPr/>
        </p:nvSpPr>
        <p:spPr>
          <a:xfrm>
            <a:off x="108553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54" name="Google Shape;1454;p76"/>
          <p:cNvGrpSpPr/>
          <p:nvPr/>
        </p:nvGrpSpPr>
        <p:grpSpPr>
          <a:xfrm>
            <a:off x="8136775" y="2538980"/>
            <a:ext cx="688360" cy="634045"/>
            <a:chOff x="4437340" y="3101261"/>
            <a:chExt cx="914400" cy="914400"/>
          </a:xfrm>
        </p:grpSpPr>
        <p:sp>
          <p:nvSpPr>
            <p:cNvPr id="1455" name="Google Shape;1455;p76"/>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49" name="Google Shape;1449;p76"/>
            <p:cNvPicPr preferRelativeResize="0"/>
            <p:nvPr/>
          </p:nvPicPr>
          <p:blipFill rotWithShape="1">
            <a:blip r:embed="rId9">
              <a:alphaModFix/>
            </a:blip>
            <a:srcRect b="13122" l="12810" r="11523" t="12272"/>
            <a:stretch/>
          </p:blipFill>
          <p:spPr>
            <a:xfrm>
              <a:off x="4518236" y="3190157"/>
              <a:ext cx="752608" cy="736608"/>
            </a:xfrm>
            <a:prstGeom prst="rect">
              <a:avLst/>
            </a:prstGeom>
            <a:noFill/>
            <a:ln>
              <a:noFill/>
            </a:ln>
          </p:spPr>
        </p:pic>
      </p:grpSp>
      <p:pic>
        <p:nvPicPr>
          <p:cNvPr id="1456" name="Google Shape;1456;p76"/>
          <p:cNvPicPr preferRelativeResize="0"/>
          <p:nvPr/>
        </p:nvPicPr>
        <p:blipFill rotWithShape="1">
          <a:blip r:embed="rId4">
            <a:alphaModFix/>
          </a:blip>
          <a:srcRect b="19054" l="0" r="0" t="19757"/>
          <a:stretch/>
        </p:blipFill>
        <p:spPr>
          <a:xfrm>
            <a:off x="8049338" y="3191195"/>
            <a:ext cx="914400" cy="559500"/>
          </a:xfrm>
          <a:prstGeom prst="rect">
            <a:avLst/>
          </a:prstGeom>
          <a:noFill/>
          <a:ln>
            <a:noFill/>
          </a:ln>
        </p:spPr>
      </p:pic>
      <p:pic>
        <p:nvPicPr>
          <p:cNvPr id="1457" name="Google Shape;1457;p76"/>
          <p:cNvPicPr preferRelativeResize="0"/>
          <p:nvPr/>
        </p:nvPicPr>
        <p:blipFill rotWithShape="1">
          <a:blip r:embed="rId4">
            <a:alphaModFix/>
          </a:blip>
          <a:srcRect b="19054" l="0" r="0" t="19757"/>
          <a:stretch/>
        </p:blipFill>
        <p:spPr>
          <a:xfrm>
            <a:off x="8963738" y="3191195"/>
            <a:ext cx="914400" cy="559500"/>
          </a:xfrm>
          <a:prstGeom prst="rect">
            <a:avLst/>
          </a:prstGeom>
          <a:noFill/>
          <a:ln>
            <a:noFill/>
          </a:ln>
        </p:spPr>
      </p:pic>
      <p:pic>
        <p:nvPicPr>
          <p:cNvPr id="1458" name="Google Shape;1458;p76"/>
          <p:cNvPicPr preferRelativeResize="0"/>
          <p:nvPr/>
        </p:nvPicPr>
        <p:blipFill rotWithShape="1">
          <a:blip r:embed="rId4">
            <a:alphaModFix/>
          </a:blip>
          <a:srcRect b="19054" l="0" r="0" t="19757"/>
          <a:stretch/>
        </p:blipFill>
        <p:spPr>
          <a:xfrm>
            <a:off x="9878138" y="3191195"/>
            <a:ext cx="914400" cy="559500"/>
          </a:xfrm>
          <a:prstGeom prst="rect">
            <a:avLst/>
          </a:prstGeom>
          <a:noFill/>
          <a:ln>
            <a:noFill/>
          </a:ln>
        </p:spPr>
      </p:pic>
      <p:pic>
        <p:nvPicPr>
          <p:cNvPr id="1459" name="Google Shape;1459;p76"/>
          <p:cNvPicPr preferRelativeResize="0"/>
          <p:nvPr/>
        </p:nvPicPr>
        <p:blipFill rotWithShape="1">
          <a:blip r:embed="rId4">
            <a:alphaModFix/>
          </a:blip>
          <a:srcRect b="19054" l="0" r="0" t="19757"/>
          <a:stretch/>
        </p:blipFill>
        <p:spPr>
          <a:xfrm>
            <a:off x="10792538" y="3191195"/>
            <a:ext cx="914400" cy="559500"/>
          </a:xfrm>
          <a:prstGeom prst="rect">
            <a:avLst/>
          </a:prstGeom>
          <a:noFill/>
          <a:ln>
            <a:noFill/>
          </a:ln>
        </p:spPr>
      </p:pic>
      <p:grpSp>
        <p:nvGrpSpPr>
          <p:cNvPr id="1460" name="Google Shape;1460;p76"/>
          <p:cNvGrpSpPr/>
          <p:nvPr/>
        </p:nvGrpSpPr>
        <p:grpSpPr>
          <a:xfrm>
            <a:off x="9177549" y="2767685"/>
            <a:ext cx="458937" cy="422178"/>
            <a:chOff x="4437340" y="3101261"/>
            <a:chExt cx="914400" cy="914400"/>
          </a:xfrm>
        </p:grpSpPr>
        <p:sp>
          <p:nvSpPr>
            <p:cNvPr id="1461" name="Google Shape;1461;p76"/>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2" name="Google Shape;1462;p76"/>
            <p:cNvPicPr preferRelativeResize="0"/>
            <p:nvPr/>
          </p:nvPicPr>
          <p:blipFill rotWithShape="1">
            <a:blip r:embed="rId9">
              <a:alphaModFix/>
            </a:blip>
            <a:srcRect b="13122" l="12810" r="11523" t="12272"/>
            <a:stretch/>
          </p:blipFill>
          <p:spPr>
            <a:xfrm>
              <a:off x="4518236" y="3190157"/>
              <a:ext cx="752608" cy="736608"/>
            </a:xfrm>
            <a:prstGeom prst="rect">
              <a:avLst/>
            </a:prstGeom>
            <a:noFill/>
            <a:ln>
              <a:noFill/>
            </a:ln>
          </p:spPr>
        </p:pic>
      </p:grpSp>
      <p:sp>
        <p:nvSpPr>
          <p:cNvPr id="1463" name="Google Shape;1463;p76"/>
          <p:cNvSpPr/>
          <p:nvPr/>
        </p:nvSpPr>
        <p:spPr>
          <a:xfrm>
            <a:off x="99409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76"/>
          <p:cNvSpPr txBox="1"/>
          <p:nvPr/>
        </p:nvSpPr>
        <p:spPr>
          <a:xfrm>
            <a:off x="2282425" y="3464625"/>
            <a:ext cx="38136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13</a:t>
            </a:r>
            <a:r>
              <a:rPr lang="en">
                <a:latin typeface="Red Hat Display"/>
                <a:ea typeface="Red Hat Display"/>
                <a:cs typeface="Red Hat Display"/>
                <a:sym typeface="Red Hat Display"/>
              </a:rPr>
              <a:t>.  Create Hosts from Satellite Hostgroups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14. Create a Standalone Automation Controller</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get the installation files from Satellite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generate the installer template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launch the installer</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an execution environment</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load a source workflow using importer</a:t>
            </a:r>
            <a:endParaRPr>
              <a:latin typeface="Red Hat Display"/>
              <a:ea typeface="Red Hat Display"/>
              <a:cs typeface="Red Hat Display"/>
              <a:sym typeface="Red Hat Display"/>
            </a:endParaRPr>
          </a:p>
          <a:p>
            <a:pPr indent="0" lvl="0" marL="457200" rtl="0" algn="l">
              <a:spcBef>
                <a:spcPts val="0"/>
              </a:spcBef>
              <a:spcAft>
                <a:spcPts val="0"/>
              </a:spcAft>
              <a:buNone/>
            </a:pPr>
            <a:r>
              <a:rPr lang="en">
                <a:latin typeface="Red Hat Display"/>
                <a:ea typeface="Red Hat Display"/>
                <a:cs typeface="Red Hat Display"/>
                <a:sym typeface="Red Hat Display"/>
              </a:rPr>
              <a:t>( See </a:t>
            </a:r>
            <a:r>
              <a:rPr lang="en" u="sng">
                <a:solidFill>
                  <a:schemeClr val="hlink"/>
                </a:solidFill>
                <a:latin typeface="Red Hat Display"/>
                <a:ea typeface="Red Hat Display"/>
                <a:cs typeface="Red Hat Display"/>
                <a:sym typeface="Red Hat Display"/>
                <a:hlinkClick r:id="rId10"/>
              </a:rPr>
              <a:t>AutomatingContentManagment</a:t>
            </a:r>
            <a:r>
              <a:rPr lang="en">
                <a:latin typeface="Red Hat Display"/>
                <a:ea typeface="Red Hat Display"/>
                <a:cs typeface="Red Hat Display"/>
                <a:sym typeface="Red Hat Display"/>
              </a:rPr>
              <a:t> )</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p:txBody>
      </p:sp>
      <p:sp>
        <p:nvSpPr>
          <p:cNvPr id="1465" name="Google Shape;1465;p76"/>
          <p:cNvSpPr txBox="1"/>
          <p:nvPr/>
        </p:nvSpPr>
        <p:spPr>
          <a:xfrm>
            <a:off x="8195650" y="4741700"/>
            <a:ext cx="34935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15. Create a Standalone Automation Hub</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load Execution Environment</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configure sync from console dot</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16. Create 2 Container Hosts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deploy 2 tang containers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configure tang urls in Satellite</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p:txBody>
      </p:sp>
      <p:pic>
        <p:nvPicPr>
          <p:cNvPr id="1466" name="Google Shape;1466;p76"/>
          <p:cNvPicPr preferRelativeResize="0"/>
          <p:nvPr/>
        </p:nvPicPr>
        <p:blipFill>
          <a:blip r:embed="rId11">
            <a:alphaModFix/>
          </a:blip>
          <a:stretch>
            <a:fillRect/>
          </a:stretch>
        </p:blipFill>
        <p:spPr>
          <a:xfrm>
            <a:off x="10895276" y="2835667"/>
            <a:ext cx="318000" cy="318000"/>
          </a:xfrm>
          <a:prstGeom prst="rect">
            <a:avLst/>
          </a:prstGeom>
          <a:noFill/>
          <a:ln>
            <a:noFill/>
          </a:ln>
        </p:spPr>
      </p:pic>
      <p:pic>
        <p:nvPicPr>
          <p:cNvPr id="1467" name="Google Shape;1467;p76"/>
          <p:cNvPicPr preferRelativeResize="0"/>
          <p:nvPr/>
        </p:nvPicPr>
        <p:blipFill>
          <a:blip r:embed="rId11">
            <a:alphaModFix/>
          </a:blip>
          <a:stretch>
            <a:fillRect/>
          </a:stretch>
        </p:blipFill>
        <p:spPr>
          <a:xfrm>
            <a:off x="9980876" y="2835667"/>
            <a:ext cx="318000" cy="318000"/>
          </a:xfrm>
          <a:prstGeom prst="rect">
            <a:avLst/>
          </a:prstGeom>
          <a:noFill/>
          <a:ln>
            <a:noFill/>
          </a:ln>
        </p:spPr>
      </p:pic>
      <p:sp>
        <p:nvSpPr>
          <p:cNvPr id="1468" name="Google Shape;1468;p76"/>
          <p:cNvSpPr txBox="1"/>
          <p:nvPr/>
        </p:nvSpPr>
        <p:spPr>
          <a:xfrm>
            <a:off x="916425" y="5377650"/>
            <a:ext cx="6495600" cy="62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Satellite is used to deploy the remaining nodes in the environment of your choice.</a:t>
            </a:r>
            <a:endParaRPr sz="1800">
              <a:latin typeface="Red Hat Display"/>
              <a:ea typeface="Red Hat Display"/>
              <a:cs typeface="Red Hat Display"/>
              <a:sym typeface="Red Hat Display"/>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2" name="Shape 1472"/>
        <p:cNvGrpSpPr/>
        <p:nvPr/>
      </p:nvGrpSpPr>
      <p:grpSpPr>
        <a:xfrm>
          <a:off x="0" y="0"/>
          <a:ext cx="0" cy="0"/>
          <a:chOff x="0" y="0"/>
          <a:chExt cx="0" cy="0"/>
        </a:xfrm>
      </p:grpSpPr>
      <p:sp>
        <p:nvSpPr>
          <p:cNvPr id="1473" name="Google Shape;1473;p77"/>
          <p:cNvSpPr/>
          <p:nvPr/>
        </p:nvSpPr>
        <p:spPr>
          <a:xfrm>
            <a:off x="-152400" y="1328950"/>
            <a:ext cx="12573000" cy="4728900"/>
          </a:xfrm>
          <a:prstGeom prst="rect">
            <a:avLst/>
          </a:prstGeom>
          <a:solidFill>
            <a:srgbClr val="F7F7F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77"/>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5 - Run the Pipeline</a:t>
            </a:r>
            <a:endParaRPr/>
          </a:p>
        </p:txBody>
      </p:sp>
      <p:sp>
        <p:nvSpPr>
          <p:cNvPr id="1475" name="Google Shape;1475;p7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476" name="Google Shape;1476;p77"/>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pic>
        <p:nvPicPr>
          <p:cNvPr id="1477" name="Google Shape;1477;p77"/>
          <p:cNvPicPr preferRelativeResize="0"/>
          <p:nvPr/>
        </p:nvPicPr>
        <p:blipFill>
          <a:blip r:embed="rId3">
            <a:alphaModFix/>
          </a:blip>
          <a:stretch>
            <a:fillRect/>
          </a:stretch>
        </p:blipFill>
        <p:spPr>
          <a:xfrm>
            <a:off x="187625" y="3044675"/>
            <a:ext cx="11771450" cy="2262575"/>
          </a:xfrm>
          <a:prstGeom prst="rect">
            <a:avLst/>
          </a:prstGeom>
          <a:noFill/>
          <a:ln>
            <a:noFill/>
          </a:ln>
        </p:spPr>
      </p:pic>
      <p:sp>
        <p:nvSpPr>
          <p:cNvPr id="1478" name="Google Shape;1478;p77"/>
          <p:cNvSpPr txBox="1"/>
          <p:nvPr/>
        </p:nvSpPr>
        <p:spPr>
          <a:xfrm>
            <a:off x="1197900" y="2156225"/>
            <a:ext cx="579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16. Run the Content Delivery Pipeline</a:t>
            </a:r>
            <a:endParaRPr>
              <a:latin typeface="Red Hat Display"/>
              <a:ea typeface="Red Hat Display"/>
              <a:cs typeface="Red Hat Display"/>
              <a:sym typeface="Red Hat Display"/>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7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1484" name="Google Shape;1484;p78"/>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p>
            <a:pPr indent="0" lvl="0" marL="0" rtl="0" algn="l">
              <a:spcBef>
                <a:spcPts val="0"/>
              </a:spcBef>
              <a:spcAft>
                <a:spcPts val="0"/>
              </a:spcAft>
              <a:buNone/>
            </a:pPr>
            <a:r>
              <a:rPr lang="en">
                <a:latin typeface="Red Hat Display Medium"/>
                <a:ea typeface="Red Hat Display Medium"/>
                <a:cs typeface="Red Hat Display Medium"/>
                <a:sym typeface="Red Hat Display Medium"/>
              </a:rPr>
              <a:t>Baremetal Bootstrap Scenario</a:t>
            </a:r>
            <a:endParaRPr>
              <a:latin typeface="Red Hat Display Medium"/>
              <a:ea typeface="Red Hat Display Medium"/>
              <a:cs typeface="Red Hat Display Medium"/>
              <a:sym typeface="Red Hat Display Medium"/>
            </a:endParaRPr>
          </a:p>
        </p:txBody>
      </p:sp>
      <p:sp>
        <p:nvSpPr>
          <p:cNvPr id="1485" name="Google Shape;1485;p7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sz="900">
                <a:latin typeface="Overpass SemiBold"/>
                <a:ea typeface="Overpass SemiBold"/>
                <a:cs typeface="Overpass SemiBold"/>
                <a:sym typeface="Overpass SemiBold"/>
              </a:rPr>
              <a:t>Red Hat Infrastructure Standard Adoption Model</a:t>
            </a:r>
            <a:endParaRPr/>
          </a:p>
        </p:txBody>
      </p:sp>
      <p:sp>
        <p:nvSpPr>
          <p:cNvPr id="1486" name="Google Shape;1486;p78"/>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0" name="Shape 1490"/>
        <p:cNvGrpSpPr/>
        <p:nvPr/>
      </p:nvGrpSpPr>
      <p:grpSpPr>
        <a:xfrm>
          <a:off x="0" y="0"/>
          <a:ext cx="0" cy="0"/>
          <a:chOff x="0" y="0"/>
          <a:chExt cx="0" cy="0"/>
        </a:xfrm>
      </p:grpSpPr>
      <p:sp>
        <p:nvSpPr>
          <p:cNvPr id="1491" name="Google Shape;1491;p79"/>
          <p:cNvSpPr txBox="1"/>
          <p:nvPr>
            <p:ph type="title"/>
          </p:nvPr>
        </p:nvSpPr>
        <p:spPr>
          <a:xfrm>
            <a:off x="885050" y="7193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Using rhis-builder-provisioner to initiate the RH-IS</a:t>
            </a:r>
            <a:endParaRPr/>
          </a:p>
        </p:txBody>
      </p:sp>
      <p:sp>
        <p:nvSpPr>
          <p:cNvPr id="1492" name="Google Shape;1492;p7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493" name="Google Shape;1493;p7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494" name="Google Shape;1494;p79"/>
          <p:cNvPicPr preferRelativeResize="0"/>
          <p:nvPr/>
        </p:nvPicPr>
        <p:blipFill rotWithShape="1">
          <a:blip r:embed="rId3">
            <a:alphaModFix/>
          </a:blip>
          <a:srcRect b="25702" l="0" r="0" t="28126"/>
          <a:stretch/>
        </p:blipFill>
        <p:spPr>
          <a:xfrm>
            <a:off x="512091" y="2944839"/>
            <a:ext cx="914400" cy="422175"/>
          </a:xfrm>
          <a:prstGeom prst="rect">
            <a:avLst/>
          </a:prstGeom>
          <a:noFill/>
          <a:ln>
            <a:noFill/>
          </a:ln>
        </p:spPr>
      </p:pic>
      <p:sp>
        <p:nvSpPr>
          <p:cNvPr id="1495" name="Google Shape;1495;p79"/>
          <p:cNvSpPr txBox="1"/>
          <p:nvPr>
            <p:ph idx="2" type="subTitle"/>
          </p:nvPr>
        </p:nvSpPr>
        <p:spPr>
          <a:xfrm>
            <a:off x="885125" y="11201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Baremetal Bootstrap Scenario</a:t>
            </a:r>
            <a:endParaRPr/>
          </a:p>
        </p:txBody>
      </p:sp>
      <p:sp>
        <p:nvSpPr>
          <p:cNvPr id="1496" name="Google Shape;1496;p79"/>
          <p:cNvSpPr txBox="1"/>
          <p:nvPr/>
        </p:nvSpPr>
        <p:spPr>
          <a:xfrm>
            <a:off x="448556" y="32360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1497" name="Google Shape;1497;p79"/>
          <p:cNvPicPr preferRelativeResize="0"/>
          <p:nvPr/>
        </p:nvPicPr>
        <p:blipFill rotWithShape="1">
          <a:blip r:embed="rId3">
            <a:alphaModFix/>
          </a:blip>
          <a:srcRect b="25702" l="0" r="0" t="28126"/>
          <a:stretch/>
        </p:blipFill>
        <p:spPr>
          <a:xfrm>
            <a:off x="3427674" y="2414127"/>
            <a:ext cx="1211839" cy="559500"/>
          </a:xfrm>
          <a:prstGeom prst="rect">
            <a:avLst/>
          </a:prstGeom>
          <a:noFill/>
          <a:ln>
            <a:noFill/>
          </a:ln>
        </p:spPr>
      </p:pic>
      <p:sp>
        <p:nvSpPr>
          <p:cNvPr id="1498" name="Google Shape;1498;p79"/>
          <p:cNvSpPr txBox="1"/>
          <p:nvPr/>
        </p:nvSpPr>
        <p:spPr>
          <a:xfrm>
            <a:off x="3564950" y="1490550"/>
            <a:ext cx="7688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This represents 1 NUCLabV3 chassis with 14 systems and an embedded switch. For convenience a supported hypervisor with iSCSI storage has been deployed already in this environment to support virtualized workloads.</a:t>
            </a:r>
            <a:endParaRPr>
              <a:latin typeface="Red Hat Display"/>
              <a:ea typeface="Red Hat Display"/>
              <a:cs typeface="Red Hat Display"/>
              <a:sym typeface="Red Hat Display"/>
            </a:endParaRPr>
          </a:p>
        </p:txBody>
      </p:sp>
      <p:pic>
        <p:nvPicPr>
          <p:cNvPr id="1499" name="Google Shape;1499;p79"/>
          <p:cNvPicPr preferRelativeResize="0"/>
          <p:nvPr/>
        </p:nvPicPr>
        <p:blipFill rotWithShape="1">
          <a:blip r:embed="rId3">
            <a:alphaModFix/>
          </a:blip>
          <a:srcRect b="25702" l="0" r="0" t="28126"/>
          <a:stretch/>
        </p:blipFill>
        <p:spPr>
          <a:xfrm>
            <a:off x="4418274" y="2414127"/>
            <a:ext cx="1211839" cy="559500"/>
          </a:xfrm>
          <a:prstGeom prst="rect">
            <a:avLst/>
          </a:prstGeom>
          <a:noFill/>
          <a:ln>
            <a:noFill/>
          </a:ln>
        </p:spPr>
      </p:pic>
      <p:pic>
        <p:nvPicPr>
          <p:cNvPr id="1500" name="Google Shape;1500;p79"/>
          <p:cNvPicPr preferRelativeResize="0"/>
          <p:nvPr/>
        </p:nvPicPr>
        <p:blipFill rotWithShape="1">
          <a:blip r:embed="rId3">
            <a:alphaModFix/>
          </a:blip>
          <a:srcRect b="25702" l="0" r="0" t="28126"/>
          <a:stretch/>
        </p:blipFill>
        <p:spPr>
          <a:xfrm>
            <a:off x="5408874" y="2414127"/>
            <a:ext cx="1211839" cy="559500"/>
          </a:xfrm>
          <a:prstGeom prst="rect">
            <a:avLst/>
          </a:prstGeom>
          <a:noFill/>
          <a:ln>
            <a:noFill/>
          </a:ln>
        </p:spPr>
      </p:pic>
      <p:pic>
        <p:nvPicPr>
          <p:cNvPr id="1501" name="Google Shape;1501;p79"/>
          <p:cNvPicPr preferRelativeResize="0"/>
          <p:nvPr/>
        </p:nvPicPr>
        <p:blipFill rotWithShape="1">
          <a:blip r:embed="rId3">
            <a:alphaModFix/>
          </a:blip>
          <a:srcRect b="25702" l="0" r="0" t="28126"/>
          <a:stretch/>
        </p:blipFill>
        <p:spPr>
          <a:xfrm>
            <a:off x="6399474" y="2414127"/>
            <a:ext cx="1211839" cy="559500"/>
          </a:xfrm>
          <a:prstGeom prst="rect">
            <a:avLst/>
          </a:prstGeom>
          <a:noFill/>
          <a:ln>
            <a:noFill/>
          </a:ln>
        </p:spPr>
      </p:pic>
      <p:pic>
        <p:nvPicPr>
          <p:cNvPr id="1502" name="Google Shape;1502;p79"/>
          <p:cNvPicPr preferRelativeResize="0"/>
          <p:nvPr/>
        </p:nvPicPr>
        <p:blipFill rotWithShape="1">
          <a:blip r:embed="rId3">
            <a:alphaModFix/>
          </a:blip>
          <a:srcRect b="25702" l="0" r="0" t="28126"/>
          <a:stretch/>
        </p:blipFill>
        <p:spPr>
          <a:xfrm>
            <a:off x="7390074" y="2414127"/>
            <a:ext cx="1211839" cy="559500"/>
          </a:xfrm>
          <a:prstGeom prst="rect">
            <a:avLst/>
          </a:prstGeom>
          <a:noFill/>
          <a:ln>
            <a:noFill/>
          </a:ln>
        </p:spPr>
      </p:pic>
      <p:pic>
        <p:nvPicPr>
          <p:cNvPr id="1503" name="Google Shape;1503;p79"/>
          <p:cNvPicPr preferRelativeResize="0"/>
          <p:nvPr/>
        </p:nvPicPr>
        <p:blipFill rotWithShape="1">
          <a:blip r:embed="rId3">
            <a:alphaModFix/>
          </a:blip>
          <a:srcRect b="25702" l="0" r="0" t="28126"/>
          <a:stretch/>
        </p:blipFill>
        <p:spPr>
          <a:xfrm>
            <a:off x="8380674" y="2414127"/>
            <a:ext cx="1211839" cy="559500"/>
          </a:xfrm>
          <a:prstGeom prst="rect">
            <a:avLst/>
          </a:prstGeom>
          <a:noFill/>
          <a:ln>
            <a:noFill/>
          </a:ln>
        </p:spPr>
      </p:pic>
      <p:pic>
        <p:nvPicPr>
          <p:cNvPr id="1504" name="Google Shape;1504;p79"/>
          <p:cNvPicPr preferRelativeResize="0"/>
          <p:nvPr/>
        </p:nvPicPr>
        <p:blipFill rotWithShape="1">
          <a:blip r:embed="rId3">
            <a:alphaModFix/>
          </a:blip>
          <a:srcRect b="25702" l="0" r="0" t="28126"/>
          <a:stretch/>
        </p:blipFill>
        <p:spPr>
          <a:xfrm>
            <a:off x="9371274" y="2414127"/>
            <a:ext cx="1211839" cy="559500"/>
          </a:xfrm>
          <a:prstGeom prst="rect">
            <a:avLst/>
          </a:prstGeom>
          <a:noFill/>
          <a:ln>
            <a:noFill/>
          </a:ln>
        </p:spPr>
      </p:pic>
      <p:pic>
        <p:nvPicPr>
          <p:cNvPr id="1505" name="Google Shape;1505;p79"/>
          <p:cNvPicPr preferRelativeResize="0"/>
          <p:nvPr/>
        </p:nvPicPr>
        <p:blipFill rotWithShape="1">
          <a:blip r:embed="rId3">
            <a:alphaModFix/>
          </a:blip>
          <a:srcRect b="25702" l="0" r="0" t="28126"/>
          <a:stretch/>
        </p:blipFill>
        <p:spPr>
          <a:xfrm>
            <a:off x="3427674" y="3480927"/>
            <a:ext cx="1211839" cy="559500"/>
          </a:xfrm>
          <a:prstGeom prst="rect">
            <a:avLst/>
          </a:prstGeom>
          <a:noFill/>
          <a:ln>
            <a:noFill/>
          </a:ln>
        </p:spPr>
      </p:pic>
      <p:pic>
        <p:nvPicPr>
          <p:cNvPr id="1506" name="Google Shape;1506;p79"/>
          <p:cNvPicPr preferRelativeResize="0"/>
          <p:nvPr/>
        </p:nvPicPr>
        <p:blipFill rotWithShape="1">
          <a:blip r:embed="rId3">
            <a:alphaModFix/>
          </a:blip>
          <a:srcRect b="25702" l="0" r="0" t="28126"/>
          <a:stretch/>
        </p:blipFill>
        <p:spPr>
          <a:xfrm>
            <a:off x="4418274" y="3480927"/>
            <a:ext cx="1211839" cy="559500"/>
          </a:xfrm>
          <a:prstGeom prst="rect">
            <a:avLst/>
          </a:prstGeom>
          <a:noFill/>
          <a:ln>
            <a:noFill/>
          </a:ln>
        </p:spPr>
      </p:pic>
      <p:pic>
        <p:nvPicPr>
          <p:cNvPr id="1507" name="Google Shape;1507;p79"/>
          <p:cNvPicPr preferRelativeResize="0"/>
          <p:nvPr/>
        </p:nvPicPr>
        <p:blipFill rotWithShape="1">
          <a:blip r:embed="rId3">
            <a:alphaModFix/>
          </a:blip>
          <a:srcRect b="25702" l="0" r="0" t="28126"/>
          <a:stretch/>
        </p:blipFill>
        <p:spPr>
          <a:xfrm>
            <a:off x="5408874" y="3480927"/>
            <a:ext cx="1211839" cy="559500"/>
          </a:xfrm>
          <a:prstGeom prst="rect">
            <a:avLst/>
          </a:prstGeom>
          <a:noFill/>
          <a:ln>
            <a:noFill/>
          </a:ln>
        </p:spPr>
      </p:pic>
      <p:pic>
        <p:nvPicPr>
          <p:cNvPr id="1508" name="Google Shape;1508;p79"/>
          <p:cNvPicPr preferRelativeResize="0"/>
          <p:nvPr/>
        </p:nvPicPr>
        <p:blipFill rotWithShape="1">
          <a:blip r:embed="rId3">
            <a:alphaModFix/>
          </a:blip>
          <a:srcRect b="25702" l="0" r="0" t="28126"/>
          <a:stretch/>
        </p:blipFill>
        <p:spPr>
          <a:xfrm>
            <a:off x="6399474" y="3480927"/>
            <a:ext cx="1211839" cy="559500"/>
          </a:xfrm>
          <a:prstGeom prst="rect">
            <a:avLst/>
          </a:prstGeom>
          <a:noFill/>
          <a:ln>
            <a:noFill/>
          </a:ln>
        </p:spPr>
      </p:pic>
      <p:pic>
        <p:nvPicPr>
          <p:cNvPr id="1509" name="Google Shape;1509;p79"/>
          <p:cNvPicPr preferRelativeResize="0"/>
          <p:nvPr/>
        </p:nvPicPr>
        <p:blipFill rotWithShape="1">
          <a:blip r:embed="rId3">
            <a:alphaModFix/>
          </a:blip>
          <a:srcRect b="25702" l="0" r="0" t="28126"/>
          <a:stretch/>
        </p:blipFill>
        <p:spPr>
          <a:xfrm>
            <a:off x="7390074" y="3480927"/>
            <a:ext cx="1211839" cy="559500"/>
          </a:xfrm>
          <a:prstGeom prst="rect">
            <a:avLst/>
          </a:prstGeom>
          <a:noFill/>
          <a:ln>
            <a:noFill/>
          </a:ln>
        </p:spPr>
      </p:pic>
      <p:pic>
        <p:nvPicPr>
          <p:cNvPr id="1510" name="Google Shape;1510;p79"/>
          <p:cNvPicPr preferRelativeResize="0"/>
          <p:nvPr/>
        </p:nvPicPr>
        <p:blipFill rotWithShape="1">
          <a:blip r:embed="rId3">
            <a:alphaModFix/>
          </a:blip>
          <a:srcRect b="25702" l="0" r="0" t="28126"/>
          <a:stretch/>
        </p:blipFill>
        <p:spPr>
          <a:xfrm>
            <a:off x="8380674" y="3480927"/>
            <a:ext cx="1211839" cy="559500"/>
          </a:xfrm>
          <a:prstGeom prst="rect">
            <a:avLst/>
          </a:prstGeom>
          <a:noFill/>
          <a:ln>
            <a:noFill/>
          </a:ln>
        </p:spPr>
      </p:pic>
      <p:pic>
        <p:nvPicPr>
          <p:cNvPr id="1511" name="Google Shape;1511;p79"/>
          <p:cNvPicPr preferRelativeResize="0"/>
          <p:nvPr/>
        </p:nvPicPr>
        <p:blipFill rotWithShape="1">
          <a:blip r:embed="rId3">
            <a:alphaModFix/>
          </a:blip>
          <a:srcRect b="25702" l="0" r="0" t="28126"/>
          <a:stretch/>
        </p:blipFill>
        <p:spPr>
          <a:xfrm>
            <a:off x="9371274" y="3480927"/>
            <a:ext cx="1211839" cy="559500"/>
          </a:xfrm>
          <a:prstGeom prst="rect">
            <a:avLst/>
          </a:prstGeom>
          <a:noFill/>
          <a:ln>
            <a:noFill/>
          </a:ln>
        </p:spPr>
      </p:pic>
      <p:sp>
        <p:nvSpPr>
          <p:cNvPr id="1512" name="Google Shape;1512;p79"/>
          <p:cNvSpPr txBox="1"/>
          <p:nvPr/>
        </p:nvSpPr>
        <p:spPr>
          <a:xfrm>
            <a:off x="4540744" y="3940575"/>
            <a:ext cx="9669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h1.example.ca</a:t>
            </a:r>
            <a:endParaRPr sz="1000">
              <a:latin typeface="Red Hat Display"/>
              <a:ea typeface="Red Hat Display"/>
              <a:cs typeface="Red Hat Display"/>
              <a:sym typeface="Red Hat Display"/>
            </a:endParaRPr>
          </a:p>
        </p:txBody>
      </p:sp>
      <p:sp>
        <p:nvSpPr>
          <p:cNvPr id="1513" name="Google Shape;1513;p79"/>
          <p:cNvSpPr txBox="1"/>
          <p:nvPr/>
        </p:nvSpPr>
        <p:spPr>
          <a:xfrm>
            <a:off x="5519944" y="3940575"/>
            <a:ext cx="9897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h2.example.ca</a:t>
            </a:r>
            <a:endParaRPr sz="1000">
              <a:latin typeface="Red Hat Display"/>
              <a:ea typeface="Red Hat Display"/>
              <a:cs typeface="Red Hat Display"/>
              <a:sym typeface="Red Hat Display"/>
            </a:endParaRPr>
          </a:p>
        </p:txBody>
      </p:sp>
      <p:sp>
        <p:nvSpPr>
          <p:cNvPr id="1514" name="Google Shape;1514;p79"/>
          <p:cNvSpPr txBox="1"/>
          <p:nvPr/>
        </p:nvSpPr>
        <p:spPr>
          <a:xfrm>
            <a:off x="6510544" y="3940575"/>
            <a:ext cx="9897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h3.example.ca</a:t>
            </a:r>
            <a:endParaRPr sz="1000">
              <a:latin typeface="Red Hat Display"/>
              <a:ea typeface="Red Hat Display"/>
              <a:cs typeface="Red Hat Display"/>
              <a:sym typeface="Red Hat Display"/>
            </a:endParaRPr>
          </a:p>
        </p:txBody>
      </p:sp>
      <p:sp>
        <p:nvSpPr>
          <p:cNvPr id="1515" name="Google Shape;1515;p79"/>
          <p:cNvSpPr txBox="1"/>
          <p:nvPr/>
        </p:nvSpPr>
        <p:spPr>
          <a:xfrm>
            <a:off x="7501144" y="3940575"/>
            <a:ext cx="9897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h4.example.ca</a:t>
            </a:r>
            <a:endParaRPr sz="1000">
              <a:latin typeface="Red Hat Display"/>
              <a:ea typeface="Red Hat Display"/>
              <a:cs typeface="Red Hat Display"/>
              <a:sym typeface="Red Hat Display"/>
            </a:endParaRPr>
          </a:p>
        </p:txBody>
      </p:sp>
      <p:sp>
        <p:nvSpPr>
          <p:cNvPr id="1516" name="Google Shape;1516;p79"/>
          <p:cNvSpPr txBox="1"/>
          <p:nvPr/>
        </p:nvSpPr>
        <p:spPr>
          <a:xfrm>
            <a:off x="8491744" y="3940575"/>
            <a:ext cx="9897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h5.example.ca</a:t>
            </a:r>
            <a:endParaRPr sz="1000">
              <a:latin typeface="Red Hat Display"/>
              <a:ea typeface="Red Hat Display"/>
              <a:cs typeface="Red Hat Display"/>
              <a:sym typeface="Red Hat Display"/>
            </a:endParaRPr>
          </a:p>
        </p:txBody>
      </p:sp>
      <p:sp>
        <p:nvSpPr>
          <p:cNvPr id="1517" name="Google Shape;1517;p79"/>
          <p:cNvSpPr txBox="1"/>
          <p:nvPr/>
        </p:nvSpPr>
        <p:spPr>
          <a:xfrm>
            <a:off x="9482344" y="3940575"/>
            <a:ext cx="9897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h6.example.ca</a:t>
            </a:r>
            <a:endParaRPr sz="1000">
              <a:latin typeface="Red Hat Display"/>
              <a:ea typeface="Red Hat Display"/>
              <a:cs typeface="Red Hat Display"/>
              <a:sym typeface="Red Hat Display"/>
            </a:endParaRPr>
          </a:p>
        </p:txBody>
      </p:sp>
      <p:pic>
        <p:nvPicPr>
          <p:cNvPr id="1518" name="Google Shape;1518;p79" title="Icon-Red_Hat-Router_load_balancer-A-Red-RGB.png"/>
          <p:cNvPicPr preferRelativeResize="0"/>
          <p:nvPr/>
        </p:nvPicPr>
        <p:blipFill rotWithShape="1">
          <a:blip r:embed="rId4">
            <a:alphaModFix/>
          </a:blip>
          <a:srcRect b="24979" l="0" r="0" t="23601"/>
          <a:stretch/>
        </p:blipFill>
        <p:spPr>
          <a:xfrm>
            <a:off x="2008963" y="4460525"/>
            <a:ext cx="1088100" cy="559500"/>
          </a:xfrm>
          <a:prstGeom prst="rect">
            <a:avLst/>
          </a:prstGeom>
          <a:noFill/>
          <a:ln>
            <a:noFill/>
          </a:ln>
        </p:spPr>
      </p:pic>
      <p:sp>
        <p:nvSpPr>
          <p:cNvPr id="1519" name="Google Shape;1519;p79"/>
          <p:cNvSpPr txBox="1"/>
          <p:nvPr/>
        </p:nvSpPr>
        <p:spPr>
          <a:xfrm>
            <a:off x="3281950" y="4553432"/>
            <a:ext cx="7350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router</a:t>
            </a:r>
            <a:endParaRPr sz="1000">
              <a:latin typeface="Red Hat Display"/>
              <a:ea typeface="Red Hat Display"/>
              <a:cs typeface="Red Hat Display"/>
              <a:sym typeface="Red Hat Display"/>
            </a:endParaRPr>
          </a:p>
        </p:txBody>
      </p:sp>
      <p:grpSp>
        <p:nvGrpSpPr>
          <p:cNvPr id="1520" name="Google Shape;1520;p79"/>
          <p:cNvGrpSpPr/>
          <p:nvPr/>
        </p:nvGrpSpPr>
        <p:grpSpPr>
          <a:xfrm>
            <a:off x="3733825" y="5220663"/>
            <a:ext cx="914400" cy="559500"/>
            <a:chOff x="3899025" y="4752650"/>
            <a:chExt cx="914400" cy="559500"/>
          </a:xfrm>
        </p:grpSpPr>
        <p:pic>
          <p:nvPicPr>
            <p:cNvPr id="1521" name="Google Shape;1521;p79"/>
            <p:cNvPicPr preferRelativeResize="0"/>
            <p:nvPr/>
          </p:nvPicPr>
          <p:blipFill rotWithShape="1">
            <a:blip r:embed="rId5">
              <a:alphaModFix/>
            </a:blip>
            <a:srcRect b="19054" l="0" r="0" t="19757"/>
            <a:stretch/>
          </p:blipFill>
          <p:spPr>
            <a:xfrm>
              <a:off x="3899025" y="4752650"/>
              <a:ext cx="914400" cy="559500"/>
            </a:xfrm>
            <a:prstGeom prst="rect">
              <a:avLst/>
            </a:prstGeom>
            <a:noFill/>
            <a:ln>
              <a:noFill/>
            </a:ln>
          </p:spPr>
        </p:pic>
        <p:pic>
          <p:nvPicPr>
            <p:cNvPr id="1522" name="Google Shape;1522;p79"/>
            <p:cNvPicPr preferRelativeResize="0"/>
            <p:nvPr/>
          </p:nvPicPr>
          <p:blipFill>
            <a:blip r:embed="rId6">
              <a:alphaModFix/>
            </a:blip>
            <a:stretch>
              <a:fillRect/>
            </a:stretch>
          </p:blipFill>
          <p:spPr>
            <a:xfrm>
              <a:off x="4302575" y="4883351"/>
              <a:ext cx="275675" cy="275675"/>
            </a:xfrm>
            <a:prstGeom prst="rect">
              <a:avLst/>
            </a:prstGeom>
            <a:noFill/>
            <a:ln>
              <a:noFill/>
            </a:ln>
          </p:spPr>
        </p:pic>
      </p:grpSp>
      <p:sp>
        <p:nvSpPr>
          <p:cNvPr id="1523" name="Google Shape;1523;p79"/>
          <p:cNvSpPr txBox="1"/>
          <p:nvPr/>
        </p:nvSpPr>
        <p:spPr>
          <a:xfrm>
            <a:off x="3707569" y="5712311"/>
            <a:ext cx="9669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cloud resources</a:t>
            </a:r>
            <a:endParaRPr sz="1000">
              <a:latin typeface="Red Hat Display"/>
              <a:ea typeface="Red Hat Display"/>
              <a:cs typeface="Red Hat Display"/>
              <a:sym typeface="Red Hat Display"/>
            </a:endParaRPr>
          </a:p>
        </p:txBody>
      </p:sp>
      <p:grpSp>
        <p:nvGrpSpPr>
          <p:cNvPr id="1524" name="Google Shape;1524;p79"/>
          <p:cNvGrpSpPr/>
          <p:nvPr/>
        </p:nvGrpSpPr>
        <p:grpSpPr>
          <a:xfrm>
            <a:off x="4648225" y="5220663"/>
            <a:ext cx="914400" cy="559500"/>
            <a:chOff x="3899025" y="4752650"/>
            <a:chExt cx="914400" cy="559500"/>
          </a:xfrm>
        </p:grpSpPr>
        <p:pic>
          <p:nvPicPr>
            <p:cNvPr id="1525" name="Google Shape;1525;p79"/>
            <p:cNvPicPr preferRelativeResize="0"/>
            <p:nvPr/>
          </p:nvPicPr>
          <p:blipFill rotWithShape="1">
            <a:blip r:embed="rId5">
              <a:alphaModFix/>
            </a:blip>
            <a:srcRect b="19054" l="0" r="0" t="19757"/>
            <a:stretch/>
          </p:blipFill>
          <p:spPr>
            <a:xfrm>
              <a:off x="3899025" y="4752650"/>
              <a:ext cx="914400" cy="559500"/>
            </a:xfrm>
            <a:prstGeom prst="rect">
              <a:avLst/>
            </a:prstGeom>
            <a:noFill/>
            <a:ln>
              <a:noFill/>
            </a:ln>
          </p:spPr>
        </p:pic>
        <p:pic>
          <p:nvPicPr>
            <p:cNvPr id="1526" name="Google Shape;1526;p79"/>
            <p:cNvPicPr preferRelativeResize="0"/>
            <p:nvPr/>
          </p:nvPicPr>
          <p:blipFill>
            <a:blip r:embed="rId6">
              <a:alphaModFix/>
            </a:blip>
            <a:stretch>
              <a:fillRect/>
            </a:stretch>
          </p:blipFill>
          <p:spPr>
            <a:xfrm>
              <a:off x="4302575" y="4883351"/>
              <a:ext cx="275675" cy="275675"/>
            </a:xfrm>
            <a:prstGeom prst="rect">
              <a:avLst/>
            </a:prstGeom>
            <a:noFill/>
            <a:ln>
              <a:noFill/>
            </a:ln>
          </p:spPr>
        </p:pic>
      </p:grpSp>
      <p:cxnSp>
        <p:nvCxnSpPr>
          <p:cNvPr id="1527" name="Google Shape;1527;p79"/>
          <p:cNvCxnSpPr>
            <a:stCxn id="1518" idx="2"/>
            <a:endCxn id="1521" idx="1"/>
          </p:cNvCxnSpPr>
          <p:nvPr/>
        </p:nvCxnSpPr>
        <p:spPr>
          <a:xfrm flipH="1" rot="-5400000">
            <a:off x="2903263" y="4669775"/>
            <a:ext cx="480300" cy="1180800"/>
          </a:xfrm>
          <a:prstGeom prst="curvedConnector2">
            <a:avLst/>
          </a:prstGeom>
          <a:noFill/>
          <a:ln cap="flat" cmpd="sng" w="9525">
            <a:solidFill>
              <a:schemeClr val="dk1"/>
            </a:solidFill>
            <a:prstDash val="solid"/>
            <a:round/>
            <a:headEnd len="med" w="med" type="none"/>
            <a:tailEnd len="med" w="med" type="none"/>
          </a:ln>
        </p:spPr>
      </p:cxnSp>
      <p:pic>
        <p:nvPicPr>
          <p:cNvPr id="1528" name="Google Shape;1528;p79" title="Icon-Red_Hat-Router_load_balancer-A-Red-RGB.png"/>
          <p:cNvPicPr preferRelativeResize="0"/>
          <p:nvPr/>
        </p:nvPicPr>
        <p:blipFill rotWithShape="1">
          <a:blip r:embed="rId4">
            <a:alphaModFix/>
          </a:blip>
          <a:srcRect b="24979" l="0" r="0" t="23601"/>
          <a:stretch/>
        </p:blipFill>
        <p:spPr>
          <a:xfrm>
            <a:off x="2847163" y="2876176"/>
            <a:ext cx="1088100" cy="559500"/>
          </a:xfrm>
          <a:prstGeom prst="rect">
            <a:avLst/>
          </a:prstGeom>
          <a:noFill/>
          <a:ln>
            <a:noFill/>
          </a:ln>
        </p:spPr>
      </p:pic>
      <p:sp>
        <p:nvSpPr>
          <p:cNvPr id="1529" name="Google Shape;1529;p79"/>
          <p:cNvSpPr txBox="1"/>
          <p:nvPr/>
        </p:nvSpPr>
        <p:spPr>
          <a:xfrm>
            <a:off x="2332401" y="2676816"/>
            <a:ext cx="9669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switch</a:t>
            </a:r>
            <a:endParaRPr sz="1000">
              <a:latin typeface="Red Hat Display"/>
              <a:ea typeface="Red Hat Display"/>
              <a:cs typeface="Red Hat Display"/>
              <a:sym typeface="Red Hat Display"/>
            </a:endParaRPr>
          </a:p>
        </p:txBody>
      </p:sp>
      <p:cxnSp>
        <p:nvCxnSpPr>
          <p:cNvPr id="1530" name="Google Shape;1530;p79"/>
          <p:cNvCxnSpPr>
            <a:stCxn id="1494" idx="3"/>
            <a:endCxn id="1518" idx="1"/>
          </p:cNvCxnSpPr>
          <p:nvPr/>
        </p:nvCxnSpPr>
        <p:spPr>
          <a:xfrm>
            <a:off x="1426491" y="3155926"/>
            <a:ext cx="582600" cy="1584300"/>
          </a:xfrm>
          <a:prstGeom prst="curvedConnector3">
            <a:avLst>
              <a:gd fmla="val 49989" name="adj1"/>
            </a:avLst>
          </a:prstGeom>
          <a:noFill/>
          <a:ln cap="flat" cmpd="sng" w="9525">
            <a:solidFill>
              <a:schemeClr val="dk1"/>
            </a:solidFill>
            <a:prstDash val="solid"/>
            <a:round/>
            <a:headEnd len="med" w="med" type="none"/>
            <a:tailEnd len="med" w="med" type="none"/>
          </a:ln>
        </p:spPr>
      </p:cxnSp>
      <p:pic>
        <p:nvPicPr>
          <p:cNvPr id="1531" name="Google Shape;1531;p79" title="Icon-Red_Hat-Storage_stack-A-Red-RGB.png"/>
          <p:cNvPicPr preferRelativeResize="0"/>
          <p:nvPr/>
        </p:nvPicPr>
        <p:blipFill>
          <a:blip r:embed="rId7">
            <a:alphaModFix/>
          </a:blip>
          <a:stretch>
            <a:fillRect/>
          </a:stretch>
        </p:blipFill>
        <p:spPr>
          <a:xfrm>
            <a:off x="10908725" y="3892700"/>
            <a:ext cx="816300" cy="816300"/>
          </a:xfrm>
          <a:prstGeom prst="rect">
            <a:avLst/>
          </a:prstGeom>
          <a:noFill/>
          <a:ln>
            <a:noFill/>
          </a:ln>
        </p:spPr>
      </p:pic>
      <p:pic>
        <p:nvPicPr>
          <p:cNvPr id="1532" name="Google Shape;1532;p79" title="Icon-Red_Hat-Router_load_balancer-A-Red-RGB.png"/>
          <p:cNvPicPr preferRelativeResize="0"/>
          <p:nvPr/>
        </p:nvPicPr>
        <p:blipFill rotWithShape="1">
          <a:blip r:embed="rId4">
            <a:alphaModFix/>
          </a:blip>
          <a:srcRect b="24979" l="0" r="0" t="23601"/>
          <a:stretch/>
        </p:blipFill>
        <p:spPr>
          <a:xfrm>
            <a:off x="10772825" y="3159492"/>
            <a:ext cx="1088100" cy="559500"/>
          </a:xfrm>
          <a:prstGeom prst="rect">
            <a:avLst/>
          </a:prstGeom>
          <a:noFill/>
          <a:ln>
            <a:noFill/>
          </a:ln>
        </p:spPr>
      </p:pic>
      <p:cxnSp>
        <p:nvCxnSpPr>
          <p:cNvPr id="1533" name="Google Shape;1533;p79"/>
          <p:cNvCxnSpPr>
            <a:stCxn id="1506" idx="0"/>
            <a:endCxn id="1532" idx="1"/>
          </p:cNvCxnSpPr>
          <p:nvPr/>
        </p:nvCxnSpPr>
        <p:spPr>
          <a:xfrm rot="-5400000">
            <a:off x="7877644" y="585777"/>
            <a:ext cx="41700" cy="5748600"/>
          </a:xfrm>
          <a:prstGeom prst="bentConnector2">
            <a:avLst/>
          </a:prstGeom>
          <a:noFill/>
          <a:ln cap="flat" cmpd="sng" w="9525">
            <a:solidFill>
              <a:srgbClr val="0000FF"/>
            </a:solidFill>
            <a:prstDash val="solid"/>
            <a:round/>
            <a:headEnd len="med" w="med" type="none"/>
            <a:tailEnd len="med" w="med" type="none"/>
          </a:ln>
        </p:spPr>
      </p:cxnSp>
      <p:cxnSp>
        <p:nvCxnSpPr>
          <p:cNvPr id="1534" name="Google Shape;1534;p79"/>
          <p:cNvCxnSpPr>
            <a:stCxn id="1507" idx="0"/>
            <a:endCxn id="1532" idx="1"/>
          </p:cNvCxnSpPr>
          <p:nvPr/>
        </p:nvCxnSpPr>
        <p:spPr>
          <a:xfrm rot="-5400000">
            <a:off x="8372944" y="1081077"/>
            <a:ext cx="41700" cy="4758000"/>
          </a:xfrm>
          <a:prstGeom prst="bentConnector2">
            <a:avLst/>
          </a:prstGeom>
          <a:noFill/>
          <a:ln cap="flat" cmpd="sng" w="9525">
            <a:solidFill>
              <a:srgbClr val="0000FF"/>
            </a:solidFill>
            <a:prstDash val="solid"/>
            <a:round/>
            <a:headEnd len="med" w="med" type="none"/>
            <a:tailEnd len="med" w="med" type="none"/>
          </a:ln>
        </p:spPr>
      </p:cxnSp>
      <p:cxnSp>
        <p:nvCxnSpPr>
          <p:cNvPr id="1535" name="Google Shape;1535;p79"/>
          <p:cNvCxnSpPr>
            <a:stCxn id="1508" idx="0"/>
            <a:endCxn id="1532" idx="1"/>
          </p:cNvCxnSpPr>
          <p:nvPr/>
        </p:nvCxnSpPr>
        <p:spPr>
          <a:xfrm rot="-5400000">
            <a:off x="8868244" y="1576377"/>
            <a:ext cx="41700" cy="3767400"/>
          </a:xfrm>
          <a:prstGeom prst="bentConnector2">
            <a:avLst/>
          </a:prstGeom>
          <a:noFill/>
          <a:ln cap="flat" cmpd="sng" w="9525">
            <a:solidFill>
              <a:srgbClr val="0000FF"/>
            </a:solidFill>
            <a:prstDash val="solid"/>
            <a:round/>
            <a:headEnd len="med" w="med" type="none"/>
            <a:tailEnd len="med" w="med" type="none"/>
          </a:ln>
        </p:spPr>
      </p:cxnSp>
      <p:cxnSp>
        <p:nvCxnSpPr>
          <p:cNvPr id="1536" name="Google Shape;1536;p79"/>
          <p:cNvCxnSpPr>
            <a:stCxn id="1509" idx="0"/>
            <a:endCxn id="1532" idx="1"/>
          </p:cNvCxnSpPr>
          <p:nvPr/>
        </p:nvCxnSpPr>
        <p:spPr>
          <a:xfrm rot="-5400000">
            <a:off x="9363544" y="2071677"/>
            <a:ext cx="41700" cy="2776800"/>
          </a:xfrm>
          <a:prstGeom prst="bentConnector2">
            <a:avLst/>
          </a:prstGeom>
          <a:noFill/>
          <a:ln cap="flat" cmpd="sng" w="9525">
            <a:solidFill>
              <a:srgbClr val="0000FF"/>
            </a:solidFill>
            <a:prstDash val="solid"/>
            <a:round/>
            <a:headEnd len="med" w="med" type="none"/>
            <a:tailEnd len="med" w="med" type="none"/>
          </a:ln>
        </p:spPr>
      </p:cxnSp>
      <p:cxnSp>
        <p:nvCxnSpPr>
          <p:cNvPr id="1537" name="Google Shape;1537;p79"/>
          <p:cNvCxnSpPr>
            <a:stCxn id="1510" idx="0"/>
            <a:endCxn id="1532" idx="1"/>
          </p:cNvCxnSpPr>
          <p:nvPr/>
        </p:nvCxnSpPr>
        <p:spPr>
          <a:xfrm rot="-5400000">
            <a:off x="9858844" y="2566977"/>
            <a:ext cx="41700" cy="1786200"/>
          </a:xfrm>
          <a:prstGeom prst="bentConnector2">
            <a:avLst/>
          </a:prstGeom>
          <a:noFill/>
          <a:ln cap="flat" cmpd="sng" w="9525">
            <a:solidFill>
              <a:srgbClr val="0000FF"/>
            </a:solidFill>
            <a:prstDash val="solid"/>
            <a:round/>
            <a:headEnd len="med" w="med" type="none"/>
            <a:tailEnd len="med" w="med" type="none"/>
          </a:ln>
        </p:spPr>
      </p:cxnSp>
      <p:cxnSp>
        <p:nvCxnSpPr>
          <p:cNvPr id="1538" name="Google Shape;1538;p79"/>
          <p:cNvCxnSpPr>
            <a:stCxn id="1511" idx="0"/>
            <a:endCxn id="1532" idx="1"/>
          </p:cNvCxnSpPr>
          <p:nvPr/>
        </p:nvCxnSpPr>
        <p:spPr>
          <a:xfrm rot="-5400000">
            <a:off x="10354144" y="3062277"/>
            <a:ext cx="41700" cy="795600"/>
          </a:xfrm>
          <a:prstGeom prst="bentConnector2">
            <a:avLst/>
          </a:prstGeom>
          <a:noFill/>
          <a:ln cap="flat" cmpd="sng" w="9525">
            <a:solidFill>
              <a:srgbClr val="0000FF"/>
            </a:solidFill>
            <a:prstDash val="solid"/>
            <a:round/>
            <a:headEnd len="med" w="med" type="none"/>
            <a:tailEnd len="med" w="med" type="none"/>
          </a:ln>
        </p:spPr>
      </p:cxnSp>
      <p:cxnSp>
        <p:nvCxnSpPr>
          <p:cNvPr id="1539" name="Google Shape;1539;p79"/>
          <p:cNvCxnSpPr>
            <a:stCxn id="1532" idx="2"/>
            <a:endCxn id="1531" idx="0"/>
          </p:cNvCxnSpPr>
          <p:nvPr/>
        </p:nvCxnSpPr>
        <p:spPr>
          <a:xfrm flipH="1" rot="-5400000">
            <a:off x="11230325" y="3805543"/>
            <a:ext cx="173700" cy="600"/>
          </a:xfrm>
          <a:prstGeom prst="bentConnector3">
            <a:avLst>
              <a:gd fmla="val 50002" name="adj1"/>
            </a:avLst>
          </a:prstGeom>
          <a:noFill/>
          <a:ln cap="flat" cmpd="sng" w="9525">
            <a:solidFill>
              <a:srgbClr val="0000FF"/>
            </a:solidFill>
            <a:prstDash val="solid"/>
            <a:round/>
            <a:headEnd len="med" w="med" type="none"/>
            <a:tailEnd len="med" w="med" type="none"/>
          </a:ln>
        </p:spPr>
      </p:cxnSp>
      <p:sp>
        <p:nvSpPr>
          <p:cNvPr id="1540" name="Google Shape;1540;p79"/>
          <p:cNvSpPr txBox="1"/>
          <p:nvPr/>
        </p:nvSpPr>
        <p:spPr>
          <a:xfrm>
            <a:off x="10861626" y="4615825"/>
            <a:ext cx="9669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NAS</a:t>
            </a:r>
            <a:endParaRPr sz="1000">
              <a:latin typeface="Red Hat Display"/>
              <a:ea typeface="Red Hat Display"/>
              <a:cs typeface="Red Hat Display"/>
              <a:sym typeface="Red Hat Display"/>
            </a:endParaRPr>
          </a:p>
        </p:txBody>
      </p:sp>
      <p:cxnSp>
        <p:nvCxnSpPr>
          <p:cNvPr id="1541" name="Google Shape;1541;p79"/>
          <p:cNvCxnSpPr>
            <a:stCxn id="1528" idx="3"/>
            <a:endCxn id="1497" idx="2"/>
          </p:cNvCxnSpPr>
          <p:nvPr/>
        </p:nvCxnSpPr>
        <p:spPr>
          <a:xfrm flipH="1" rot="10800000">
            <a:off x="3935263" y="2973526"/>
            <a:ext cx="98400" cy="182400"/>
          </a:xfrm>
          <a:prstGeom prst="bentConnector2">
            <a:avLst/>
          </a:prstGeom>
          <a:noFill/>
          <a:ln cap="flat" cmpd="sng" w="9525">
            <a:solidFill>
              <a:schemeClr val="dk1"/>
            </a:solidFill>
            <a:prstDash val="solid"/>
            <a:round/>
            <a:headEnd len="med" w="med" type="none"/>
            <a:tailEnd len="med" w="med" type="none"/>
          </a:ln>
        </p:spPr>
      </p:cxnSp>
      <p:cxnSp>
        <p:nvCxnSpPr>
          <p:cNvPr id="1542" name="Google Shape;1542;p79"/>
          <p:cNvCxnSpPr>
            <a:stCxn id="1528" idx="3"/>
            <a:endCxn id="1499" idx="2"/>
          </p:cNvCxnSpPr>
          <p:nvPr/>
        </p:nvCxnSpPr>
        <p:spPr>
          <a:xfrm flipH="1" rot="10800000">
            <a:off x="3935263" y="2973526"/>
            <a:ext cx="1089000" cy="182400"/>
          </a:xfrm>
          <a:prstGeom prst="bentConnector2">
            <a:avLst/>
          </a:prstGeom>
          <a:noFill/>
          <a:ln cap="flat" cmpd="sng" w="9525">
            <a:solidFill>
              <a:schemeClr val="dk1"/>
            </a:solidFill>
            <a:prstDash val="solid"/>
            <a:round/>
            <a:headEnd len="med" w="med" type="none"/>
            <a:tailEnd len="med" w="med" type="none"/>
          </a:ln>
        </p:spPr>
      </p:cxnSp>
      <p:cxnSp>
        <p:nvCxnSpPr>
          <p:cNvPr id="1543" name="Google Shape;1543;p79"/>
          <p:cNvCxnSpPr>
            <a:stCxn id="1528" idx="3"/>
            <a:endCxn id="1500" idx="2"/>
          </p:cNvCxnSpPr>
          <p:nvPr/>
        </p:nvCxnSpPr>
        <p:spPr>
          <a:xfrm flipH="1" rot="10800000">
            <a:off x="3935263" y="2973526"/>
            <a:ext cx="2079600" cy="182400"/>
          </a:xfrm>
          <a:prstGeom prst="bentConnector2">
            <a:avLst/>
          </a:prstGeom>
          <a:noFill/>
          <a:ln cap="flat" cmpd="sng" w="9525">
            <a:solidFill>
              <a:schemeClr val="dk1"/>
            </a:solidFill>
            <a:prstDash val="solid"/>
            <a:round/>
            <a:headEnd len="med" w="med" type="none"/>
            <a:tailEnd len="med" w="med" type="none"/>
          </a:ln>
        </p:spPr>
      </p:cxnSp>
      <p:cxnSp>
        <p:nvCxnSpPr>
          <p:cNvPr id="1544" name="Google Shape;1544;p79"/>
          <p:cNvCxnSpPr>
            <a:stCxn id="1528" idx="3"/>
            <a:endCxn id="1501" idx="2"/>
          </p:cNvCxnSpPr>
          <p:nvPr/>
        </p:nvCxnSpPr>
        <p:spPr>
          <a:xfrm flipH="1" rot="10800000">
            <a:off x="3935263" y="2973526"/>
            <a:ext cx="3070200" cy="182400"/>
          </a:xfrm>
          <a:prstGeom prst="bentConnector2">
            <a:avLst/>
          </a:prstGeom>
          <a:noFill/>
          <a:ln cap="flat" cmpd="sng" w="9525">
            <a:solidFill>
              <a:schemeClr val="dk1"/>
            </a:solidFill>
            <a:prstDash val="solid"/>
            <a:round/>
            <a:headEnd len="med" w="med" type="none"/>
            <a:tailEnd len="med" w="med" type="none"/>
          </a:ln>
        </p:spPr>
      </p:cxnSp>
      <p:cxnSp>
        <p:nvCxnSpPr>
          <p:cNvPr id="1545" name="Google Shape;1545;p79"/>
          <p:cNvCxnSpPr>
            <a:stCxn id="1528" idx="3"/>
            <a:endCxn id="1502" idx="2"/>
          </p:cNvCxnSpPr>
          <p:nvPr/>
        </p:nvCxnSpPr>
        <p:spPr>
          <a:xfrm flipH="1" rot="10800000">
            <a:off x="3935263" y="2973526"/>
            <a:ext cx="4060800" cy="182400"/>
          </a:xfrm>
          <a:prstGeom prst="bentConnector2">
            <a:avLst/>
          </a:prstGeom>
          <a:noFill/>
          <a:ln cap="flat" cmpd="sng" w="9525">
            <a:solidFill>
              <a:schemeClr val="dk1"/>
            </a:solidFill>
            <a:prstDash val="solid"/>
            <a:round/>
            <a:headEnd len="med" w="med" type="none"/>
            <a:tailEnd len="med" w="med" type="none"/>
          </a:ln>
        </p:spPr>
      </p:cxnSp>
      <p:cxnSp>
        <p:nvCxnSpPr>
          <p:cNvPr id="1546" name="Google Shape;1546;p79"/>
          <p:cNvCxnSpPr>
            <a:stCxn id="1528" idx="3"/>
            <a:endCxn id="1503" idx="2"/>
          </p:cNvCxnSpPr>
          <p:nvPr/>
        </p:nvCxnSpPr>
        <p:spPr>
          <a:xfrm flipH="1" rot="10800000">
            <a:off x="3935263" y="2973526"/>
            <a:ext cx="5051400" cy="182400"/>
          </a:xfrm>
          <a:prstGeom prst="bentConnector2">
            <a:avLst/>
          </a:prstGeom>
          <a:noFill/>
          <a:ln cap="flat" cmpd="sng" w="9525">
            <a:solidFill>
              <a:schemeClr val="dk1"/>
            </a:solidFill>
            <a:prstDash val="solid"/>
            <a:round/>
            <a:headEnd len="med" w="med" type="none"/>
            <a:tailEnd len="med" w="med" type="none"/>
          </a:ln>
        </p:spPr>
      </p:cxnSp>
      <p:cxnSp>
        <p:nvCxnSpPr>
          <p:cNvPr id="1547" name="Google Shape;1547;p79"/>
          <p:cNvCxnSpPr>
            <a:stCxn id="1528" idx="3"/>
            <a:endCxn id="1504" idx="2"/>
          </p:cNvCxnSpPr>
          <p:nvPr/>
        </p:nvCxnSpPr>
        <p:spPr>
          <a:xfrm flipH="1" rot="10800000">
            <a:off x="3935263" y="2973526"/>
            <a:ext cx="6042000" cy="182400"/>
          </a:xfrm>
          <a:prstGeom prst="bentConnector2">
            <a:avLst/>
          </a:prstGeom>
          <a:noFill/>
          <a:ln cap="flat" cmpd="sng" w="9525">
            <a:solidFill>
              <a:schemeClr val="dk1"/>
            </a:solidFill>
            <a:prstDash val="solid"/>
            <a:round/>
            <a:headEnd len="med" w="med" type="none"/>
            <a:tailEnd len="med" w="med" type="none"/>
          </a:ln>
        </p:spPr>
      </p:cxnSp>
      <p:cxnSp>
        <p:nvCxnSpPr>
          <p:cNvPr id="1548" name="Google Shape;1548;p79"/>
          <p:cNvCxnSpPr>
            <a:stCxn id="1528" idx="3"/>
            <a:endCxn id="1505" idx="0"/>
          </p:cNvCxnSpPr>
          <p:nvPr/>
        </p:nvCxnSpPr>
        <p:spPr>
          <a:xfrm>
            <a:off x="3935263" y="3155926"/>
            <a:ext cx="98400" cy="324900"/>
          </a:xfrm>
          <a:prstGeom prst="bentConnector2">
            <a:avLst/>
          </a:prstGeom>
          <a:noFill/>
          <a:ln cap="flat" cmpd="sng" w="9525">
            <a:solidFill>
              <a:schemeClr val="dk1"/>
            </a:solidFill>
            <a:prstDash val="solid"/>
            <a:round/>
            <a:headEnd len="med" w="med" type="none"/>
            <a:tailEnd len="med" w="med" type="none"/>
          </a:ln>
        </p:spPr>
      </p:cxnSp>
      <p:sp>
        <p:nvSpPr>
          <p:cNvPr id="1549" name="Google Shape;1549;p79"/>
          <p:cNvSpPr txBox="1"/>
          <p:nvPr/>
        </p:nvSpPr>
        <p:spPr>
          <a:xfrm>
            <a:off x="1037250" y="1621350"/>
            <a:ext cx="2776800" cy="48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Initial Conditions</a:t>
            </a:r>
            <a:endParaRPr sz="1800">
              <a:latin typeface="Red Hat Display"/>
              <a:ea typeface="Red Hat Display"/>
              <a:cs typeface="Red Hat Display"/>
              <a:sym typeface="Red Hat Display"/>
            </a:endParaRPr>
          </a:p>
        </p:txBody>
      </p:sp>
      <p:cxnSp>
        <p:nvCxnSpPr>
          <p:cNvPr id="1550" name="Google Shape;1550;p79"/>
          <p:cNvCxnSpPr>
            <a:stCxn id="1528" idx="1"/>
            <a:endCxn id="1518" idx="0"/>
          </p:cNvCxnSpPr>
          <p:nvPr/>
        </p:nvCxnSpPr>
        <p:spPr>
          <a:xfrm flipH="1">
            <a:off x="2553163" y="3155926"/>
            <a:ext cx="294000" cy="1304700"/>
          </a:xfrm>
          <a:prstGeom prst="curvedConnector2">
            <a:avLst/>
          </a:prstGeom>
          <a:noFill/>
          <a:ln cap="flat" cmpd="sng" w="9525">
            <a:solidFill>
              <a:schemeClr val="dk1"/>
            </a:solidFill>
            <a:prstDash val="solid"/>
            <a:round/>
            <a:headEnd len="med" w="med" type="none"/>
            <a:tailEnd len="med" w="med" type="none"/>
          </a:ln>
        </p:spPr>
      </p:cxnSp>
      <p:sp>
        <p:nvSpPr>
          <p:cNvPr id="1551" name="Google Shape;1551;p79"/>
          <p:cNvSpPr txBox="1"/>
          <p:nvPr/>
        </p:nvSpPr>
        <p:spPr>
          <a:xfrm>
            <a:off x="10696625" y="2975343"/>
            <a:ext cx="12843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storage switch</a:t>
            </a:r>
            <a:endParaRPr sz="1000">
              <a:latin typeface="Red Hat Display"/>
              <a:ea typeface="Red Hat Display"/>
              <a:cs typeface="Red Hat Display"/>
              <a:sym typeface="Red Hat Display"/>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5" name="Shape 1555"/>
        <p:cNvGrpSpPr/>
        <p:nvPr/>
      </p:nvGrpSpPr>
      <p:grpSpPr>
        <a:xfrm>
          <a:off x="0" y="0"/>
          <a:ext cx="0" cy="0"/>
          <a:chOff x="0" y="0"/>
          <a:chExt cx="0" cy="0"/>
        </a:xfrm>
      </p:grpSpPr>
      <p:sp>
        <p:nvSpPr>
          <p:cNvPr id="1556" name="Google Shape;1556;p80"/>
          <p:cNvSpPr/>
          <p:nvPr/>
        </p:nvSpPr>
        <p:spPr>
          <a:xfrm>
            <a:off x="4540750" y="3242700"/>
            <a:ext cx="7513800" cy="16209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1557" name="Google Shape;1557;p80"/>
          <p:cNvSpPr txBox="1"/>
          <p:nvPr/>
        </p:nvSpPr>
        <p:spPr>
          <a:xfrm>
            <a:off x="5509900" y="4395100"/>
            <a:ext cx="30231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ed Hat Display"/>
                <a:ea typeface="Red Hat Display"/>
                <a:cs typeface="Red Hat Display"/>
                <a:sym typeface="Red Hat Display"/>
              </a:rPr>
              <a:t>this will become Compute Resource 1</a:t>
            </a:r>
            <a:endParaRPr sz="1200">
              <a:latin typeface="Red Hat Display"/>
              <a:ea typeface="Red Hat Display"/>
              <a:cs typeface="Red Hat Display"/>
              <a:sym typeface="Red Hat Display"/>
            </a:endParaRPr>
          </a:p>
        </p:txBody>
      </p:sp>
      <p:sp>
        <p:nvSpPr>
          <p:cNvPr id="1558" name="Google Shape;1558;p80"/>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Using rhis-builder-provisioner to initiate the RH-IS</a:t>
            </a:r>
            <a:endParaRPr/>
          </a:p>
        </p:txBody>
      </p:sp>
      <p:sp>
        <p:nvSpPr>
          <p:cNvPr id="1559" name="Google Shape;1559;p8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560" name="Google Shape;1560;p8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561" name="Google Shape;1561;p80"/>
          <p:cNvPicPr preferRelativeResize="0"/>
          <p:nvPr/>
        </p:nvPicPr>
        <p:blipFill rotWithShape="1">
          <a:blip r:embed="rId3">
            <a:alphaModFix/>
          </a:blip>
          <a:srcRect b="25702" l="0" r="0" t="28126"/>
          <a:stretch/>
        </p:blipFill>
        <p:spPr>
          <a:xfrm>
            <a:off x="512091" y="2944839"/>
            <a:ext cx="914400" cy="422175"/>
          </a:xfrm>
          <a:prstGeom prst="rect">
            <a:avLst/>
          </a:prstGeom>
          <a:noFill/>
          <a:ln>
            <a:noFill/>
          </a:ln>
        </p:spPr>
      </p:pic>
      <p:sp>
        <p:nvSpPr>
          <p:cNvPr id="1562" name="Google Shape;1562;p80"/>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Baremetal Bootstrap Scenario</a:t>
            </a:r>
            <a:endParaRPr/>
          </a:p>
        </p:txBody>
      </p:sp>
      <p:sp>
        <p:nvSpPr>
          <p:cNvPr id="1563" name="Google Shape;1563;p80"/>
          <p:cNvSpPr txBox="1"/>
          <p:nvPr/>
        </p:nvSpPr>
        <p:spPr>
          <a:xfrm>
            <a:off x="448556" y="32360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1564" name="Google Shape;1564;p80"/>
          <p:cNvPicPr preferRelativeResize="0"/>
          <p:nvPr/>
        </p:nvPicPr>
        <p:blipFill rotWithShape="1">
          <a:blip r:embed="rId3">
            <a:alphaModFix/>
          </a:blip>
          <a:srcRect b="25702" l="0" r="0" t="28126"/>
          <a:stretch/>
        </p:blipFill>
        <p:spPr>
          <a:xfrm>
            <a:off x="3427674" y="2414127"/>
            <a:ext cx="1211839" cy="559500"/>
          </a:xfrm>
          <a:prstGeom prst="rect">
            <a:avLst/>
          </a:prstGeom>
          <a:noFill/>
          <a:ln>
            <a:noFill/>
          </a:ln>
        </p:spPr>
      </p:pic>
      <p:pic>
        <p:nvPicPr>
          <p:cNvPr id="1565" name="Google Shape;1565;p80"/>
          <p:cNvPicPr preferRelativeResize="0"/>
          <p:nvPr/>
        </p:nvPicPr>
        <p:blipFill rotWithShape="1">
          <a:blip r:embed="rId3">
            <a:alphaModFix/>
          </a:blip>
          <a:srcRect b="25702" l="0" r="0" t="28126"/>
          <a:stretch/>
        </p:blipFill>
        <p:spPr>
          <a:xfrm>
            <a:off x="4418274" y="2414127"/>
            <a:ext cx="1211839" cy="559500"/>
          </a:xfrm>
          <a:prstGeom prst="rect">
            <a:avLst/>
          </a:prstGeom>
          <a:noFill/>
          <a:ln>
            <a:noFill/>
          </a:ln>
        </p:spPr>
      </p:pic>
      <p:pic>
        <p:nvPicPr>
          <p:cNvPr id="1566" name="Google Shape;1566;p80"/>
          <p:cNvPicPr preferRelativeResize="0"/>
          <p:nvPr/>
        </p:nvPicPr>
        <p:blipFill rotWithShape="1">
          <a:blip r:embed="rId3">
            <a:alphaModFix/>
          </a:blip>
          <a:srcRect b="25702" l="0" r="0" t="28126"/>
          <a:stretch/>
        </p:blipFill>
        <p:spPr>
          <a:xfrm>
            <a:off x="5408874" y="2414127"/>
            <a:ext cx="1211839" cy="559500"/>
          </a:xfrm>
          <a:prstGeom prst="rect">
            <a:avLst/>
          </a:prstGeom>
          <a:noFill/>
          <a:ln>
            <a:noFill/>
          </a:ln>
        </p:spPr>
      </p:pic>
      <p:pic>
        <p:nvPicPr>
          <p:cNvPr id="1567" name="Google Shape;1567;p80"/>
          <p:cNvPicPr preferRelativeResize="0"/>
          <p:nvPr/>
        </p:nvPicPr>
        <p:blipFill rotWithShape="1">
          <a:blip r:embed="rId3">
            <a:alphaModFix/>
          </a:blip>
          <a:srcRect b="25702" l="0" r="0" t="28126"/>
          <a:stretch/>
        </p:blipFill>
        <p:spPr>
          <a:xfrm>
            <a:off x="6399474" y="2414127"/>
            <a:ext cx="1211839" cy="559500"/>
          </a:xfrm>
          <a:prstGeom prst="rect">
            <a:avLst/>
          </a:prstGeom>
          <a:noFill/>
          <a:ln>
            <a:noFill/>
          </a:ln>
        </p:spPr>
      </p:pic>
      <p:pic>
        <p:nvPicPr>
          <p:cNvPr id="1568" name="Google Shape;1568;p80"/>
          <p:cNvPicPr preferRelativeResize="0"/>
          <p:nvPr/>
        </p:nvPicPr>
        <p:blipFill rotWithShape="1">
          <a:blip r:embed="rId3">
            <a:alphaModFix/>
          </a:blip>
          <a:srcRect b="25702" l="0" r="0" t="28126"/>
          <a:stretch/>
        </p:blipFill>
        <p:spPr>
          <a:xfrm>
            <a:off x="7390074" y="2414127"/>
            <a:ext cx="1211839" cy="559500"/>
          </a:xfrm>
          <a:prstGeom prst="rect">
            <a:avLst/>
          </a:prstGeom>
          <a:noFill/>
          <a:ln>
            <a:noFill/>
          </a:ln>
        </p:spPr>
      </p:pic>
      <p:pic>
        <p:nvPicPr>
          <p:cNvPr id="1569" name="Google Shape;1569;p80"/>
          <p:cNvPicPr preferRelativeResize="0"/>
          <p:nvPr/>
        </p:nvPicPr>
        <p:blipFill rotWithShape="1">
          <a:blip r:embed="rId3">
            <a:alphaModFix/>
          </a:blip>
          <a:srcRect b="25702" l="0" r="0" t="28126"/>
          <a:stretch/>
        </p:blipFill>
        <p:spPr>
          <a:xfrm>
            <a:off x="8380674" y="2414127"/>
            <a:ext cx="1211839" cy="559500"/>
          </a:xfrm>
          <a:prstGeom prst="rect">
            <a:avLst/>
          </a:prstGeom>
          <a:noFill/>
          <a:ln>
            <a:noFill/>
          </a:ln>
        </p:spPr>
      </p:pic>
      <p:pic>
        <p:nvPicPr>
          <p:cNvPr id="1570" name="Google Shape;1570;p80"/>
          <p:cNvPicPr preferRelativeResize="0"/>
          <p:nvPr/>
        </p:nvPicPr>
        <p:blipFill rotWithShape="1">
          <a:blip r:embed="rId3">
            <a:alphaModFix/>
          </a:blip>
          <a:srcRect b="25702" l="0" r="0" t="28126"/>
          <a:stretch/>
        </p:blipFill>
        <p:spPr>
          <a:xfrm>
            <a:off x="9371274" y="2414127"/>
            <a:ext cx="1211839" cy="559500"/>
          </a:xfrm>
          <a:prstGeom prst="rect">
            <a:avLst/>
          </a:prstGeom>
          <a:noFill/>
          <a:ln>
            <a:noFill/>
          </a:ln>
        </p:spPr>
      </p:pic>
      <p:pic>
        <p:nvPicPr>
          <p:cNvPr id="1571" name="Google Shape;1571;p80"/>
          <p:cNvPicPr preferRelativeResize="0"/>
          <p:nvPr/>
        </p:nvPicPr>
        <p:blipFill rotWithShape="1">
          <a:blip r:embed="rId3">
            <a:alphaModFix/>
          </a:blip>
          <a:srcRect b="25702" l="0" r="0" t="28126"/>
          <a:stretch/>
        </p:blipFill>
        <p:spPr>
          <a:xfrm>
            <a:off x="3427674" y="3480927"/>
            <a:ext cx="1211839" cy="559500"/>
          </a:xfrm>
          <a:prstGeom prst="rect">
            <a:avLst/>
          </a:prstGeom>
          <a:noFill/>
          <a:ln>
            <a:noFill/>
          </a:ln>
        </p:spPr>
      </p:pic>
      <p:pic>
        <p:nvPicPr>
          <p:cNvPr id="1572" name="Google Shape;1572;p80"/>
          <p:cNvPicPr preferRelativeResize="0"/>
          <p:nvPr/>
        </p:nvPicPr>
        <p:blipFill rotWithShape="1">
          <a:blip r:embed="rId3">
            <a:alphaModFix/>
          </a:blip>
          <a:srcRect b="25702" l="0" r="0" t="28126"/>
          <a:stretch/>
        </p:blipFill>
        <p:spPr>
          <a:xfrm>
            <a:off x="4418274" y="3480927"/>
            <a:ext cx="1211839" cy="559500"/>
          </a:xfrm>
          <a:prstGeom prst="rect">
            <a:avLst/>
          </a:prstGeom>
          <a:noFill/>
          <a:ln>
            <a:noFill/>
          </a:ln>
        </p:spPr>
      </p:pic>
      <p:pic>
        <p:nvPicPr>
          <p:cNvPr id="1573" name="Google Shape;1573;p80"/>
          <p:cNvPicPr preferRelativeResize="0"/>
          <p:nvPr/>
        </p:nvPicPr>
        <p:blipFill rotWithShape="1">
          <a:blip r:embed="rId3">
            <a:alphaModFix/>
          </a:blip>
          <a:srcRect b="25702" l="0" r="0" t="28126"/>
          <a:stretch/>
        </p:blipFill>
        <p:spPr>
          <a:xfrm>
            <a:off x="5408874" y="3480927"/>
            <a:ext cx="1211839" cy="559500"/>
          </a:xfrm>
          <a:prstGeom prst="rect">
            <a:avLst/>
          </a:prstGeom>
          <a:noFill/>
          <a:ln>
            <a:noFill/>
          </a:ln>
        </p:spPr>
      </p:pic>
      <p:pic>
        <p:nvPicPr>
          <p:cNvPr id="1574" name="Google Shape;1574;p80"/>
          <p:cNvPicPr preferRelativeResize="0"/>
          <p:nvPr/>
        </p:nvPicPr>
        <p:blipFill rotWithShape="1">
          <a:blip r:embed="rId3">
            <a:alphaModFix/>
          </a:blip>
          <a:srcRect b="25702" l="0" r="0" t="28126"/>
          <a:stretch/>
        </p:blipFill>
        <p:spPr>
          <a:xfrm>
            <a:off x="6399474" y="3480927"/>
            <a:ext cx="1211839" cy="559500"/>
          </a:xfrm>
          <a:prstGeom prst="rect">
            <a:avLst/>
          </a:prstGeom>
          <a:noFill/>
          <a:ln>
            <a:noFill/>
          </a:ln>
        </p:spPr>
      </p:pic>
      <p:pic>
        <p:nvPicPr>
          <p:cNvPr id="1575" name="Google Shape;1575;p80"/>
          <p:cNvPicPr preferRelativeResize="0"/>
          <p:nvPr/>
        </p:nvPicPr>
        <p:blipFill rotWithShape="1">
          <a:blip r:embed="rId3">
            <a:alphaModFix/>
          </a:blip>
          <a:srcRect b="25702" l="0" r="0" t="28126"/>
          <a:stretch/>
        </p:blipFill>
        <p:spPr>
          <a:xfrm>
            <a:off x="7390074" y="3480927"/>
            <a:ext cx="1211839" cy="559500"/>
          </a:xfrm>
          <a:prstGeom prst="rect">
            <a:avLst/>
          </a:prstGeom>
          <a:noFill/>
          <a:ln>
            <a:noFill/>
          </a:ln>
        </p:spPr>
      </p:pic>
      <p:pic>
        <p:nvPicPr>
          <p:cNvPr id="1576" name="Google Shape;1576;p80"/>
          <p:cNvPicPr preferRelativeResize="0"/>
          <p:nvPr/>
        </p:nvPicPr>
        <p:blipFill rotWithShape="1">
          <a:blip r:embed="rId3">
            <a:alphaModFix/>
          </a:blip>
          <a:srcRect b="25702" l="0" r="0" t="28126"/>
          <a:stretch/>
        </p:blipFill>
        <p:spPr>
          <a:xfrm>
            <a:off x="8380674" y="3480927"/>
            <a:ext cx="1211839" cy="559500"/>
          </a:xfrm>
          <a:prstGeom prst="rect">
            <a:avLst/>
          </a:prstGeom>
          <a:noFill/>
          <a:ln>
            <a:noFill/>
          </a:ln>
        </p:spPr>
      </p:pic>
      <p:pic>
        <p:nvPicPr>
          <p:cNvPr id="1577" name="Google Shape;1577;p80"/>
          <p:cNvPicPr preferRelativeResize="0"/>
          <p:nvPr/>
        </p:nvPicPr>
        <p:blipFill rotWithShape="1">
          <a:blip r:embed="rId3">
            <a:alphaModFix/>
          </a:blip>
          <a:srcRect b="25702" l="0" r="0" t="28126"/>
          <a:stretch/>
        </p:blipFill>
        <p:spPr>
          <a:xfrm>
            <a:off x="9371274" y="3480927"/>
            <a:ext cx="1211839" cy="559500"/>
          </a:xfrm>
          <a:prstGeom prst="rect">
            <a:avLst/>
          </a:prstGeom>
          <a:noFill/>
          <a:ln>
            <a:noFill/>
          </a:ln>
        </p:spPr>
      </p:pic>
      <p:sp>
        <p:nvSpPr>
          <p:cNvPr id="1578" name="Google Shape;1578;p80"/>
          <p:cNvSpPr txBox="1"/>
          <p:nvPr/>
        </p:nvSpPr>
        <p:spPr>
          <a:xfrm>
            <a:off x="4540744" y="3940575"/>
            <a:ext cx="9669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h1.example.ca</a:t>
            </a:r>
            <a:endParaRPr sz="1000">
              <a:latin typeface="Red Hat Display"/>
              <a:ea typeface="Red Hat Display"/>
              <a:cs typeface="Red Hat Display"/>
              <a:sym typeface="Red Hat Display"/>
            </a:endParaRPr>
          </a:p>
        </p:txBody>
      </p:sp>
      <p:sp>
        <p:nvSpPr>
          <p:cNvPr id="1579" name="Google Shape;1579;p80"/>
          <p:cNvSpPr txBox="1"/>
          <p:nvPr/>
        </p:nvSpPr>
        <p:spPr>
          <a:xfrm>
            <a:off x="5519944" y="3940575"/>
            <a:ext cx="9897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h2.example.ca</a:t>
            </a:r>
            <a:endParaRPr sz="1000">
              <a:latin typeface="Red Hat Display"/>
              <a:ea typeface="Red Hat Display"/>
              <a:cs typeface="Red Hat Display"/>
              <a:sym typeface="Red Hat Display"/>
            </a:endParaRPr>
          </a:p>
        </p:txBody>
      </p:sp>
      <p:sp>
        <p:nvSpPr>
          <p:cNvPr id="1580" name="Google Shape;1580;p80"/>
          <p:cNvSpPr txBox="1"/>
          <p:nvPr/>
        </p:nvSpPr>
        <p:spPr>
          <a:xfrm>
            <a:off x="6510544" y="3940575"/>
            <a:ext cx="9897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h3.example.ca</a:t>
            </a:r>
            <a:endParaRPr sz="1000">
              <a:latin typeface="Red Hat Display"/>
              <a:ea typeface="Red Hat Display"/>
              <a:cs typeface="Red Hat Display"/>
              <a:sym typeface="Red Hat Display"/>
            </a:endParaRPr>
          </a:p>
        </p:txBody>
      </p:sp>
      <p:sp>
        <p:nvSpPr>
          <p:cNvPr id="1581" name="Google Shape;1581;p80"/>
          <p:cNvSpPr txBox="1"/>
          <p:nvPr/>
        </p:nvSpPr>
        <p:spPr>
          <a:xfrm>
            <a:off x="7501144" y="3940575"/>
            <a:ext cx="9897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h4.example.ca</a:t>
            </a:r>
            <a:endParaRPr sz="1000">
              <a:latin typeface="Red Hat Display"/>
              <a:ea typeface="Red Hat Display"/>
              <a:cs typeface="Red Hat Display"/>
              <a:sym typeface="Red Hat Display"/>
            </a:endParaRPr>
          </a:p>
        </p:txBody>
      </p:sp>
      <p:sp>
        <p:nvSpPr>
          <p:cNvPr id="1582" name="Google Shape;1582;p80"/>
          <p:cNvSpPr txBox="1"/>
          <p:nvPr/>
        </p:nvSpPr>
        <p:spPr>
          <a:xfrm>
            <a:off x="8491744" y="3940575"/>
            <a:ext cx="9897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h5.example.ca</a:t>
            </a:r>
            <a:endParaRPr sz="1000">
              <a:latin typeface="Red Hat Display"/>
              <a:ea typeface="Red Hat Display"/>
              <a:cs typeface="Red Hat Display"/>
              <a:sym typeface="Red Hat Display"/>
            </a:endParaRPr>
          </a:p>
        </p:txBody>
      </p:sp>
      <p:sp>
        <p:nvSpPr>
          <p:cNvPr id="1583" name="Google Shape;1583;p80"/>
          <p:cNvSpPr txBox="1"/>
          <p:nvPr/>
        </p:nvSpPr>
        <p:spPr>
          <a:xfrm>
            <a:off x="9482344" y="3940575"/>
            <a:ext cx="9897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h6.example.ca</a:t>
            </a:r>
            <a:endParaRPr sz="1000">
              <a:latin typeface="Red Hat Display"/>
              <a:ea typeface="Red Hat Display"/>
              <a:cs typeface="Red Hat Display"/>
              <a:sym typeface="Red Hat Display"/>
            </a:endParaRPr>
          </a:p>
        </p:txBody>
      </p:sp>
      <p:pic>
        <p:nvPicPr>
          <p:cNvPr id="1584" name="Google Shape;1584;p80" title="Icon-Red_Hat-Router_load_balancer-A-Red-RGB.png"/>
          <p:cNvPicPr preferRelativeResize="0"/>
          <p:nvPr/>
        </p:nvPicPr>
        <p:blipFill rotWithShape="1">
          <a:blip r:embed="rId4">
            <a:alphaModFix/>
          </a:blip>
          <a:srcRect b="24979" l="0" r="0" t="23601"/>
          <a:stretch/>
        </p:blipFill>
        <p:spPr>
          <a:xfrm>
            <a:off x="2008963" y="4460525"/>
            <a:ext cx="1088100" cy="559500"/>
          </a:xfrm>
          <a:prstGeom prst="rect">
            <a:avLst/>
          </a:prstGeom>
          <a:noFill/>
          <a:ln>
            <a:noFill/>
          </a:ln>
        </p:spPr>
      </p:pic>
      <p:sp>
        <p:nvSpPr>
          <p:cNvPr id="1585" name="Google Shape;1585;p80"/>
          <p:cNvSpPr txBox="1"/>
          <p:nvPr/>
        </p:nvSpPr>
        <p:spPr>
          <a:xfrm>
            <a:off x="3281950" y="4553432"/>
            <a:ext cx="7350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router</a:t>
            </a:r>
            <a:endParaRPr sz="1000">
              <a:latin typeface="Red Hat Display"/>
              <a:ea typeface="Red Hat Display"/>
              <a:cs typeface="Red Hat Display"/>
              <a:sym typeface="Red Hat Display"/>
            </a:endParaRPr>
          </a:p>
        </p:txBody>
      </p:sp>
      <p:grpSp>
        <p:nvGrpSpPr>
          <p:cNvPr id="1586" name="Google Shape;1586;p80"/>
          <p:cNvGrpSpPr/>
          <p:nvPr/>
        </p:nvGrpSpPr>
        <p:grpSpPr>
          <a:xfrm>
            <a:off x="3733825" y="5220663"/>
            <a:ext cx="914400" cy="559500"/>
            <a:chOff x="3899025" y="4752650"/>
            <a:chExt cx="914400" cy="559500"/>
          </a:xfrm>
        </p:grpSpPr>
        <p:pic>
          <p:nvPicPr>
            <p:cNvPr id="1587" name="Google Shape;1587;p80"/>
            <p:cNvPicPr preferRelativeResize="0"/>
            <p:nvPr/>
          </p:nvPicPr>
          <p:blipFill rotWithShape="1">
            <a:blip r:embed="rId5">
              <a:alphaModFix/>
            </a:blip>
            <a:srcRect b="19054" l="0" r="0" t="19757"/>
            <a:stretch/>
          </p:blipFill>
          <p:spPr>
            <a:xfrm>
              <a:off x="3899025" y="4752650"/>
              <a:ext cx="914400" cy="559500"/>
            </a:xfrm>
            <a:prstGeom prst="rect">
              <a:avLst/>
            </a:prstGeom>
            <a:noFill/>
            <a:ln>
              <a:noFill/>
            </a:ln>
          </p:spPr>
        </p:pic>
        <p:pic>
          <p:nvPicPr>
            <p:cNvPr id="1588" name="Google Shape;1588;p80"/>
            <p:cNvPicPr preferRelativeResize="0"/>
            <p:nvPr/>
          </p:nvPicPr>
          <p:blipFill>
            <a:blip r:embed="rId6">
              <a:alphaModFix/>
            </a:blip>
            <a:stretch>
              <a:fillRect/>
            </a:stretch>
          </p:blipFill>
          <p:spPr>
            <a:xfrm>
              <a:off x="4302575" y="4883351"/>
              <a:ext cx="275675" cy="275675"/>
            </a:xfrm>
            <a:prstGeom prst="rect">
              <a:avLst/>
            </a:prstGeom>
            <a:noFill/>
            <a:ln>
              <a:noFill/>
            </a:ln>
          </p:spPr>
        </p:pic>
      </p:grpSp>
      <p:sp>
        <p:nvSpPr>
          <p:cNvPr id="1589" name="Google Shape;1589;p80"/>
          <p:cNvSpPr txBox="1"/>
          <p:nvPr/>
        </p:nvSpPr>
        <p:spPr>
          <a:xfrm>
            <a:off x="3707569" y="5712311"/>
            <a:ext cx="9669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cloud resources</a:t>
            </a:r>
            <a:endParaRPr sz="1000">
              <a:latin typeface="Red Hat Display"/>
              <a:ea typeface="Red Hat Display"/>
              <a:cs typeface="Red Hat Display"/>
              <a:sym typeface="Red Hat Display"/>
            </a:endParaRPr>
          </a:p>
        </p:txBody>
      </p:sp>
      <p:grpSp>
        <p:nvGrpSpPr>
          <p:cNvPr id="1590" name="Google Shape;1590;p80"/>
          <p:cNvGrpSpPr/>
          <p:nvPr/>
        </p:nvGrpSpPr>
        <p:grpSpPr>
          <a:xfrm>
            <a:off x="4648225" y="5220663"/>
            <a:ext cx="914400" cy="559500"/>
            <a:chOff x="3899025" y="4752650"/>
            <a:chExt cx="914400" cy="559500"/>
          </a:xfrm>
        </p:grpSpPr>
        <p:pic>
          <p:nvPicPr>
            <p:cNvPr id="1591" name="Google Shape;1591;p80"/>
            <p:cNvPicPr preferRelativeResize="0"/>
            <p:nvPr/>
          </p:nvPicPr>
          <p:blipFill rotWithShape="1">
            <a:blip r:embed="rId5">
              <a:alphaModFix/>
            </a:blip>
            <a:srcRect b="19054" l="0" r="0" t="19757"/>
            <a:stretch/>
          </p:blipFill>
          <p:spPr>
            <a:xfrm>
              <a:off x="3899025" y="4752650"/>
              <a:ext cx="914400" cy="559500"/>
            </a:xfrm>
            <a:prstGeom prst="rect">
              <a:avLst/>
            </a:prstGeom>
            <a:noFill/>
            <a:ln>
              <a:noFill/>
            </a:ln>
          </p:spPr>
        </p:pic>
        <p:pic>
          <p:nvPicPr>
            <p:cNvPr id="1592" name="Google Shape;1592;p80"/>
            <p:cNvPicPr preferRelativeResize="0"/>
            <p:nvPr/>
          </p:nvPicPr>
          <p:blipFill>
            <a:blip r:embed="rId6">
              <a:alphaModFix/>
            </a:blip>
            <a:stretch>
              <a:fillRect/>
            </a:stretch>
          </p:blipFill>
          <p:spPr>
            <a:xfrm>
              <a:off x="4302575" y="4883351"/>
              <a:ext cx="275675" cy="275675"/>
            </a:xfrm>
            <a:prstGeom prst="rect">
              <a:avLst/>
            </a:prstGeom>
            <a:noFill/>
            <a:ln>
              <a:noFill/>
            </a:ln>
          </p:spPr>
        </p:pic>
      </p:grpSp>
      <p:cxnSp>
        <p:nvCxnSpPr>
          <p:cNvPr id="1593" name="Google Shape;1593;p80"/>
          <p:cNvCxnSpPr>
            <a:stCxn id="1584" idx="2"/>
            <a:endCxn id="1587" idx="1"/>
          </p:cNvCxnSpPr>
          <p:nvPr/>
        </p:nvCxnSpPr>
        <p:spPr>
          <a:xfrm flipH="1" rot="-5400000">
            <a:off x="2903263" y="4669775"/>
            <a:ext cx="480300" cy="1180800"/>
          </a:xfrm>
          <a:prstGeom prst="curvedConnector2">
            <a:avLst/>
          </a:prstGeom>
          <a:noFill/>
          <a:ln cap="flat" cmpd="sng" w="9525">
            <a:solidFill>
              <a:schemeClr val="dk1"/>
            </a:solidFill>
            <a:prstDash val="solid"/>
            <a:round/>
            <a:headEnd len="med" w="med" type="none"/>
            <a:tailEnd len="med" w="med" type="none"/>
          </a:ln>
        </p:spPr>
      </p:cxnSp>
      <p:pic>
        <p:nvPicPr>
          <p:cNvPr id="1594" name="Google Shape;1594;p80" title="Icon-Red_Hat-Router_load_balancer-A-Red-RGB.png"/>
          <p:cNvPicPr preferRelativeResize="0"/>
          <p:nvPr/>
        </p:nvPicPr>
        <p:blipFill rotWithShape="1">
          <a:blip r:embed="rId4">
            <a:alphaModFix/>
          </a:blip>
          <a:srcRect b="24979" l="0" r="0" t="23601"/>
          <a:stretch/>
        </p:blipFill>
        <p:spPr>
          <a:xfrm>
            <a:off x="2847163" y="2876176"/>
            <a:ext cx="1088100" cy="559500"/>
          </a:xfrm>
          <a:prstGeom prst="rect">
            <a:avLst/>
          </a:prstGeom>
          <a:noFill/>
          <a:ln>
            <a:noFill/>
          </a:ln>
        </p:spPr>
      </p:pic>
      <p:sp>
        <p:nvSpPr>
          <p:cNvPr id="1595" name="Google Shape;1595;p80"/>
          <p:cNvSpPr txBox="1"/>
          <p:nvPr/>
        </p:nvSpPr>
        <p:spPr>
          <a:xfrm>
            <a:off x="2332401" y="2676816"/>
            <a:ext cx="9669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switch</a:t>
            </a:r>
            <a:endParaRPr sz="1000">
              <a:latin typeface="Red Hat Display"/>
              <a:ea typeface="Red Hat Display"/>
              <a:cs typeface="Red Hat Display"/>
              <a:sym typeface="Red Hat Display"/>
            </a:endParaRPr>
          </a:p>
        </p:txBody>
      </p:sp>
      <p:cxnSp>
        <p:nvCxnSpPr>
          <p:cNvPr id="1596" name="Google Shape;1596;p80"/>
          <p:cNvCxnSpPr>
            <a:stCxn id="1561" idx="3"/>
            <a:endCxn id="1584" idx="1"/>
          </p:cNvCxnSpPr>
          <p:nvPr/>
        </p:nvCxnSpPr>
        <p:spPr>
          <a:xfrm>
            <a:off x="1426491" y="3155926"/>
            <a:ext cx="582600" cy="1584300"/>
          </a:xfrm>
          <a:prstGeom prst="curvedConnector3">
            <a:avLst>
              <a:gd fmla="val 49989" name="adj1"/>
            </a:avLst>
          </a:prstGeom>
          <a:noFill/>
          <a:ln cap="flat" cmpd="sng" w="9525">
            <a:solidFill>
              <a:schemeClr val="dk1"/>
            </a:solidFill>
            <a:prstDash val="solid"/>
            <a:round/>
            <a:headEnd len="med" w="med" type="none"/>
            <a:tailEnd len="med" w="med" type="none"/>
          </a:ln>
        </p:spPr>
      </p:cxnSp>
      <p:pic>
        <p:nvPicPr>
          <p:cNvPr id="1597" name="Google Shape;1597;p80" title="Icon-Red_Hat-Storage_stack-A-Red-RGB.png"/>
          <p:cNvPicPr preferRelativeResize="0"/>
          <p:nvPr/>
        </p:nvPicPr>
        <p:blipFill>
          <a:blip r:embed="rId7">
            <a:alphaModFix/>
          </a:blip>
          <a:stretch>
            <a:fillRect/>
          </a:stretch>
        </p:blipFill>
        <p:spPr>
          <a:xfrm>
            <a:off x="10908725" y="3892700"/>
            <a:ext cx="816300" cy="816300"/>
          </a:xfrm>
          <a:prstGeom prst="rect">
            <a:avLst/>
          </a:prstGeom>
          <a:noFill/>
          <a:ln>
            <a:noFill/>
          </a:ln>
        </p:spPr>
      </p:pic>
      <p:pic>
        <p:nvPicPr>
          <p:cNvPr id="1598" name="Google Shape;1598;p80" title="Icon-Red_Hat-Router_load_balancer-A-Red-RGB.png"/>
          <p:cNvPicPr preferRelativeResize="0"/>
          <p:nvPr/>
        </p:nvPicPr>
        <p:blipFill rotWithShape="1">
          <a:blip r:embed="rId4">
            <a:alphaModFix/>
          </a:blip>
          <a:srcRect b="24979" l="0" r="0" t="23601"/>
          <a:stretch/>
        </p:blipFill>
        <p:spPr>
          <a:xfrm>
            <a:off x="10772825" y="3159492"/>
            <a:ext cx="1088100" cy="559500"/>
          </a:xfrm>
          <a:prstGeom prst="rect">
            <a:avLst/>
          </a:prstGeom>
          <a:noFill/>
          <a:ln>
            <a:noFill/>
          </a:ln>
        </p:spPr>
      </p:pic>
      <p:cxnSp>
        <p:nvCxnSpPr>
          <p:cNvPr id="1599" name="Google Shape;1599;p80"/>
          <p:cNvCxnSpPr>
            <a:stCxn id="1572" idx="0"/>
            <a:endCxn id="1598" idx="1"/>
          </p:cNvCxnSpPr>
          <p:nvPr/>
        </p:nvCxnSpPr>
        <p:spPr>
          <a:xfrm rot="-5400000">
            <a:off x="7877644" y="585777"/>
            <a:ext cx="41700" cy="5748600"/>
          </a:xfrm>
          <a:prstGeom prst="bentConnector2">
            <a:avLst/>
          </a:prstGeom>
          <a:noFill/>
          <a:ln cap="flat" cmpd="sng" w="9525">
            <a:solidFill>
              <a:srgbClr val="0000FF"/>
            </a:solidFill>
            <a:prstDash val="solid"/>
            <a:round/>
            <a:headEnd len="med" w="med" type="none"/>
            <a:tailEnd len="med" w="med" type="none"/>
          </a:ln>
        </p:spPr>
      </p:cxnSp>
      <p:cxnSp>
        <p:nvCxnSpPr>
          <p:cNvPr id="1600" name="Google Shape;1600;p80"/>
          <p:cNvCxnSpPr>
            <a:stCxn id="1573" idx="0"/>
            <a:endCxn id="1598" idx="1"/>
          </p:cNvCxnSpPr>
          <p:nvPr/>
        </p:nvCxnSpPr>
        <p:spPr>
          <a:xfrm rot="-5400000">
            <a:off x="8372944" y="1081077"/>
            <a:ext cx="41700" cy="4758000"/>
          </a:xfrm>
          <a:prstGeom prst="bentConnector2">
            <a:avLst/>
          </a:prstGeom>
          <a:noFill/>
          <a:ln cap="flat" cmpd="sng" w="9525">
            <a:solidFill>
              <a:srgbClr val="0000FF"/>
            </a:solidFill>
            <a:prstDash val="solid"/>
            <a:round/>
            <a:headEnd len="med" w="med" type="none"/>
            <a:tailEnd len="med" w="med" type="none"/>
          </a:ln>
        </p:spPr>
      </p:cxnSp>
      <p:cxnSp>
        <p:nvCxnSpPr>
          <p:cNvPr id="1601" name="Google Shape;1601;p80"/>
          <p:cNvCxnSpPr>
            <a:stCxn id="1574" idx="0"/>
            <a:endCxn id="1598" idx="1"/>
          </p:cNvCxnSpPr>
          <p:nvPr/>
        </p:nvCxnSpPr>
        <p:spPr>
          <a:xfrm rot="-5400000">
            <a:off x="8868244" y="1576377"/>
            <a:ext cx="41700" cy="3767400"/>
          </a:xfrm>
          <a:prstGeom prst="bentConnector2">
            <a:avLst/>
          </a:prstGeom>
          <a:noFill/>
          <a:ln cap="flat" cmpd="sng" w="9525">
            <a:solidFill>
              <a:srgbClr val="0000FF"/>
            </a:solidFill>
            <a:prstDash val="solid"/>
            <a:round/>
            <a:headEnd len="med" w="med" type="none"/>
            <a:tailEnd len="med" w="med" type="none"/>
          </a:ln>
        </p:spPr>
      </p:cxnSp>
      <p:cxnSp>
        <p:nvCxnSpPr>
          <p:cNvPr id="1602" name="Google Shape;1602;p80"/>
          <p:cNvCxnSpPr>
            <a:stCxn id="1575" idx="0"/>
            <a:endCxn id="1598" idx="1"/>
          </p:cNvCxnSpPr>
          <p:nvPr/>
        </p:nvCxnSpPr>
        <p:spPr>
          <a:xfrm rot="-5400000">
            <a:off x="9363544" y="2071677"/>
            <a:ext cx="41700" cy="2776800"/>
          </a:xfrm>
          <a:prstGeom prst="bentConnector2">
            <a:avLst/>
          </a:prstGeom>
          <a:noFill/>
          <a:ln cap="flat" cmpd="sng" w="9525">
            <a:solidFill>
              <a:srgbClr val="0000FF"/>
            </a:solidFill>
            <a:prstDash val="solid"/>
            <a:round/>
            <a:headEnd len="med" w="med" type="none"/>
            <a:tailEnd len="med" w="med" type="none"/>
          </a:ln>
        </p:spPr>
      </p:cxnSp>
      <p:cxnSp>
        <p:nvCxnSpPr>
          <p:cNvPr id="1603" name="Google Shape;1603;p80"/>
          <p:cNvCxnSpPr>
            <a:stCxn id="1576" idx="0"/>
            <a:endCxn id="1598" idx="1"/>
          </p:cNvCxnSpPr>
          <p:nvPr/>
        </p:nvCxnSpPr>
        <p:spPr>
          <a:xfrm rot="-5400000">
            <a:off x="9858844" y="2566977"/>
            <a:ext cx="41700" cy="1786200"/>
          </a:xfrm>
          <a:prstGeom prst="bentConnector2">
            <a:avLst/>
          </a:prstGeom>
          <a:noFill/>
          <a:ln cap="flat" cmpd="sng" w="9525">
            <a:solidFill>
              <a:srgbClr val="0000FF"/>
            </a:solidFill>
            <a:prstDash val="solid"/>
            <a:round/>
            <a:headEnd len="med" w="med" type="none"/>
            <a:tailEnd len="med" w="med" type="none"/>
          </a:ln>
        </p:spPr>
      </p:cxnSp>
      <p:cxnSp>
        <p:nvCxnSpPr>
          <p:cNvPr id="1604" name="Google Shape;1604;p80"/>
          <p:cNvCxnSpPr>
            <a:stCxn id="1577" idx="0"/>
            <a:endCxn id="1598" idx="1"/>
          </p:cNvCxnSpPr>
          <p:nvPr/>
        </p:nvCxnSpPr>
        <p:spPr>
          <a:xfrm rot="-5400000">
            <a:off x="10354144" y="3062277"/>
            <a:ext cx="41700" cy="795600"/>
          </a:xfrm>
          <a:prstGeom prst="bentConnector2">
            <a:avLst/>
          </a:prstGeom>
          <a:noFill/>
          <a:ln cap="flat" cmpd="sng" w="9525">
            <a:solidFill>
              <a:srgbClr val="0000FF"/>
            </a:solidFill>
            <a:prstDash val="solid"/>
            <a:round/>
            <a:headEnd len="med" w="med" type="none"/>
            <a:tailEnd len="med" w="med" type="none"/>
          </a:ln>
        </p:spPr>
      </p:cxnSp>
      <p:cxnSp>
        <p:nvCxnSpPr>
          <p:cNvPr id="1605" name="Google Shape;1605;p80"/>
          <p:cNvCxnSpPr>
            <a:stCxn id="1598" idx="2"/>
            <a:endCxn id="1597" idx="0"/>
          </p:cNvCxnSpPr>
          <p:nvPr/>
        </p:nvCxnSpPr>
        <p:spPr>
          <a:xfrm flipH="1" rot="-5400000">
            <a:off x="11230325" y="3805543"/>
            <a:ext cx="173700" cy="600"/>
          </a:xfrm>
          <a:prstGeom prst="bentConnector3">
            <a:avLst>
              <a:gd fmla="val 50002" name="adj1"/>
            </a:avLst>
          </a:prstGeom>
          <a:noFill/>
          <a:ln cap="flat" cmpd="sng" w="9525">
            <a:solidFill>
              <a:srgbClr val="0000FF"/>
            </a:solidFill>
            <a:prstDash val="solid"/>
            <a:round/>
            <a:headEnd len="med" w="med" type="none"/>
            <a:tailEnd len="med" w="med" type="none"/>
          </a:ln>
        </p:spPr>
      </p:cxnSp>
      <p:sp>
        <p:nvSpPr>
          <p:cNvPr id="1606" name="Google Shape;1606;p80"/>
          <p:cNvSpPr txBox="1"/>
          <p:nvPr/>
        </p:nvSpPr>
        <p:spPr>
          <a:xfrm>
            <a:off x="10861626" y="4615825"/>
            <a:ext cx="9669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NAS</a:t>
            </a:r>
            <a:endParaRPr sz="1000">
              <a:latin typeface="Red Hat Display"/>
              <a:ea typeface="Red Hat Display"/>
              <a:cs typeface="Red Hat Display"/>
              <a:sym typeface="Red Hat Display"/>
            </a:endParaRPr>
          </a:p>
        </p:txBody>
      </p:sp>
      <p:cxnSp>
        <p:nvCxnSpPr>
          <p:cNvPr id="1607" name="Google Shape;1607;p80"/>
          <p:cNvCxnSpPr>
            <a:stCxn id="1594" idx="3"/>
            <a:endCxn id="1564" idx="2"/>
          </p:cNvCxnSpPr>
          <p:nvPr/>
        </p:nvCxnSpPr>
        <p:spPr>
          <a:xfrm flipH="1" rot="10800000">
            <a:off x="3935263" y="2973526"/>
            <a:ext cx="98400" cy="182400"/>
          </a:xfrm>
          <a:prstGeom prst="bentConnector2">
            <a:avLst/>
          </a:prstGeom>
          <a:noFill/>
          <a:ln cap="flat" cmpd="sng" w="9525">
            <a:solidFill>
              <a:schemeClr val="dk1"/>
            </a:solidFill>
            <a:prstDash val="solid"/>
            <a:round/>
            <a:headEnd len="med" w="med" type="none"/>
            <a:tailEnd len="med" w="med" type="none"/>
          </a:ln>
        </p:spPr>
      </p:cxnSp>
      <p:cxnSp>
        <p:nvCxnSpPr>
          <p:cNvPr id="1608" name="Google Shape;1608;p80"/>
          <p:cNvCxnSpPr>
            <a:stCxn id="1594" idx="3"/>
            <a:endCxn id="1565" idx="2"/>
          </p:cNvCxnSpPr>
          <p:nvPr/>
        </p:nvCxnSpPr>
        <p:spPr>
          <a:xfrm flipH="1" rot="10800000">
            <a:off x="3935263" y="2973526"/>
            <a:ext cx="1089000" cy="182400"/>
          </a:xfrm>
          <a:prstGeom prst="bentConnector2">
            <a:avLst/>
          </a:prstGeom>
          <a:noFill/>
          <a:ln cap="flat" cmpd="sng" w="9525">
            <a:solidFill>
              <a:schemeClr val="dk1"/>
            </a:solidFill>
            <a:prstDash val="solid"/>
            <a:round/>
            <a:headEnd len="med" w="med" type="none"/>
            <a:tailEnd len="med" w="med" type="none"/>
          </a:ln>
        </p:spPr>
      </p:cxnSp>
      <p:cxnSp>
        <p:nvCxnSpPr>
          <p:cNvPr id="1609" name="Google Shape;1609;p80"/>
          <p:cNvCxnSpPr>
            <a:stCxn id="1594" idx="3"/>
            <a:endCxn id="1566" idx="2"/>
          </p:cNvCxnSpPr>
          <p:nvPr/>
        </p:nvCxnSpPr>
        <p:spPr>
          <a:xfrm flipH="1" rot="10800000">
            <a:off x="3935263" y="2973526"/>
            <a:ext cx="2079600" cy="182400"/>
          </a:xfrm>
          <a:prstGeom prst="bentConnector2">
            <a:avLst/>
          </a:prstGeom>
          <a:noFill/>
          <a:ln cap="flat" cmpd="sng" w="9525">
            <a:solidFill>
              <a:schemeClr val="dk1"/>
            </a:solidFill>
            <a:prstDash val="solid"/>
            <a:round/>
            <a:headEnd len="med" w="med" type="none"/>
            <a:tailEnd len="med" w="med" type="none"/>
          </a:ln>
        </p:spPr>
      </p:cxnSp>
      <p:cxnSp>
        <p:nvCxnSpPr>
          <p:cNvPr id="1610" name="Google Shape;1610;p80"/>
          <p:cNvCxnSpPr>
            <a:stCxn id="1594" idx="3"/>
            <a:endCxn id="1567" idx="2"/>
          </p:cNvCxnSpPr>
          <p:nvPr/>
        </p:nvCxnSpPr>
        <p:spPr>
          <a:xfrm flipH="1" rot="10800000">
            <a:off x="3935263" y="2973526"/>
            <a:ext cx="3070200" cy="182400"/>
          </a:xfrm>
          <a:prstGeom prst="bentConnector2">
            <a:avLst/>
          </a:prstGeom>
          <a:noFill/>
          <a:ln cap="flat" cmpd="sng" w="9525">
            <a:solidFill>
              <a:schemeClr val="dk1"/>
            </a:solidFill>
            <a:prstDash val="solid"/>
            <a:round/>
            <a:headEnd len="med" w="med" type="none"/>
            <a:tailEnd len="med" w="med" type="none"/>
          </a:ln>
        </p:spPr>
      </p:cxnSp>
      <p:cxnSp>
        <p:nvCxnSpPr>
          <p:cNvPr id="1611" name="Google Shape;1611;p80"/>
          <p:cNvCxnSpPr>
            <a:stCxn id="1594" idx="3"/>
            <a:endCxn id="1568" idx="2"/>
          </p:cNvCxnSpPr>
          <p:nvPr/>
        </p:nvCxnSpPr>
        <p:spPr>
          <a:xfrm flipH="1" rot="10800000">
            <a:off x="3935263" y="2973526"/>
            <a:ext cx="4060800" cy="182400"/>
          </a:xfrm>
          <a:prstGeom prst="bentConnector2">
            <a:avLst/>
          </a:prstGeom>
          <a:noFill/>
          <a:ln cap="flat" cmpd="sng" w="9525">
            <a:solidFill>
              <a:schemeClr val="dk1"/>
            </a:solidFill>
            <a:prstDash val="solid"/>
            <a:round/>
            <a:headEnd len="med" w="med" type="none"/>
            <a:tailEnd len="med" w="med" type="none"/>
          </a:ln>
        </p:spPr>
      </p:cxnSp>
      <p:cxnSp>
        <p:nvCxnSpPr>
          <p:cNvPr id="1612" name="Google Shape;1612;p80"/>
          <p:cNvCxnSpPr>
            <a:stCxn id="1594" idx="3"/>
            <a:endCxn id="1569" idx="2"/>
          </p:cNvCxnSpPr>
          <p:nvPr/>
        </p:nvCxnSpPr>
        <p:spPr>
          <a:xfrm flipH="1" rot="10800000">
            <a:off x="3935263" y="2973526"/>
            <a:ext cx="5051400" cy="182400"/>
          </a:xfrm>
          <a:prstGeom prst="bentConnector2">
            <a:avLst/>
          </a:prstGeom>
          <a:noFill/>
          <a:ln cap="flat" cmpd="sng" w="9525">
            <a:solidFill>
              <a:schemeClr val="dk1"/>
            </a:solidFill>
            <a:prstDash val="solid"/>
            <a:round/>
            <a:headEnd len="med" w="med" type="none"/>
            <a:tailEnd len="med" w="med" type="none"/>
          </a:ln>
        </p:spPr>
      </p:cxnSp>
      <p:cxnSp>
        <p:nvCxnSpPr>
          <p:cNvPr id="1613" name="Google Shape;1613;p80"/>
          <p:cNvCxnSpPr>
            <a:stCxn id="1594" idx="3"/>
            <a:endCxn id="1570" idx="2"/>
          </p:cNvCxnSpPr>
          <p:nvPr/>
        </p:nvCxnSpPr>
        <p:spPr>
          <a:xfrm flipH="1" rot="10800000">
            <a:off x="3935263" y="2973526"/>
            <a:ext cx="6042000" cy="182400"/>
          </a:xfrm>
          <a:prstGeom prst="bentConnector2">
            <a:avLst/>
          </a:prstGeom>
          <a:noFill/>
          <a:ln cap="flat" cmpd="sng" w="9525">
            <a:solidFill>
              <a:schemeClr val="dk1"/>
            </a:solidFill>
            <a:prstDash val="solid"/>
            <a:round/>
            <a:headEnd len="med" w="med" type="none"/>
            <a:tailEnd len="med" w="med" type="none"/>
          </a:ln>
        </p:spPr>
      </p:cxnSp>
      <p:cxnSp>
        <p:nvCxnSpPr>
          <p:cNvPr id="1614" name="Google Shape;1614;p80"/>
          <p:cNvCxnSpPr>
            <a:stCxn id="1594" idx="3"/>
            <a:endCxn id="1571" idx="0"/>
          </p:cNvCxnSpPr>
          <p:nvPr/>
        </p:nvCxnSpPr>
        <p:spPr>
          <a:xfrm>
            <a:off x="3935263" y="3155926"/>
            <a:ext cx="98400" cy="324900"/>
          </a:xfrm>
          <a:prstGeom prst="bentConnector2">
            <a:avLst/>
          </a:prstGeom>
          <a:noFill/>
          <a:ln cap="flat" cmpd="sng" w="9525">
            <a:solidFill>
              <a:schemeClr val="dk1"/>
            </a:solidFill>
            <a:prstDash val="solid"/>
            <a:round/>
            <a:headEnd len="med" w="med" type="none"/>
            <a:tailEnd len="med" w="med" type="none"/>
          </a:ln>
        </p:spPr>
      </p:cxnSp>
      <p:cxnSp>
        <p:nvCxnSpPr>
          <p:cNvPr id="1615" name="Google Shape;1615;p80"/>
          <p:cNvCxnSpPr>
            <a:stCxn id="1594" idx="1"/>
            <a:endCxn id="1584" idx="0"/>
          </p:cNvCxnSpPr>
          <p:nvPr/>
        </p:nvCxnSpPr>
        <p:spPr>
          <a:xfrm flipH="1">
            <a:off x="2553163" y="3155926"/>
            <a:ext cx="294000" cy="1304700"/>
          </a:xfrm>
          <a:prstGeom prst="curvedConnector2">
            <a:avLst/>
          </a:prstGeom>
          <a:noFill/>
          <a:ln cap="flat" cmpd="sng" w="9525">
            <a:solidFill>
              <a:schemeClr val="dk1"/>
            </a:solidFill>
            <a:prstDash val="solid"/>
            <a:round/>
            <a:headEnd len="med" w="med" type="none"/>
            <a:tailEnd len="med" w="med" type="none"/>
          </a:ln>
        </p:spPr>
      </p:cxnSp>
      <p:sp>
        <p:nvSpPr>
          <p:cNvPr id="1616" name="Google Shape;1616;p80"/>
          <p:cNvSpPr txBox="1"/>
          <p:nvPr/>
        </p:nvSpPr>
        <p:spPr>
          <a:xfrm>
            <a:off x="10696625" y="2975343"/>
            <a:ext cx="12843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storage switch</a:t>
            </a:r>
            <a:endParaRPr sz="1000">
              <a:latin typeface="Red Hat Display"/>
              <a:ea typeface="Red Hat Display"/>
              <a:cs typeface="Red Hat Display"/>
              <a:sym typeface="Red Hat Display"/>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0" name="Shape 1620"/>
        <p:cNvGrpSpPr/>
        <p:nvPr/>
      </p:nvGrpSpPr>
      <p:grpSpPr>
        <a:xfrm>
          <a:off x="0" y="0"/>
          <a:ext cx="0" cy="0"/>
          <a:chOff x="0" y="0"/>
          <a:chExt cx="0" cy="0"/>
        </a:xfrm>
      </p:grpSpPr>
      <p:sp>
        <p:nvSpPr>
          <p:cNvPr id="1621" name="Google Shape;1621;p81"/>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Using rhis-builder-provisioner to initiate the RH-IS</a:t>
            </a:r>
            <a:endParaRPr/>
          </a:p>
        </p:txBody>
      </p:sp>
      <p:sp>
        <p:nvSpPr>
          <p:cNvPr id="1622" name="Google Shape;1622;p8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623" name="Google Shape;1623;p81"/>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Simplifying</a:t>
            </a:r>
            <a:r>
              <a:rPr lang="en"/>
              <a:t> the view</a:t>
            </a:r>
            <a:endParaRPr/>
          </a:p>
        </p:txBody>
      </p:sp>
      <p:grpSp>
        <p:nvGrpSpPr>
          <p:cNvPr id="1624" name="Google Shape;1624;p81"/>
          <p:cNvGrpSpPr/>
          <p:nvPr/>
        </p:nvGrpSpPr>
        <p:grpSpPr>
          <a:xfrm>
            <a:off x="1134356" y="2716239"/>
            <a:ext cx="1088100" cy="691386"/>
            <a:chOff x="448556" y="2944839"/>
            <a:chExt cx="1088100" cy="691386"/>
          </a:xfrm>
        </p:grpSpPr>
        <p:pic>
          <p:nvPicPr>
            <p:cNvPr id="1625" name="Google Shape;1625;p81"/>
            <p:cNvPicPr preferRelativeResize="0"/>
            <p:nvPr/>
          </p:nvPicPr>
          <p:blipFill rotWithShape="1">
            <a:blip r:embed="rId3">
              <a:alphaModFix/>
            </a:blip>
            <a:srcRect b="25702" l="0" r="0" t="28126"/>
            <a:stretch/>
          </p:blipFill>
          <p:spPr>
            <a:xfrm>
              <a:off x="512091" y="2944839"/>
              <a:ext cx="914400" cy="422175"/>
            </a:xfrm>
            <a:prstGeom prst="rect">
              <a:avLst/>
            </a:prstGeom>
            <a:noFill/>
            <a:ln>
              <a:noFill/>
            </a:ln>
          </p:spPr>
        </p:pic>
        <p:sp>
          <p:nvSpPr>
            <p:cNvPr id="1626" name="Google Shape;1626;p81"/>
            <p:cNvSpPr txBox="1"/>
            <p:nvPr/>
          </p:nvSpPr>
          <p:spPr>
            <a:xfrm>
              <a:off x="448556" y="32360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grpSp>
      <p:pic>
        <p:nvPicPr>
          <p:cNvPr id="1627" name="Google Shape;1627;p81"/>
          <p:cNvPicPr preferRelativeResize="0"/>
          <p:nvPr/>
        </p:nvPicPr>
        <p:blipFill rotWithShape="1">
          <a:blip r:embed="rId3">
            <a:alphaModFix/>
          </a:blip>
          <a:srcRect b="25702" l="0" r="0" t="28126"/>
          <a:stretch/>
        </p:blipFill>
        <p:spPr>
          <a:xfrm rot="-5400000">
            <a:off x="7923474" y="2261727"/>
            <a:ext cx="1211839" cy="559500"/>
          </a:xfrm>
          <a:prstGeom prst="rect">
            <a:avLst/>
          </a:prstGeom>
          <a:noFill/>
          <a:ln>
            <a:noFill/>
          </a:ln>
        </p:spPr>
      </p:pic>
      <p:sp>
        <p:nvSpPr>
          <p:cNvPr id="1628" name="Google Shape;1628;p81"/>
          <p:cNvSpPr txBox="1"/>
          <p:nvPr/>
        </p:nvSpPr>
        <p:spPr>
          <a:xfrm>
            <a:off x="9371975" y="4228275"/>
            <a:ext cx="15798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ed Hat Display"/>
                <a:ea typeface="Red Hat Display"/>
                <a:cs typeface="Red Hat Display"/>
                <a:sym typeface="Red Hat Display"/>
              </a:rPr>
              <a:t>Compute Resource 1</a:t>
            </a:r>
            <a:endParaRPr sz="1200">
              <a:latin typeface="Red Hat Display"/>
              <a:ea typeface="Red Hat Display"/>
              <a:cs typeface="Red Hat Display"/>
              <a:sym typeface="Red Hat Display"/>
            </a:endParaRPr>
          </a:p>
        </p:txBody>
      </p:sp>
      <p:sp>
        <p:nvSpPr>
          <p:cNvPr id="1629" name="Google Shape;1629;p81"/>
          <p:cNvSpPr txBox="1"/>
          <p:nvPr/>
        </p:nvSpPr>
        <p:spPr>
          <a:xfrm>
            <a:off x="4516200" y="3246363"/>
            <a:ext cx="1579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idmprimary.example.ca</a:t>
            </a:r>
            <a:endParaRPr sz="1000">
              <a:latin typeface="Red Hat Display"/>
              <a:ea typeface="Red Hat Display"/>
              <a:cs typeface="Red Hat Display"/>
              <a:sym typeface="Red Hat Display"/>
            </a:endParaRPr>
          </a:p>
        </p:txBody>
      </p:sp>
      <p:sp>
        <p:nvSpPr>
          <p:cNvPr id="1630" name="Google Shape;1630;p81"/>
          <p:cNvSpPr txBox="1"/>
          <p:nvPr/>
        </p:nvSpPr>
        <p:spPr>
          <a:xfrm>
            <a:off x="6146702" y="3242838"/>
            <a:ext cx="14772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satellite</a:t>
            </a:r>
            <a:r>
              <a:rPr lang="en" sz="1000">
                <a:latin typeface="Red Hat Display"/>
                <a:ea typeface="Red Hat Display"/>
                <a:cs typeface="Red Hat Display"/>
                <a:sym typeface="Red Hat Display"/>
              </a:rPr>
              <a:t>.example.ca</a:t>
            </a:r>
            <a:endParaRPr sz="1000">
              <a:latin typeface="Red Hat Display"/>
              <a:ea typeface="Red Hat Display"/>
              <a:cs typeface="Red Hat Display"/>
              <a:sym typeface="Red Hat Display"/>
            </a:endParaRPr>
          </a:p>
        </p:txBody>
      </p:sp>
      <p:pic>
        <p:nvPicPr>
          <p:cNvPr id="1631" name="Google Shape;1631;p81" title="Icon-Red_Hat-Hypervisor-A-Red-RGB.png"/>
          <p:cNvPicPr preferRelativeResize="0"/>
          <p:nvPr/>
        </p:nvPicPr>
        <p:blipFill>
          <a:blip r:embed="rId4">
            <a:alphaModFix/>
          </a:blip>
          <a:stretch>
            <a:fillRect/>
          </a:stretch>
        </p:blipFill>
        <p:spPr>
          <a:xfrm>
            <a:off x="8117875" y="3583225"/>
            <a:ext cx="1365750" cy="1365750"/>
          </a:xfrm>
          <a:prstGeom prst="rect">
            <a:avLst/>
          </a:prstGeom>
          <a:noFill/>
          <a:ln>
            <a:noFill/>
          </a:ln>
        </p:spPr>
      </p:pic>
      <p:grpSp>
        <p:nvGrpSpPr>
          <p:cNvPr id="1632" name="Google Shape;1632;p81"/>
          <p:cNvGrpSpPr/>
          <p:nvPr/>
        </p:nvGrpSpPr>
        <p:grpSpPr>
          <a:xfrm>
            <a:off x="1209155" y="1639263"/>
            <a:ext cx="914400" cy="559500"/>
            <a:chOff x="3899025" y="4752650"/>
            <a:chExt cx="914400" cy="559500"/>
          </a:xfrm>
        </p:grpSpPr>
        <p:pic>
          <p:nvPicPr>
            <p:cNvPr id="1633" name="Google Shape;1633;p81"/>
            <p:cNvPicPr preferRelativeResize="0"/>
            <p:nvPr/>
          </p:nvPicPr>
          <p:blipFill rotWithShape="1">
            <a:blip r:embed="rId5">
              <a:alphaModFix/>
            </a:blip>
            <a:srcRect b="19054" l="0" r="0" t="19757"/>
            <a:stretch/>
          </p:blipFill>
          <p:spPr>
            <a:xfrm>
              <a:off x="3899025" y="4752650"/>
              <a:ext cx="914400" cy="559500"/>
            </a:xfrm>
            <a:prstGeom prst="rect">
              <a:avLst/>
            </a:prstGeom>
            <a:noFill/>
            <a:ln>
              <a:noFill/>
            </a:ln>
          </p:spPr>
        </p:pic>
        <p:pic>
          <p:nvPicPr>
            <p:cNvPr id="1634" name="Google Shape;1634;p81"/>
            <p:cNvPicPr preferRelativeResize="0"/>
            <p:nvPr/>
          </p:nvPicPr>
          <p:blipFill>
            <a:blip r:embed="rId6">
              <a:alphaModFix/>
            </a:blip>
            <a:stretch>
              <a:fillRect/>
            </a:stretch>
          </p:blipFill>
          <p:spPr>
            <a:xfrm>
              <a:off x="4302575" y="4883351"/>
              <a:ext cx="275675" cy="275675"/>
            </a:xfrm>
            <a:prstGeom prst="rect">
              <a:avLst/>
            </a:prstGeom>
            <a:noFill/>
            <a:ln>
              <a:noFill/>
            </a:ln>
          </p:spPr>
        </p:pic>
      </p:grpSp>
      <p:pic>
        <p:nvPicPr>
          <p:cNvPr id="1635" name="Google Shape;1635;p81"/>
          <p:cNvPicPr preferRelativeResize="0"/>
          <p:nvPr/>
        </p:nvPicPr>
        <p:blipFill rotWithShape="1">
          <a:blip r:embed="rId3">
            <a:alphaModFix/>
          </a:blip>
          <a:srcRect b="25702" l="0" r="0" t="28126"/>
          <a:stretch/>
        </p:blipFill>
        <p:spPr>
          <a:xfrm rot="-5400000">
            <a:off x="8380674" y="2261727"/>
            <a:ext cx="1211839" cy="559500"/>
          </a:xfrm>
          <a:prstGeom prst="rect">
            <a:avLst/>
          </a:prstGeom>
          <a:noFill/>
          <a:ln>
            <a:noFill/>
          </a:ln>
        </p:spPr>
      </p:pic>
      <p:pic>
        <p:nvPicPr>
          <p:cNvPr id="1636" name="Google Shape;1636;p81"/>
          <p:cNvPicPr preferRelativeResize="0"/>
          <p:nvPr/>
        </p:nvPicPr>
        <p:blipFill rotWithShape="1">
          <a:blip r:embed="rId3">
            <a:alphaModFix/>
          </a:blip>
          <a:srcRect b="25702" l="0" r="0" t="28126"/>
          <a:stretch/>
        </p:blipFill>
        <p:spPr>
          <a:xfrm rot="-5400000">
            <a:off x="8837874" y="2261727"/>
            <a:ext cx="1211839" cy="559500"/>
          </a:xfrm>
          <a:prstGeom prst="rect">
            <a:avLst/>
          </a:prstGeom>
          <a:noFill/>
          <a:ln>
            <a:noFill/>
          </a:ln>
        </p:spPr>
      </p:pic>
      <p:pic>
        <p:nvPicPr>
          <p:cNvPr id="1637" name="Google Shape;1637;p81"/>
          <p:cNvPicPr preferRelativeResize="0"/>
          <p:nvPr/>
        </p:nvPicPr>
        <p:blipFill rotWithShape="1">
          <a:blip r:embed="rId3">
            <a:alphaModFix/>
          </a:blip>
          <a:srcRect b="25702" l="0" r="0" t="28126"/>
          <a:stretch/>
        </p:blipFill>
        <p:spPr>
          <a:xfrm rot="-5400000">
            <a:off x="9295074" y="2261727"/>
            <a:ext cx="1211839" cy="559500"/>
          </a:xfrm>
          <a:prstGeom prst="rect">
            <a:avLst/>
          </a:prstGeom>
          <a:noFill/>
          <a:ln>
            <a:noFill/>
          </a:ln>
        </p:spPr>
      </p:pic>
      <p:pic>
        <p:nvPicPr>
          <p:cNvPr id="1638" name="Google Shape;1638;p81"/>
          <p:cNvPicPr preferRelativeResize="0"/>
          <p:nvPr/>
        </p:nvPicPr>
        <p:blipFill rotWithShape="1">
          <a:blip r:embed="rId3">
            <a:alphaModFix/>
          </a:blip>
          <a:srcRect b="25702" l="0" r="0" t="28126"/>
          <a:stretch/>
        </p:blipFill>
        <p:spPr>
          <a:xfrm rot="-5400000">
            <a:off x="9752274" y="2261727"/>
            <a:ext cx="1211839" cy="559500"/>
          </a:xfrm>
          <a:prstGeom prst="rect">
            <a:avLst/>
          </a:prstGeom>
          <a:noFill/>
          <a:ln>
            <a:noFill/>
          </a:ln>
        </p:spPr>
      </p:pic>
      <p:pic>
        <p:nvPicPr>
          <p:cNvPr id="1639" name="Google Shape;1639;p81"/>
          <p:cNvPicPr preferRelativeResize="0"/>
          <p:nvPr/>
        </p:nvPicPr>
        <p:blipFill rotWithShape="1">
          <a:blip r:embed="rId3">
            <a:alphaModFix/>
          </a:blip>
          <a:srcRect b="25702" l="0" r="0" t="28126"/>
          <a:stretch/>
        </p:blipFill>
        <p:spPr>
          <a:xfrm rot="-5400000">
            <a:off x="10209474" y="2261727"/>
            <a:ext cx="1211839" cy="559500"/>
          </a:xfrm>
          <a:prstGeom prst="rect">
            <a:avLst/>
          </a:prstGeom>
          <a:noFill/>
          <a:ln>
            <a:noFill/>
          </a:ln>
        </p:spPr>
      </p:pic>
      <p:sp>
        <p:nvSpPr>
          <p:cNvPr id="1640" name="Google Shape;1640;p81"/>
          <p:cNvSpPr txBox="1"/>
          <p:nvPr/>
        </p:nvSpPr>
        <p:spPr>
          <a:xfrm>
            <a:off x="858600" y="1377281"/>
            <a:ext cx="1579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console.redhat.com</a:t>
            </a:r>
            <a:endParaRPr sz="1000">
              <a:latin typeface="Red Hat Display"/>
              <a:ea typeface="Red Hat Display"/>
              <a:cs typeface="Red Hat Display"/>
              <a:sym typeface="Red Hat Display"/>
            </a:endParaRPr>
          </a:p>
        </p:txBody>
      </p:sp>
      <p:pic>
        <p:nvPicPr>
          <p:cNvPr id="1641" name="Google Shape;1641;p81"/>
          <p:cNvPicPr preferRelativeResize="0"/>
          <p:nvPr/>
        </p:nvPicPr>
        <p:blipFill rotWithShape="1">
          <a:blip r:embed="rId3">
            <a:alphaModFix/>
          </a:blip>
          <a:srcRect b="25702" l="0" r="0" t="28126"/>
          <a:stretch/>
        </p:blipFill>
        <p:spPr>
          <a:xfrm>
            <a:off x="4707297" y="2785057"/>
            <a:ext cx="1211839" cy="559500"/>
          </a:xfrm>
          <a:prstGeom prst="rect">
            <a:avLst/>
          </a:prstGeom>
          <a:noFill/>
          <a:ln>
            <a:noFill/>
          </a:ln>
        </p:spPr>
      </p:pic>
      <p:pic>
        <p:nvPicPr>
          <p:cNvPr id="1642" name="Google Shape;1642;p81"/>
          <p:cNvPicPr preferRelativeResize="0"/>
          <p:nvPr/>
        </p:nvPicPr>
        <p:blipFill rotWithShape="1">
          <a:blip r:embed="rId3">
            <a:alphaModFix/>
          </a:blip>
          <a:srcRect b="25702" l="0" r="0" t="28126"/>
          <a:stretch/>
        </p:blipFill>
        <p:spPr>
          <a:xfrm>
            <a:off x="6237004" y="2785057"/>
            <a:ext cx="1211839" cy="559500"/>
          </a:xfrm>
          <a:prstGeom prst="rect">
            <a:avLst/>
          </a:prstGeom>
          <a:noFill/>
          <a:ln>
            <a:noFill/>
          </a:ln>
        </p:spPr>
      </p:pic>
      <p:sp>
        <p:nvSpPr>
          <p:cNvPr id="1643" name="Google Shape;1643;p81"/>
          <p:cNvSpPr txBox="1"/>
          <p:nvPr/>
        </p:nvSpPr>
        <p:spPr>
          <a:xfrm>
            <a:off x="8670675" y="1571000"/>
            <a:ext cx="1967400" cy="25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Bare metal nodes</a:t>
            </a:r>
            <a:endParaRPr sz="1800">
              <a:latin typeface="Red Hat Display"/>
              <a:ea typeface="Red Hat Display"/>
              <a:cs typeface="Red Hat Display"/>
              <a:sym typeface="Red Hat Display"/>
            </a:endParaRPr>
          </a:p>
        </p:txBody>
      </p:sp>
      <p:sp>
        <p:nvSpPr>
          <p:cNvPr id="1644" name="Google Shape;1644;p81"/>
          <p:cNvSpPr txBox="1"/>
          <p:nvPr/>
        </p:nvSpPr>
        <p:spPr>
          <a:xfrm>
            <a:off x="4939900" y="3698900"/>
            <a:ext cx="3293700" cy="12990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SzPts val="1200"/>
              <a:buFont typeface="Red Hat Display"/>
              <a:buChar char="●"/>
            </a:pPr>
            <a:r>
              <a:rPr lang="en" sz="1200">
                <a:latin typeface="Red Hat Display"/>
                <a:ea typeface="Red Hat Display"/>
                <a:cs typeface="Red Hat Display"/>
                <a:sym typeface="Red Hat Display"/>
              </a:rPr>
              <a:t>Name Services</a:t>
            </a: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Char char="●"/>
            </a:pPr>
            <a:r>
              <a:rPr lang="en" sz="1200">
                <a:latin typeface="Red Hat Display"/>
                <a:ea typeface="Red Hat Display"/>
                <a:cs typeface="Red Hat Display"/>
                <a:sym typeface="Red Hat Display"/>
              </a:rPr>
              <a:t>Identity</a:t>
            </a: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Char char="●"/>
            </a:pPr>
            <a:r>
              <a:rPr lang="en" sz="1200">
                <a:latin typeface="Red Hat Display"/>
                <a:ea typeface="Red Hat Display"/>
                <a:cs typeface="Red Hat Display"/>
                <a:sym typeface="Red Hat Display"/>
              </a:rPr>
              <a:t>Discovery</a:t>
            </a: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Char char="●"/>
            </a:pPr>
            <a:r>
              <a:rPr lang="en" sz="1200">
                <a:latin typeface="Red Hat Display"/>
                <a:ea typeface="Red Hat Display"/>
                <a:cs typeface="Red Hat Display"/>
                <a:sym typeface="Red Hat Display"/>
              </a:rPr>
              <a:t>Content</a:t>
            </a: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Char char="●"/>
            </a:pPr>
            <a:r>
              <a:rPr lang="en" sz="1200">
                <a:latin typeface="Red Hat Display"/>
                <a:ea typeface="Red Hat Display"/>
                <a:cs typeface="Red Hat Display"/>
                <a:sym typeface="Red Hat Display"/>
              </a:rPr>
              <a:t>Provisioning</a:t>
            </a:r>
            <a:endParaRPr sz="1200">
              <a:latin typeface="Red Hat Display"/>
              <a:ea typeface="Red Hat Display"/>
              <a:cs typeface="Red Hat Display"/>
              <a:sym typeface="Red Hat Display"/>
            </a:endParaRPr>
          </a:p>
          <a:p>
            <a:pPr indent="0" lvl="0" marL="0" rtl="0" algn="l">
              <a:spcBef>
                <a:spcPts val="0"/>
              </a:spcBef>
              <a:spcAft>
                <a:spcPts val="0"/>
              </a:spcAft>
              <a:buNone/>
            </a:pPr>
            <a:r>
              <a:t/>
            </a:r>
            <a:endParaRPr sz="1200">
              <a:latin typeface="Red Hat Display"/>
              <a:ea typeface="Red Hat Display"/>
              <a:cs typeface="Red Hat Display"/>
              <a:sym typeface="Red Hat Display"/>
            </a:endParaRPr>
          </a:p>
        </p:txBody>
      </p:sp>
      <p:sp>
        <p:nvSpPr>
          <p:cNvPr id="1645" name="Google Shape;1645;p81"/>
          <p:cNvSpPr txBox="1"/>
          <p:nvPr/>
        </p:nvSpPr>
        <p:spPr>
          <a:xfrm>
            <a:off x="453175" y="3575025"/>
            <a:ext cx="3535800" cy="23262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SzPts val="1200"/>
              <a:buFont typeface="Red Hat Display"/>
              <a:buAutoNum type="arabicPeriod"/>
            </a:pPr>
            <a:r>
              <a:rPr lang="en" sz="1200">
                <a:latin typeface="Red Hat Display"/>
                <a:ea typeface="Red Hat Display"/>
                <a:cs typeface="Red Hat Display"/>
                <a:sym typeface="Red Hat Display"/>
              </a:rPr>
              <a:t>Clone the rhis repositories</a:t>
            </a: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AutoNum type="arabicPeriod"/>
            </a:pPr>
            <a:r>
              <a:rPr lang="en" sz="1200">
                <a:latin typeface="Red Hat Display"/>
                <a:ea typeface="Red Hat Display"/>
                <a:cs typeface="Red Hat Display"/>
                <a:sym typeface="Red Hat Display"/>
              </a:rPr>
              <a:t>Configure the provisioner dependencies</a:t>
            </a:r>
            <a:endParaRPr sz="1200">
              <a:latin typeface="Red Hat Display"/>
              <a:ea typeface="Red Hat Display"/>
              <a:cs typeface="Red Hat Display"/>
              <a:sym typeface="Red Hat Display"/>
            </a:endParaRPr>
          </a:p>
          <a:p>
            <a:pPr indent="-304800" lvl="1" marL="914400" rtl="0" algn="l">
              <a:spcBef>
                <a:spcPts val="0"/>
              </a:spcBef>
              <a:spcAft>
                <a:spcPts val="0"/>
              </a:spcAft>
              <a:buSzPts val="1200"/>
              <a:buFont typeface="Red Hat Display"/>
              <a:buAutoNum type="alphaLcPeriod"/>
            </a:pPr>
            <a:r>
              <a:rPr lang="en" sz="1200">
                <a:latin typeface="Red Hat Display"/>
                <a:ea typeface="Red Hat Display"/>
                <a:cs typeface="Red Hat Display"/>
                <a:sym typeface="Red Hat Display"/>
              </a:rPr>
              <a:t>binaries</a:t>
            </a:r>
            <a:endParaRPr sz="1200">
              <a:latin typeface="Red Hat Display"/>
              <a:ea typeface="Red Hat Display"/>
              <a:cs typeface="Red Hat Display"/>
              <a:sym typeface="Red Hat Display"/>
            </a:endParaRPr>
          </a:p>
          <a:p>
            <a:pPr indent="-304800" lvl="1" marL="914400" rtl="0" algn="l">
              <a:spcBef>
                <a:spcPts val="0"/>
              </a:spcBef>
              <a:spcAft>
                <a:spcPts val="0"/>
              </a:spcAft>
              <a:buSzPts val="1200"/>
              <a:buFont typeface="Red Hat Display"/>
              <a:buAutoNum type="alphaLcPeriod"/>
            </a:pPr>
            <a:r>
              <a:rPr lang="en" sz="1200">
                <a:latin typeface="Red Hat Display"/>
                <a:ea typeface="Red Hat Display"/>
                <a:cs typeface="Red Hat Display"/>
                <a:sym typeface="Red Hat Display"/>
              </a:rPr>
              <a:t>ansible collections</a:t>
            </a: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AutoNum type="arabicPeriod"/>
            </a:pPr>
            <a:r>
              <a:rPr lang="en" sz="1200">
                <a:latin typeface="Red Hat Display"/>
                <a:ea typeface="Red Hat Display"/>
                <a:cs typeface="Red Hat Display"/>
                <a:sym typeface="Red Hat Display"/>
              </a:rPr>
              <a:t>Create the bootstrap environment</a:t>
            </a: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AutoNum type="arabicPeriod"/>
            </a:pPr>
            <a:r>
              <a:rPr lang="en" sz="1200">
                <a:latin typeface="Red Hat Display"/>
                <a:ea typeface="Red Hat Display"/>
                <a:cs typeface="Red Hat Display"/>
                <a:sym typeface="Red Hat Display"/>
              </a:rPr>
              <a:t>Run the environment plays</a:t>
            </a:r>
            <a:endParaRPr sz="1200">
              <a:latin typeface="Red Hat Display"/>
              <a:ea typeface="Red Hat Display"/>
              <a:cs typeface="Red Hat Display"/>
              <a:sym typeface="Red Hat Display"/>
            </a:endParaRPr>
          </a:p>
        </p:txBody>
      </p:sp>
      <p:sp>
        <p:nvSpPr>
          <p:cNvPr id="1646" name="Google Shape;1646;p81"/>
          <p:cNvSpPr txBox="1"/>
          <p:nvPr/>
        </p:nvSpPr>
        <p:spPr>
          <a:xfrm>
            <a:off x="220550" y="4836850"/>
            <a:ext cx="2239800" cy="11250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SzPts val="1200"/>
              <a:buFont typeface="Red Hat Display"/>
              <a:buChar char="●"/>
            </a:pPr>
            <a:r>
              <a:rPr lang="en" sz="1200">
                <a:latin typeface="Red Hat Display"/>
                <a:ea typeface="Red Hat Display"/>
                <a:cs typeface="Red Hat Display"/>
                <a:sym typeface="Red Hat Display"/>
              </a:rPr>
              <a:t>rhis-builder-provisioner</a:t>
            </a: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Char char="●"/>
            </a:pPr>
            <a:r>
              <a:rPr lang="en" sz="1200">
                <a:latin typeface="Red Hat Display"/>
                <a:ea typeface="Red Hat Display"/>
                <a:cs typeface="Red Hat Display"/>
                <a:sym typeface="Red Hat Display"/>
              </a:rPr>
              <a:t>rhis-builder-idm</a:t>
            </a: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Char char="●"/>
            </a:pPr>
            <a:r>
              <a:rPr lang="en" sz="1200">
                <a:latin typeface="Red Hat Display"/>
                <a:ea typeface="Red Hat Display"/>
                <a:cs typeface="Red Hat Display"/>
                <a:sym typeface="Red Hat Display"/>
              </a:rPr>
              <a:t>rhis-builder-satellite</a:t>
            </a: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Char char="●"/>
            </a:pPr>
            <a:r>
              <a:rPr lang="en" sz="1200">
                <a:latin typeface="Red Hat Display"/>
                <a:ea typeface="Red Hat Display"/>
                <a:cs typeface="Red Hat Display"/>
                <a:sym typeface="Red Hat Display"/>
              </a:rPr>
              <a:t>rhis-builder-aap</a:t>
            </a:r>
            <a:endParaRPr sz="1200">
              <a:latin typeface="Red Hat Display"/>
              <a:ea typeface="Red Hat Display"/>
              <a:cs typeface="Red Hat Display"/>
              <a:sym typeface="Red Hat Display"/>
            </a:endParaRPr>
          </a:p>
          <a:p>
            <a:pPr indent="0" lvl="0" marL="457200" rtl="0" algn="l">
              <a:spcBef>
                <a:spcPts val="0"/>
              </a:spcBef>
              <a:spcAft>
                <a:spcPts val="0"/>
              </a:spcAft>
              <a:buNone/>
            </a:pPr>
            <a:r>
              <a:t/>
            </a:r>
            <a:endParaRPr sz="1200">
              <a:latin typeface="Red Hat Display"/>
              <a:ea typeface="Red Hat Display"/>
              <a:cs typeface="Red Hat Display"/>
              <a:sym typeface="Red Hat Display"/>
            </a:endParaRPr>
          </a:p>
        </p:txBody>
      </p:sp>
      <p:sp>
        <p:nvSpPr>
          <p:cNvPr id="1647" name="Google Shape;1647;p81"/>
          <p:cNvSpPr txBox="1"/>
          <p:nvPr/>
        </p:nvSpPr>
        <p:spPr>
          <a:xfrm>
            <a:off x="2296074" y="4836525"/>
            <a:ext cx="2107800" cy="9234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Font typeface="Red Hat Display"/>
              <a:buChar char="●"/>
            </a:pPr>
            <a:r>
              <a:rPr lang="en" sz="1200">
                <a:solidFill>
                  <a:schemeClr val="dk1"/>
                </a:solidFill>
                <a:latin typeface="Red Hat Display"/>
                <a:ea typeface="Red Hat Display"/>
                <a:cs typeface="Red Hat Display"/>
                <a:sym typeface="Red Hat Display"/>
              </a:rPr>
              <a:t>rhis-builder-pipelines</a:t>
            </a:r>
            <a:endParaRPr sz="1200">
              <a:solidFill>
                <a:schemeClr val="dk1"/>
              </a:solidFill>
              <a:latin typeface="Red Hat Display"/>
              <a:ea typeface="Red Hat Display"/>
              <a:cs typeface="Red Hat Display"/>
              <a:sym typeface="Red Hat Display"/>
            </a:endParaRPr>
          </a:p>
          <a:p>
            <a:pPr indent="-304800" lvl="0" marL="457200" rtl="0" algn="l">
              <a:spcBef>
                <a:spcPts val="0"/>
              </a:spcBef>
              <a:spcAft>
                <a:spcPts val="0"/>
              </a:spcAft>
              <a:buClr>
                <a:schemeClr val="dk1"/>
              </a:buClr>
              <a:buSzPts val="1200"/>
              <a:buFont typeface="Red Hat Display"/>
              <a:buChar char="●"/>
            </a:pPr>
            <a:r>
              <a:rPr lang="en" sz="1200">
                <a:solidFill>
                  <a:schemeClr val="dk1"/>
                </a:solidFill>
                <a:latin typeface="Red Hat Display"/>
                <a:ea typeface="Red Hat Display"/>
                <a:cs typeface="Red Hat Display"/>
                <a:sym typeface="Red Hat Display"/>
              </a:rPr>
              <a:t>rhis-builder-day2</a:t>
            </a:r>
            <a:endParaRPr sz="1200">
              <a:solidFill>
                <a:schemeClr val="dk1"/>
              </a:solidFill>
              <a:latin typeface="Red Hat Display"/>
              <a:ea typeface="Red Hat Display"/>
              <a:cs typeface="Red Hat Display"/>
              <a:sym typeface="Red Hat Display"/>
            </a:endParaRPr>
          </a:p>
          <a:p>
            <a:pPr indent="-304800" lvl="0" marL="457200" rtl="0" algn="l">
              <a:spcBef>
                <a:spcPts val="0"/>
              </a:spcBef>
              <a:spcAft>
                <a:spcPts val="0"/>
              </a:spcAft>
              <a:buClr>
                <a:schemeClr val="dk1"/>
              </a:buClr>
              <a:buSzPts val="1200"/>
              <a:buFont typeface="Red Hat Display"/>
              <a:buChar char="●"/>
            </a:pPr>
            <a:r>
              <a:rPr lang="en" sz="1200">
                <a:solidFill>
                  <a:schemeClr val="dk1"/>
                </a:solidFill>
                <a:latin typeface="Red Hat Display"/>
                <a:ea typeface="Red Hat Display"/>
                <a:cs typeface="Red Hat Display"/>
                <a:sym typeface="Red Hat Display"/>
              </a:rPr>
              <a:t>rhis-builder-nbde</a:t>
            </a:r>
            <a:endParaRPr sz="1200">
              <a:solidFill>
                <a:schemeClr val="dk1"/>
              </a:solidFill>
              <a:latin typeface="Red Hat Display"/>
              <a:ea typeface="Red Hat Display"/>
              <a:cs typeface="Red Hat Display"/>
              <a:sym typeface="Red Hat Display"/>
            </a:endParaRPr>
          </a:p>
          <a:p>
            <a:pPr indent="-304800" lvl="0" marL="457200" rtl="0" algn="l">
              <a:spcBef>
                <a:spcPts val="0"/>
              </a:spcBef>
              <a:spcAft>
                <a:spcPts val="0"/>
              </a:spcAft>
              <a:buClr>
                <a:schemeClr val="dk1"/>
              </a:buClr>
              <a:buSzPts val="1200"/>
              <a:buFont typeface="Red Hat Display"/>
              <a:buChar char="●"/>
            </a:pPr>
            <a:r>
              <a:rPr lang="en" sz="1200">
                <a:solidFill>
                  <a:schemeClr val="dk1"/>
                </a:solidFill>
                <a:latin typeface="Red Hat Display"/>
                <a:ea typeface="Red Hat Display"/>
                <a:cs typeface="Red Hat Display"/>
                <a:sym typeface="Red Hat Display"/>
              </a:rPr>
              <a:t>rhis-builder-...</a:t>
            </a:r>
            <a:endParaRPr sz="1200">
              <a:solidFill>
                <a:schemeClr val="dk1"/>
              </a:solidFill>
              <a:latin typeface="Red Hat Display"/>
              <a:ea typeface="Red Hat Display"/>
              <a:cs typeface="Red Hat Display"/>
              <a:sym typeface="Red Hat Display"/>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1" name="Shape 1651"/>
        <p:cNvGrpSpPr/>
        <p:nvPr/>
      </p:nvGrpSpPr>
      <p:grpSpPr>
        <a:xfrm>
          <a:off x="0" y="0"/>
          <a:ext cx="0" cy="0"/>
          <a:chOff x="0" y="0"/>
          <a:chExt cx="0" cy="0"/>
        </a:xfrm>
      </p:grpSpPr>
      <p:pic>
        <p:nvPicPr>
          <p:cNvPr id="1652" name="Google Shape;1652;p82" title="Icon-Red_Hat-Install-A-Red-CMYK.jpg"/>
          <p:cNvPicPr preferRelativeResize="0"/>
          <p:nvPr/>
        </p:nvPicPr>
        <p:blipFill rotWithShape="1">
          <a:blip r:embed="rId3">
            <a:alphaModFix/>
          </a:blip>
          <a:srcRect b="12216" l="0" r="0" t="9975"/>
          <a:stretch/>
        </p:blipFill>
        <p:spPr>
          <a:xfrm>
            <a:off x="4710127" y="2396416"/>
            <a:ext cx="1211850" cy="942950"/>
          </a:xfrm>
          <a:prstGeom prst="rect">
            <a:avLst/>
          </a:prstGeom>
          <a:noFill/>
          <a:ln>
            <a:noFill/>
          </a:ln>
        </p:spPr>
      </p:pic>
      <p:sp>
        <p:nvSpPr>
          <p:cNvPr id="1653" name="Google Shape;1653;p82"/>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Using rhis-builder-provisioner to initiate the RH-IS</a:t>
            </a:r>
            <a:endParaRPr/>
          </a:p>
        </p:txBody>
      </p:sp>
      <p:sp>
        <p:nvSpPr>
          <p:cNvPr id="1654" name="Google Shape;1654;p8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655" name="Google Shape;1655;p8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656" name="Google Shape;1656;p82"/>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Bootstrap the Idm Primary and Satellite Server</a:t>
            </a:r>
            <a:endParaRPr/>
          </a:p>
        </p:txBody>
      </p:sp>
      <p:grpSp>
        <p:nvGrpSpPr>
          <p:cNvPr id="1657" name="Google Shape;1657;p82"/>
          <p:cNvGrpSpPr/>
          <p:nvPr/>
        </p:nvGrpSpPr>
        <p:grpSpPr>
          <a:xfrm>
            <a:off x="1134356" y="2716239"/>
            <a:ext cx="1088100" cy="691386"/>
            <a:chOff x="448556" y="2944839"/>
            <a:chExt cx="1088100" cy="691386"/>
          </a:xfrm>
        </p:grpSpPr>
        <p:pic>
          <p:nvPicPr>
            <p:cNvPr id="1658" name="Google Shape;1658;p82"/>
            <p:cNvPicPr preferRelativeResize="0"/>
            <p:nvPr/>
          </p:nvPicPr>
          <p:blipFill rotWithShape="1">
            <a:blip r:embed="rId4">
              <a:alphaModFix/>
            </a:blip>
            <a:srcRect b="25702" l="0" r="0" t="28126"/>
            <a:stretch/>
          </p:blipFill>
          <p:spPr>
            <a:xfrm>
              <a:off x="512091" y="2944839"/>
              <a:ext cx="914400" cy="422175"/>
            </a:xfrm>
            <a:prstGeom prst="rect">
              <a:avLst/>
            </a:prstGeom>
            <a:noFill/>
            <a:ln>
              <a:noFill/>
            </a:ln>
          </p:spPr>
        </p:pic>
        <p:sp>
          <p:nvSpPr>
            <p:cNvPr id="1659" name="Google Shape;1659;p82"/>
            <p:cNvSpPr txBox="1"/>
            <p:nvPr/>
          </p:nvSpPr>
          <p:spPr>
            <a:xfrm>
              <a:off x="448556" y="32360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grpSp>
      <p:pic>
        <p:nvPicPr>
          <p:cNvPr id="1660" name="Google Shape;1660;p82"/>
          <p:cNvPicPr preferRelativeResize="0"/>
          <p:nvPr/>
        </p:nvPicPr>
        <p:blipFill rotWithShape="1">
          <a:blip r:embed="rId4">
            <a:alphaModFix/>
          </a:blip>
          <a:srcRect b="25702" l="0" r="0" t="28126"/>
          <a:stretch/>
        </p:blipFill>
        <p:spPr>
          <a:xfrm rot="-5400000">
            <a:off x="7923474" y="2261727"/>
            <a:ext cx="1211839" cy="559500"/>
          </a:xfrm>
          <a:prstGeom prst="rect">
            <a:avLst/>
          </a:prstGeom>
          <a:noFill/>
          <a:ln>
            <a:noFill/>
          </a:ln>
        </p:spPr>
      </p:pic>
      <p:sp>
        <p:nvSpPr>
          <p:cNvPr id="1661" name="Google Shape;1661;p82"/>
          <p:cNvSpPr txBox="1"/>
          <p:nvPr/>
        </p:nvSpPr>
        <p:spPr>
          <a:xfrm>
            <a:off x="9371975" y="4228275"/>
            <a:ext cx="15798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ed Hat Display"/>
                <a:ea typeface="Red Hat Display"/>
                <a:cs typeface="Red Hat Display"/>
                <a:sym typeface="Red Hat Display"/>
              </a:rPr>
              <a:t>Compute Resource 1</a:t>
            </a:r>
            <a:endParaRPr sz="1200">
              <a:latin typeface="Red Hat Display"/>
              <a:ea typeface="Red Hat Display"/>
              <a:cs typeface="Red Hat Display"/>
              <a:sym typeface="Red Hat Display"/>
            </a:endParaRPr>
          </a:p>
        </p:txBody>
      </p:sp>
      <p:sp>
        <p:nvSpPr>
          <p:cNvPr id="1662" name="Google Shape;1662;p82"/>
          <p:cNvSpPr txBox="1"/>
          <p:nvPr/>
        </p:nvSpPr>
        <p:spPr>
          <a:xfrm>
            <a:off x="851275" y="3581400"/>
            <a:ext cx="2618400" cy="24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ed Hat Display"/>
                <a:ea typeface="Red Hat Display"/>
                <a:cs typeface="Red Hat Display"/>
                <a:sym typeface="Red Hat Display"/>
              </a:rPr>
              <a:t>Simple Lab with physical access</a:t>
            </a:r>
            <a:br>
              <a:rPr lang="en" sz="1200">
                <a:latin typeface="Red Hat Display"/>
                <a:ea typeface="Red Hat Display"/>
                <a:cs typeface="Red Hat Display"/>
                <a:sym typeface="Red Hat Display"/>
              </a:rPr>
            </a:b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AutoNum type="arabicPeriod"/>
            </a:pPr>
            <a:r>
              <a:rPr lang="en" sz="1200">
                <a:latin typeface="Red Hat Display"/>
                <a:ea typeface="Red Hat Display"/>
                <a:cs typeface="Red Hat Display"/>
                <a:sym typeface="Red Hat Display"/>
              </a:rPr>
              <a:t>Generates a ks.cfg based on CIS2. Add to thumbdrive labeled OEMDRV</a:t>
            </a: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AutoNum type="arabicPeriod"/>
            </a:pPr>
            <a:r>
              <a:rPr lang="en" sz="1200">
                <a:latin typeface="Red Hat Display"/>
                <a:ea typeface="Red Hat Display"/>
                <a:cs typeface="Red Hat Display"/>
                <a:sym typeface="Red Hat Display"/>
              </a:rPr>
              <a:t>Boot IDM and Satellite from standard dvd iso thumbdrive. Systems will be automatically configured from ks.cfg</a:t>
            </a:r>
            <a:endParaRPr sz="1200">
              <a:latin typeface="Red Hat Display"/>
              <a:ea typeface="Red Hat Display"/>
              <a:cs typeface="Red Hat Display"/>
              <a:sym typeface="Red Hat Display"/>
            </a:endParaRPr>
          </a:p>
          <a:p>
            <a:pPr indent="0" lvl="0" marL="0" rtl="0" algn="l">
              <a:spcBef>
                <a:spcPts val="0"/>
              </a:spcBef>
              <a:spcAft>
                <a:spcPts val="0"/>
              </a:spcAft>
              <a:buNone/>
            </a:pPr>
            <a:r>
              <a:t/>
            </a:r>
            <a:endParaRPr sz="1200">
              <a:latin typeface="Red Hat Display"/>
              <a:ea typeface="Red Hat Display"/>
              <a:cs typeface="Red Hat Display"/>
              <a:sym typeface="Red Hat Display"/>
            </a:endParaRPr>
          </a:p>
          <a:p>
            <a:pPr indent="0" lvl="0" marL="0" rtl="0" algn="l">
              <a:spcBef>
                <a:spcPts val="0"/>
              </a:spcBef>
              <a:spcAft>
                <a:spcPts val="0"/>
              </a:spcAft>
              <a:buNone/>
            </a:pPr>
            <a:r>
              <a:rPr lang="en" sz="1200">
                <a:latin typeface="Red Hat Display"/>
                <a:ea typeface="Red Hat Display"/>
                <a:cs typeface="Red Hat Display"/>
                <a:sym typeface="Red Hat Display"/>
              </a:rPr>
              <a:t>This is simpler and faster for home labs or minimal infrastructures</a:t>
            </a:r>
            <a:endParaRPr sz="1200">
              <a:latin typeface="Red Hat Display"/>
              <a:ea typeface="Red Hat Display"/>
              <a:cs typeface="Red Hat Display"/>
              <a:sym typeface="Red Hat Display"/>
            </a:endParaRPr>
          </a:p>
        </p:txBody>
      </p:sp>
      <p:sp>
        <p:nvSpPr>
          <p:cNvPr id="1663" name="Google Shape;1663;p82"/>
          <p:cNvSpPr txBox="1"/>
          <p:nvPr/>
        </p:nvSpPr>
        <p:spPr>
          <a:xfrm>
            <a:off x="3442075" y="3581400"/>
            <a:ext cx="2618400" cy="24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ed Hat Display"/>
                <a:ea typeface="Red Hat Display"/>
                <a:cs typeface="Red Hat Display"/>
                <a:sym typeface="Red Hat Display"/>
              </a:rPr>
              <a:t>Datacenter/Lab with BMC Access</a:t>
            </a:r>
            <a:br>
              <a:rPr lang="en" sz="1200">
                <a:latin typeface="Red Hat Display"/>
                <a:ea typeface="Red Hat Display"/>
                <a:cs typeface="Red Hat Display"/>
                <a:sym typeface="Red Hat Display"/>
              </a:rPr>
            </a:b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AutoNum type="arabicPeriod"/>
            </a:pPr>
            <a:r>
              <a:rPr lang="en" sz="1200">
                <a:latin typeface="Red Hat Display"/>
                <a:ea typeface="Red Hat Display"/>
                <a:cs typeface="Red Hat Display"/>
                <a:sym typeface="Red Hat Display"/>
              </a:rPr>
              <a:t>API call to build with ImageBuilder blueprint and download</a:t>
            </a: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AutoNum type="arabicPeriod"/>
            </a:pPr>
            <a:r>
              <a:rPr lang="en" sz="1200">
                <a:latin typeface="Red Hat Display"/>
                <a:ea typeface="Red Hat Display"/>
                <a:cs typeface="Red Hat Display"/>
                <a:sym typeface="Red Hat Display"/>
              </a:rPr>
              <a:t>Boot IDM and Satellite from physical deploy iso from imagebuilder.</a:t>
            </a:r>
            <a:endParaRPr sz="12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2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2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This is simpler and faster corporate infrastructures.</a:t>
            </a:r>
            <a:endParaRPr sz="1200">
              <a:latin typeface="Red Hat Display"/>
              <a:ea typeface="Red Hat Display"/>
              <a:cs typeface="Red Hat Display"/>
              <a:sym typeface="Red Hat Display"/>
            </a:endParaRPr>
          </a:p>
        </p:txBody>
      </p:sp>
      <p:sp>
        <p:nvSpPr>
          <p:cNvPr id="1664" name="Google Shape;1664;p82"/>
          <p:cNvSpPr txBox="1"/>
          <p:nvPr/>
        </p:nvSpPr>
        <p:spPr>
          <a:xfrm>
            <a:off x="4516200" y="3246363"/>
            <a:ext cx="1579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idmprimary.example.ca</a:t>
            </a:r>
            <a:endParaRPr sz="1000">
              <a:latin typeface="Red Hat Display"/>
              <a:ea typeface="Red Hat Display"/>
              <a:cs typeface="Red Hat Display"/>
              <a:sym typeface="Red Hat Display"/>
            </a:endParaRPr>
          </a:p>
        </p:txBody>
      </p:sp>
      <p:sp>
        <p:nvSpPr>
          <p:cNvPr id="1665" name="Google Shape;1665;p82"/>
          <p:cNvSpPr txBox="1"/>
          <p:nvPr/>
        </p:nvSpPr>
        <p:spPr>
          <a:xfrm>
            <a:off x="6146702" y="3242838"/>
            <a:ext cx="14772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satellite.example.ca</a:t>
            </a:r>
            <a:endParaRPr sz="1000">
              <a:latin typeface="Red Hat Display"/>
              <a:ea typeface="Red Hat Display"/>
              <a:cs typeface="Red Hat Display"/>
              <a:sym typeface="Red Hat Display"/>
            </a:endParaRPr>
          </a:p>
        </p:txBody>
      </p:sp>
      <p:pic>
        <p:nvPicPr>
          <p:cNvPr id="1666" name="Google Shape;1666;p82" title="Icon-Red_Hat-Hypervisor-A-Red-RGB.png"/>
          <p:cNvPicPr preferRelativeResize="0"/>
          <p:nvPr/>
        </p:nvPicPr>
        <p:blipFill>
          <a:blip r:embed="rId5">
            <a:alphaModFix/>
          </a:blip>
          <a:stretch>
            <a:fillRect/>
          </a:stretch>
        </p:blipFill>
        <p:spPr>
          <a:xfrm>
            <a:off x="8117875" y="3583225"/>
            <a:ext cx="1365750" cy="1365750"/>
          </a:xfrm>
          <a:prstGeom prst="rect">
            <a:avLst/>
          </a:prstGeom>
          <a:noFill/>
          <a:ln>
            <a:noFill/>
          </a:ln>
        </p:spPr>
      </p:pic>
      <p:pic>
        <p:nvPicPr>
          <p:cNvPr id="1667" name="Google Shape;1667;p82" title="Icon-Red_Hat-Automation-A-Red-RGB.png"/>
          <p:cNvPicPr preferRelativeResize="0"/>
          <p:nvPr/>
        </p:nvPicPr>
        <p:blipFill>
          <a:blip r:embed="rId6">
            <a:alphaModFix/>
          </a:blip>
          <a:stretch>
            <a:fillRect/>
          </a:stretch>
        </p:blipFill>
        <p:spPr>
          <a:xfrm>
            <a:off x="596100" y="2186825"/>
            <a:ext cx="480300" cy="480300"/>
          </a:xfrm>
          <a:prstGeom prst="rect">
            <a:avLst/>
          </a:prstGeom>
          <a:noFill/>
          <a:ln>
            <a:noFill/>
          </a:ln>
        </p:spPr>
      </p:pic>
      <p:pic>
        <p:nvPicPr>
          <p:cNvPr id="1668" name="Google Shape;1668;p82" title="Icon-Red_Hat-Container_image-A-Red-RGB.png"/>
          <p:cNvPicPr preferRelativeResize="0"/>
          <p:nvPr/>
        </p:nvPicPr>
        <p:blipFill>
          <a:blip r:embed="rId7">
            <a:alphaModFix/>
          </a:blip>
          <a:stretch>
            <a:fillRect/>
          </a:stretch>
        </p:blipFill>
        <p:spPr>
          <a:xfrm>
            <a:off x="3443275" y="1449525"/>
            <a:ext cx="642300" cy="642300"/>
          </a:xfrm>
          <a:prstGeom prst="rect">
            <a:avLst/>
          </a:prstGeom>
          <a:noFill/>
          <a:ln>
            <a:noFill/>
          </a:ln>
        </p:spPr>
      </p:pic>
      <p:grpSp>
        <p:nvGrpSpPr>
          <p:cNvPr id="1669" name="Google Shape;1669;p82"/>
          <p:cNvGrpSpPr/>
          <p:nvPr/>
        </p:nvGrpSpPr>
        <p:grpSpPr>
          <a:xfrm>
            <a:off x="1209155" y="1639263"/>
            <a:ext cx="914400" cy="559500"/>
            <a:chOff x="3899025" y="4752650"/>
            <a:chExt cx="914400" cy="559500"/>
          </a:xfrm>
        </p:grpSpPr>
        <p:pic>
          <p:nvPicPr>
            <p:cNvPr id="1670" name="Google Shape;1670;p82"/>
            <p:cNvPicPr preferRelativeResize="0"/>
            <p:nvPr/>
          </p:nvPicPr>
          <p:blipFill rotWithShape="1">
            <a:blip r:embed="rId8">
              <a:alphaModFix/>
            </a:blip>
            <a:srcRect b="19054" l="0" r="0" t="19757"/>
            <a:stretch/>
          </p:blipFill>
          <p:spPr>
            <a:xfrm>
              <a:off x="3899025" y="4752650"/>
              <a:ext cx="914400" cy="559500"/>
            </a:xfrm>
            <a:prstGeom prst="rect">
              <a:avLst/>
            </a:prstGeom>
            <a:noFill/>
            <a:ln>
              <a:noFill/>
            </a:ln>
          </p:spPr>
        </p:pic>
        <p:pic>
          <p:nvPicPr>
            <p:cNvPr id="1671" name="Google Shape;1671;p82"/>
            <p:cNvPicPr preferRelativeResize="0"/>
            <p:nvPr/>
          </p:nvPicPr>
          <p:blipFill>
            <a:blip r:embed="rId9">
              <a:alphaModFix/>
            </a:blip>
            <a:stretch>
              <a:fillRect/>
            </a:stretch>
          </p:blipFill>
          <p:spPr>
            <a:xfrm>
              <a:off x="4302575" y="4883351"/>
              <a:ext cx="275675" cy="275675"/>
            </a:xfrm>
            <a:prstGeom prst="rect">
              <a:avLst/>
            </a:prstGeom>
            <a:noFill/>
            <a:ln>
              <a:noFill/>
            </a:ln>
          </p:spPr>
        </p:pic>
      </p:grpSp>
      <p:pic>
        <p:nvPicPr>
          <p:cNvPr id="1672" name="Google Shape;1672;p82"/>
          <p:cNvPicPr preferRelativeResize="0"/>
          <p:nvPr/>
        </p:nvPicPr>
        <p:blipFill rotWithShape="1">
          <a:blip r:embed="rId4">
            <a:alphaModFix/>
          </a:blip>
          <a:srcRect b="25702" l="0" r="0" t="28126"/>
          <a:stretch/>
        </p:blipFill>
        <p:spPr>
          <a:xfrm rot="-5400000">
            <a:off x="8380674" y="2261727"/>
            <a:ext cx="1211839" cy="559500"/>
          </a:xfrm>
          <a:prstGeom prst="rect">
            <a:avLst/>
          </a:prstGeom>
          <a:noFill/>
          <a:ln>
            <a:noFill/>
          </a:ln>
        </p:spPr>
      </p:pic>
      <p:pic>
        <p:nvPicPr>
          <p:cNvPr id="1673" name="Google Shape;1673;p82"/>
          <p:cNvPicPr preferRelativeResize="0"/>
          <p:nvPr/>
        </p:nvPicPr>
        <p:blipFill rotWithShape="1">
          <a:blip r:embed="rId4">
            <a:alphaModFix/>
          </a:blip>
          <a:srcRect b="25702" l="0" r="0" t="28126"/>
          <a:stretch/>
        </p:blipFill>
        <p:spPr>
          <a:xfrm rot="-5400000">
            <a:off x="8837874" y="2261727"/>
            <a:ext cx="1211839" cy="559500"/>
          </a:xfrm>
          <a:prstGeom prst="rect">
            <a:avLst/>
          </a:prstGeom>
          <a:noFill/>
          <a:ln>
            <a:noFill/>
          </a:ln>
        </p:spPr>
      </p:pic>
      <p:pic>
        <p:nvPicPr>
          <p:cNvPr id="1674" name="Google Shape;1674;p82"/>
          <p:cNvPicPr preferRelativeResize="0"/>
          <p:nvPr/>
        </p:nvPicPr>
        <p:blipFill rotWithShape="1">
          <a:blip r:embed="rId4">
            <a:alphaModFix/>
          </a:blip>
          <a:srcRect b="25702" l="0" r="0" t="28126"/>
          <a:stretch/>
        </p:blipFill>
        <p:spPr>
          <a:xfrm rot="-5400000">
            <a:off x="9295074" y="2261727"/>
            <a:ext cx="1211839" cy="559500"/>
          </a:xfrm>
          <a:prstGeom prst="rect">
            <a:avLst/>
          </a:prstGeom>
          <a:noFill/>
          <a:ln>
            <a:noFill/>
          </a:ln>
        </p:spPr>
      </p:pic>
      <p:pic>
        <p:nvPicPr>
          <p:cNvPr id="1675" name="Google Shape;1675;p82"/>
          <p:cNvPicPr preferRelativeResize="0"/>
          <p:nvPr/>
        </p:nvPicPr>
        <p:blipFill rotWithShape="1">
          <a:blip r:embed="rId4">
            <a:alphaModFix/>
          </a:blip>
          <a:srcRect b="25702" l="0" r="0" t="28126"/>
          <a:stretch/>
        </p:blipFill>
        <p:spPr>
          <a:xfrm rot="-5400000">
            <a:off x="9752274" y="2261727"/>
            <a:ext cx="1211839" cy="559500"/>
          </a:xfrm>
          <a:prstGeom prst="rect">
            <a:avLst/>
          </a:prstGeom>
          <a:noFill/>
          <a:ln>
            <a:noFill/>
          </a:ln>
        </p:spPr>
      </p:pic>
      <p:pic>
        <p:nvPicPr>
          <p:cNvPr id="1676" name="Google Shape;1676;p82"/>
          <p:cNvPicPr preferRelativeResize="0"/>
          <p:nvPr/>
        </p:nvPicPr>
        <p:blipFill rotWithShape="1">
          <a:blip r:embed="rId4">
            <a:alphaModFix/>
          </a:blip>
          <a:srcRect b="25702" l="0" r="0" t="28126"/>
          <a:stretch/>
        </p:blipFill>
        <p:spPr>
          <a:xfrm rot="-5400000">
            <a:off x="10209474" y="2261727"/>
            <a:ext cx="1211839" cy="559500"/>
          </a:xfrm>
          <a:prstGeom prst="rect">
            <a:avLst/>
          </a:prstGeom>
          <a:noFill/>
          <a:ln>
            <a:noFill/>
          </a:ln>
        </p:spPr>
      </p:pic>
      <p:pic>
        <p:nvPicPr>
          <p:cNvPr id="1677" name="Google Shape;1677;p82" title="Icon-Red_Hat-Install-A-Red-CMYK.jpg"/>
          <p:cNvPicPr preferRelativeResize="0"/>
          <p:nvPr/>
        </p:nvPicPr>
        <p:blipFill rotWithShape="1">
          <a:blip r:embed="rId3">
            <a:alphaModFix/>
          </a:blip>
          <a:srcRect b="12216" l="0" r="0" t="9975"/>
          <a:stretch/>
        </p:blipFill>
        <p:spPr>
          <a:xfrm>
            <a:off x="6234127" y="2396416"/>
            <a:ext cx="1211850" cy="942950"/>
          </a:xfrm>
          <a:prstGeom prst="rect">
            <a:avLst/>
          </a:prstGeom>
          <a:noFill/>
          <a:ln>
            <a:noFill/>
          </a:ln>
        </p:spPr>
      </p:pic>
      <p:cxnSp>
        <p:nvCxnSpPr>
          <p:cNvPr id="1678" name="Google Shape;1678;p82"/>
          <p:cNvCxnSpPr>
            <a:stCxn id="1658" idx="1"/>
            <a:endCxn id="1667" idx="2"/>
          </p:cNvCxnSpPr>
          <p:nvPr/>
        </p:nvCxnSpPr>
        <p:spPr>
          <a:xfrm rot="10800000">
            <a:off x="836391" y="2667226"/>
            <a:ext cx="361500" cy="260100"/>
          </a:xfrm>
          <a:prstGeom prst="curvedConnector2">
            <a:avLst/>
          </a:prstGeom>
          <a:noFill/>
          <a:ln cap="flat" cmpd="sng" w="9525">
            <a:solidFill>
              <a:schemeClr val="dk2"/>
            </a:solidFill>
            <a:prstDash val="solid"/>
            <a:round/>
            <a:headEnd len="med" w="med" type="none"/>
            <a:tailEnd len="med" w="med" type="none"/>
          </a:ln>
        </p:spPr>
      </p:cxnSp>
      <p:cxnSp>
        <p:nvCxnSpPr>
          <p:cNvPr id="1679" name="Google Shape;1679;p82"/>
          <p:cNvCxnSpPr>
            <a:stCxn id="1667" idx="0"/>
            <a:endCxn id="1670" idx="1"/>
          </p:cNvCxnSpPr>
          <p:nvPr/>
        </p:nvCxnSpPr>
        <p:spPr>
          <a:xfrm rot="-5400000">
            <a:off x="888750" y="1866425"/>
            <a:ext cx="267900" cy="372900"/>
          </a:xfrm>
          <a:prstGeom prst="curvedConnector2">
            <a:avLst/>
          </a:prstGeom>
          <a:noFill/>
          <a:ln cap="flat" cmpd="sng" w="9525">
            <a:solidFill>
              <a:schemeClr val="dk2"/>
            </a:solidFill>
            <a:prstDash val="solid"/>
            <a:round/>
            <a:headEnd len="med" w="med" type="none"/>
            <a:tailEnd len="med" w="med" type="none"/>
          </a:ln>
        </p:spPr>
      </p:cxnSp>
      <p:sp>
        <p:nvSpPr>
          <p:cNvPr id="1680" name="Google Shape;1680;p82"/>
          <p:cNvSpPr txBox="1"/>
          <p:nvPr/>
        </p:nvSpPr>
        <p:spPr>
          <a:xfrm>
            <a:off x="858600" y="1377281"/>
            <a:ext cx="1579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console.redhat.com</a:t>
            </a:r>
            <a:endParaRPr sz="1000">
              <a:latin typeface="Red Hat Display"/>
              <a:ea typeface="Red Hat Display"/>
              <a:cs typeface="Red Hat Display"/>
              <a:sym typeface="Red Hat Display"/>
            </a:endParaRPr>
          </a:p>
        </p:txBody>
      </p:sp>
      <p:cxnSp>
        <p:nvCxnSpPr>
          <p:cNvPr id="1681" name="Google Shape;1681;p82"/>
          <p:cNvCxnSpPr>
            <a:stCxn id="1668" idx="1"/>
            <a:endCxn id="1670" idx="3"/>
          </p:cNvCxnSpPr>
          <p:nvPr/>
        </p:nvCxnSpPr>
        <p:spPr>
          <a:xfrm flipH="1">
            <a:off x="2123575" y="1770675"/>
            <a:ext cx="1319700" cy="148200"/>
          </a:xfrm>
          <a:prstGeom prst="curvedConnector3">
            <a:avLst>
              <a:gd fmla="val 50001" name="adj1"/>
            </a:avLst>
          </a:prstGeom>
          <a:noFill/>
          <a:ln cap="flat" cmpd="sng" w="9525">
            <a:solidFill>
              <a:schemeClr val="dk2"/>
            </a:solidFill>
            <a:prstDash val="solid"/>
            <a:round/>
            <a:headEnd len="med" w="med" type="none"/>
            <a:tailEnd len="med" w="med" type="none"/>
          </a:ln>
        </p:spPr>
      </p:cxnSp>
      <p:cxnSp>
        <p:nvCxnSpPr>
          <p:cNvPr id="1682" name="Google Shape;1682;p82"/>
          <p:cNvCxnSpPr>
            <a:stCxn id="1668" idx="3"/>
            <a:endCxn id="1652" idx="0"/>
          </p:cNvCxnSpPr>
          <p:nvPr/>
        </p:nvCxnSpPr>
        <p:spPr>
          <a:xfrm>
            <a:off x="4085575" y="1770675"/>
            <a:ext cx="1230600" cy="625800"/>
          </a:xfrm>
          <a:prstGeom prst="curvedConnector2">
            <a:avLst/>
          </a:prstGeom>
          <a:noFill/>
          <a:ln cap="flat" cmpd="sng" w="9525">
            <a:solidFill>
              <a:schemeClr val="dk2"/>
            </a:solidFill>
            <a:prstDash val="solid"/>
            <a:round/>
            <a:headEnd len="med" w="med" type="none"/>
            <a:tailEnd len="med" w="med" type="none"/>
          </a:ln>
        </p:spPr>
      </p:cxnSp>
      <p:cxnSp>
        <p:nvCxnSpPr>
          <p:cNvPr id="1683" name="Google Shape;1683;p82"/>
          <p:cNvCxnSpPr>
            <a:endCxn id="1677" idx="0"/>
          </p:cNvCxnSpPr>
          <p:nvPr/>
        </p:nvCxnSpPr>
        <p:spPr>
          <a:xfrm>
            <a:off x="4085452" y="1760716"/>
            <a:ext cx="2754600" cy="635700"/>
          </a:xfrm>
          <a:prstGeom prst="curvedConnector2">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7" name="Shape 1687"/>
        <p:cNvGrpSpPr/>
        <p:nvPr/>
      </p:nvGrpSpPr>
      <p:grpSpPr>
        <a:xfrm>
          <a:off x="0" y="0"/>
          <a:ext cx="0" cy="0"/>
          <a:chOff x="0" y="0"/>
          <a:chExt cx="0" cy="0"/>
        </a:xfrm>
      </p:grpSpPr>
      <p:pic>
        <p:nvPicPr>
          <p:cNvPr id="1688" name="Google Shape;1688;p83" title="Icon-Red_Hat-Install-A-Red-CMYK.jpg"/>
          <p:cNvPicPr preferRelativeResize="0"/>
          <p:nvPr/>
        </p:nvPicPr>
        <p:blipFill rotWithShape="1">
          <a:blip r:embed="rId3">
            <a:alphaModFix/>
          </a:blip>
          <a:srcRect b="12216" l="0" r="0" t="9975"/>
          <a:stretch/>
        </p:blipFill>
        <p:spPr>
          <a:xfrm>
            <a:off x="4710127" y="2396416"/>
            <a:ext cx="1211850" cy="942950"/>
          </a:xfrm>
          <a:prstGeom prst="rect">
            <a:avLst/>
          </a:prstGeom>
          <a:noFill/>
          <a:ln>
            <a:noFill/>
          </a:ln>
        </p:spPr>
      </p:pic>
      <p:sp>
        <p:nvSpPr>
          <p:cNvPr id="1689" name="Google Shape;1689;p83"/>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Using rhis-builder-provisioner to initiate the RH-IS</a:t>
            </a:r>
            <a:endParaRPr/>
          </a:p>
        </p:txBody>
      </p:sp>
      <p:sp>
        <p:nvSpPr>
          <p:cNvPr id="1690" name="Google Shape;1690;p8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691" name="Google Shape;1691;p8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692" name="Google Shape;1692;p83"/>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Satellite Server deploys AAP Platform and additional nodes</a:t>
            </a:r>
            <a:endParaRPr/>
          </a:p>
        </p:txBody>
      </p:sp>
      <p:grpSp>
        <p:nvGrpSpPr>
          <p:cNvPr id="1693" name="Google Shape;1693;p83"/>
          <p:cNvGrpSpPr/>
          <p:nvPr/>
        </p:nvGrpSpPr>
        <p:grpSpPr>
          <a:xfrm>
            <a:off x="1134356" y="2716239"/>
            <a:ext cx="1088100" cy="691386"/>
            <a:chOff x="448556" y="2944839"/>
            <a:chExt cx="1088100" cy="691386"/>
          </a:xfrm>
        </p:grpSpPr>
        <p:pic>
          <p:nvPicPr>
            <p:cNvPr id="1694" name="Google Shape;1694;p83"/>
            <p:cNvPicPr preferRelativeResize="0"/>
            <p:nvPr/>
          </p:nvPicPr>
          <p:blipFill rotWithShape="1">
            <a:blip r:embed="rId4">
              <a:alphaModFix/>
            </a:blip>
            <a:srcRect b="25702" l="0" r="0" t="28126"/>
            <a:stretch/>
          </p:blipFill>
          <p:spPr>
            <a:xfrm>
              <a:off x="512091" y="2944839"/>
              <a:ext cx="914400" cy="422175"/>
            </a:xfrm>
            <a:prstGeom prst="rect">
              <a:avLst/>
            </a:prstGeom>
            <a:noFill/>
            <a:ln>
              <a:noFill/>
            </a:ln>
          </p:spPr>
        </p:pic>
        <p:sp>
          <p:nvSpPr>
            <p:cNvPr id="1695" name="Google Shape;1695;p83"/>
            <p:cNvSpPr txBox="1"/>
            <p:nvPr/>
          </p:nvSpPr>
          <p:spPr>
            <a:xfrm>
              <a:off x="448556" y="32360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grpSp>
      <p:sp>
        <p:nvSpPr>
          <p:cNvPr id="1696" name="Google Shape;1696;p83"/>
          <p:cNvSpPr txBox="1"/>
          <p:nvPr/>
        </p:nvSpPr>
        <p:spPr>
          <a:xfrm>
            <a:off x="4516200" y="3246363"/>
            <a:ext cx="1579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idmprimary.example.ca</a:t>
            </a:r>
            <a:endParaRPr sz="1000">
              <a:latin typeface="Red Hat Display"/>
              <a:ea typeface="Red Hat Display"/>
              <a:cs typeface="Red Hat Display"/>
              <a:sym typeface="Red Hat Display"/>
            </a:endParaRPr>
          </a:p>
        </p:txBody>
      </p:sp>
      <p:sp>
        <p:nvSpPr>
          <p:cNvPr id="1697" name="Google Shape;1697;p83"/>
          <p:cNvSpPr txBox="1"/>
          <p:nvPr/>
        </p:nvSpPr>
        <p:spPr>
          <a:xfrm>
            <a:off x="6146702" y="3242838"/>
            <a:ext cx="14772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satellite.example.ca</a:t>
            </a:r>
            <a:endParaRPr sz="1000">
              <a:latin typeface="Red Hat Display"/>
              <a:ea typeface="Red Hat Display"/>
              <a:cs typeface="Red Hat Display"/>
              <a:sym typeface="Red Hat Display"/>
            </a:endParaRPr>
          </a:p>
        </p:txBody>
      </p:sp>
      <p:pic>
        <p:nvPicPr>
          <p:cNvPr id="1698" name="Google Shape;1698;p83" title="Icon-Red_Hat-Automation-A-Red-RGB.png"/>
          <p:cNvPicPr preferRelativeResize="0"/>
          <p:nvPr/>
        </p:nvPicPr>
        <p:blipFill>
          <a:blip r:embed="rId5">
            <a:alphaModFix/>
          </a:blip>
          <a:stretch>
            <a:fillRect/>
          </a:stretch>
        </p:blipFill>
        <p:spPr>
          <a:xfrm>
            <a:off x="596100" y="2186825"/>
            <a:ext cx="480300" cy="480300"/>
          </a:xfrm>
          <a:prstGeom prst="rect">
            <a:avLst/>
          </a:prstGeom>
          <a:noFill/>
          <a:ln>
            <a:noFill/>
          </a:ln>
        </p:spPr>
      </p:pic>
      <p:pic>
        <p:nvPicPr>
          <p:cNvPr id="1699" name="Google Shape;1699;p83" title="Icon-Red_Hat-Container_image-A-Red-RGB.png"/>
          <p:cNvPicPr preferRelativeResize="0"/>
          <p:nvPr/>
        </p:nvPicPr>
        <p:blipFill>
          <a:blip r:embed="rId6">
            <a:alphaModFix/>
          </a:blip>
          <a:stretch>
            <a:fillRect/>
          </a:stretch>
        </p:blipFill>
        <p:spPr>
          <a:xfrm>
            <a:off x="3443275" y="1449525"/>
            <a:ext cx="642300" cy="642300"/>
          </a:xfrm>
          <a:prstGeom prst="rect">
            <a:avLst/>
          </a:prstGeom>
          <a:noFill/>
          <a:ln>
            <a:noFill/>
          </a:ln>
        </p:spPr>
      </p:pic>
      <p:grpSp>
        <p:nvGrpSpPr>
          <p:cNvPr id="1700" name="Google Shape;1700;p83"/>
          <p:cNvGrpSpPr/>
          <p:nvPr/>
        </p:nvGrpSpPr>
        <p:grpSpPr>
          <a:xfrm>
            <a:off x="1209155" y="1639263"/>
            <a:ext cx="914400" cy="559500"/>
            <a:chOff x="3899025" y="4752650"/>
            <a:chExt cx="914400" cy="559500"/>
          </a:xfrm>
        </p:grpSpPr>
        <p:pic>
          <p:nvPicPr>
            <p:cNvPr id="1701" name="Google Shape;1701;p83"/>
            <p:cNvPicPr preferRelativeResize="0"/>
            <p:nvPr/>
          </p:nvPicPr>
          <p:blipFill rotWithShape="1">
            <a:blip r:embed="rId7">
              <a:alphaModFix/>
            </a:blip>
            <a:srcRect b="19054" l="0" r="0" t="19757"/>
            <a:stretch/>
          </p:blipFill>
          <p:spPr>
            <a:xfrm>
              <a:off x="3899025" y="4752650"/>
              <a:ext cx="914400" cy="559500"/>
            </a:xfrm>
            <a:prstGeom prst="rect">
              <a:avLst/>
            </a:prstGeom>
            <a:noFill/>
            <a:ln>
              <a:noFill/>
            </a:ln>
          </p:spPr>
        </p:pic>
        <p:pic>
          <p:nvPicPr>
            <p:cNvPr id="1702" name="Google Shape;1702;p83"/>
            <p:cNvPicPr preferRelativeResize="0"/>
            <p:nvPr/>
          </p:nvPicPr>
          <p:blipFill>
            <a:blip r:embed="rId8">
              <a:alphaModFix/>
            </a:blip>
            <a:stretch>
              <a:fillRect/>
            </a:stretch>
          </p:blipFill>
          <p:spPr>
            <a:xfrm>
              <a:off x="4302575" y="4883351"/>
              <a:ext cx="275675" cy="275675"/>
            </a:xfrm>
            <a:prstGeom prst="rect">
              <a:avLst/>
            </a:prstGeom>
            <a:noFill/>
            <a:ln>
              <a:noFill/>
            </a:ln>
          </p:spPr>
        </p:pic>
      </p:grpSp>
      <p:pic>
        <p:nvPicPr>
          <p:cNvPr id="1703" name="Google Shape;1703;p83"/>
          <p:cNvPicPr preferRelativeResize="0"/>
          <p:nvPr/>
        </p:nvPicPr>
        <p:blipFill rotWithShape="1">
          <a:blip r:embed="rId4">
            <a:alphaModFix/>
          </a:blip>
          <a:srcRect b="25702" l="0" r="0" t="28126"/>
          <a:stretch/>
        </p:blipFill>
        <p:spPr>
          <a:xfrm rot="-5400000">
            <a:off x="9599874" y="2261727"/>
            <a:ext cx="1211839" cy="559500"/>
          </a:xfrm>
          <a:prstGeom prst="rect">
            <a:avLst/>
          </a:prstGeom>
          <a:noFill/>
          <a:ln>
            <a:noFill/>
          </a:ln>
        </p:spPr>
      </p:pic>
      <p:pic>
        <p:nvPicPr>
          <p:cNvPr id="1704" name="Google Shape;1704;p83"/>
          <p:cNvPicPr preferRelativeResize="0"/>
          <p:nvPr/>
        </p:nvPicPr>
        <p:blipFill rotWithShape="1">
          <a:blip r:embed="rId4">
            <a:alphaModFix/>
          </a:blip>
          <a:srcRect b="25702" l="0" r="0" t="28126"/>
          <a:stretch/>
        </p:blipFill>
        <p:spPr>
          <a:xfrm rot="-5400000">
            <a:off x="10057074" y="2261727"/>
            <a:ext cx="1211839" cy="559500"/>
          </a:xfrm>
          <a:prstGeom prst="rect">
            <a:avLst/>
          </a:prstGeom>
          <a:noFill/>
          <a:ln>
            <a:noFill/>
          </a:ln>
        </p:spPr>
      </p:pic>
      <p:pic>
        <p:nvPicPr>
          <p:cNvPr id="1705" name="Google Shape;1705;p83"/>
          <p:cNvPicPr preferRelativeResize="0"/>
          <p:nvPr/>
        </p:nvPicPr>
        <p:blipFill rotWithShape="1">
          <a:blip r:embed="rId4">
            <a:alphaModFix/>
          </a:blip>
          <a:srcRect b="25702" l="0" r="0" t="28126"/>
          <a:stretch/>
        </p:blipFill>
        <p:spPr>
          <a:xfrm rot="-5400000">
            <a:off x="10514274" y="2261727"/>
            <a:ext cx="1211839" cy="559500"/>
          </a:xfrm>
          <a:prstGeom prst="rect">
            <a:avLst/>
          </a:prstGeom>
          <a:noFill/>
          <a:ln>
            <a:noFill/>
          </a:ln>
        </p:spPr>
      </p:pic>
      <p:pic>
        <p:nvPicPr>
          <p:cNvPr id="1706" name="Google Shape;1706;p83"/>
          <p:cNvPicPr preferRelativeResize="0"/>
          <p:nvPr/>
        </p:nvPicPr>
        <p:blipFill rotWithShape="1">
          <a:blip r:embed="rId4">
            <a:alphaModFix/>
          </a:blip>
          <a:srcRect b="25702" l="0" r="0" t="28126"/>
          <a:stretch/>
        </p:blipFill>
        <p:spPr>
          <a:xfrm rot="-5400000">
            <a:off x="10971474" y="2261727"/>
            <a:ext cx="1211839" cy="559500"/>
          </a:xfrm>
          <a:prstGeom prst="rect">
            <a:avLst/>
          </a:prstGeom>
          <a:noFill/>
          <a:ln>
            <a:noFill/>
          </a:ln>
        </p:spPr>
      </p:pic>
      <p:pic>
        <p:nvPicPr>
          <p:cNvPr id="1707" name="Google Shape;1707;p83" title="Icon-Red_Hat-Install-A-Red-CMYK.jpg"/>
          <p:cNvPicPr preferRelativeResize="0"/>
          <p:nvPr/>
        </p:nvPicPr>
        <p:blipFill rotWithShape="1">
          <a:blip r:embed="rId3">
            <a:alphaModFix/>
          </a:blip>
          <a:srcRect b="12216" l="0" r="0" t="9975"/>
          <a:stretch/>
        </p:blipFill>
        <p:spPr>
          <a:xfrm>
            <a:off x="6234127" y="2396416"/>
            <a:ext cx="1211850" cy="942950"/>
          </a:xfrm>
          <a:prstGeom prst="rect">
            <a:avLst/>
          </a:prstGeom>
          <a:noFill/>
          <a:ln>
            <a:noFill/>
          </a:ln>
        </p:spPr>
      </p:pic>
      <p:cxnSp>
        <p:nvCxnSpPr>
          <p:cNvPr id="1708" name="Google Shape;1708;p83"/>
          <p:cNvCxnSpPr>
            <a:stCxn id="1694" idx="1"/>
            <a:endCxn id="1698" idx="2"/>
          </p:cNvCxnSpPr>
          <p:nvPr/>
        </p:nvCxnSpPr>
        <p:spPr>
          <a:xfrm rot="10800000">
            <a:off x="836391" y="2667226"/>
            <a:ext cx="361500" cy="260100"/>
          </a:xfrm>
          <a:prstGeom prst="curvedConnector2">
            <a:avLst/>
          </a:prstGeom>
          <a:noFill/>
          <a:ln cap="flat" cmpd="sng" w="9525">
            <a:solidFill>
              <a:schemeClr val="dk2"/>
            </a:solidFill>
            <a:prstDash val="solid"/>
            <a:round/>
            <a:headEnd len="med" w="med" type="none"/>
            <a:tailEnd len="med" w="med" type="none"/>
          </a:ln>
        </p:spPr>
      </p:cxnSp>
      <p:cxnSp>
        <p:nvCxnSpPr>
          <p:cNvPr id="1709" name="Google Shape;1709;p83"/>
          <p:cNvCxnSpPr>
            <a:stCxn id="1698" idx="0"/>
            <a:endCxn id="1701" idx="1"/>
          </p:cNvCxnSpPr>
          <p:nvPr/>
        </p:nvCxnSpPr>
        <p:spPr>
          <a:xfrm rot="-5400000">
            <a:off x="888750" y="1866425"/>
            <a:ext cx="267900" cy="372900"/>
          </a:xfrm>
          <a:prstGeom prst="curvedConnector2">
            <a:avLst/>
          </a:prstGeom>
          <a:noFill/>
          <a:ln cap="flat" cmpd="sng" w="9525">
            <a:solidFill>
              <a:schemeClr val="dk2"/>
            </a:solidFill>
            <a:prstDash val="solid"/>
            <a:round/>
            <a:headEnd len="med" w="med" type="none"/>
            <a:tailEnd len="med" w="med" type="none"/>
          </a:ln>
        </p:spPr>
      </p:cxnSp>
      <p:sp>
        <p:nvSpPr>
          <p:cNvPr id="1710" name="Google Shape;1710;p83"/>
          <p:cNvSpPr txBox="1"/>
          <p:nvPr/>
        </p:nvSpPr>
        <p:spPr>
          <a:xfrm>
            <a:off x="858600" y="1377281"/>
            <a:ext cx="1579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console.redhat.com</a:t>
            </a:r>
            <a:endParaRPr sz="1000">
              <a:latin typeface="Red Hat Display"/>
              <a:ea typeface="Red Hat Display"/>
              <a:cs typeface="Red Hat Display"/>
              <a:sym typeface="Red Hat Display"/>
            </a:endParaRPr>
          </a:p>
        </p:txBody>
      </p:sp>
      <p:cxnSp>
        <p:nvCxnSpPr>
          <p:cNvPr id="1711" name="Google Shape;1711;p83"/>
          <p:cNvCxnSpPr>
            <a:stCxn id="1699" idx="1"/>
            <a:endCxn id="1701" idx="3"/>
          </p:cNvCxnSpPr>
          <p:nvPr/>
        </p:nvCxnSpPr>
        <p:spPr>
          <a:xfrm flipH="1">
            <a:off x="2123575" y="1770675"/>
            <a:ext cx="1319700" cy="148200"/>
          </a:xfrm>
          <a:prstGeom prst="curvedConnector3">
            <a:avLst>
              <a:gd fmla="val 50001" name="adj1"/>
            </a:avLst>
          </a:prstGeom>
          <a:noFill/>
          <a:ln cap="flat" cmpd="sng" w="9525">
            <a:solidFill>
              <a:schemeClr val="dk2"/>
            </a:solidFill>
            <a:prstDash val="solid"/>
            <a:round/>
            <a:headEnd len="med" w="med" type="none"/>
            <a:tailEnd len="med" w="med" type="none"/>
          </a:ln>
        </p:spPr>
      </p:cxnSp>
      <p:cxnSp>
        <p:nvCxnSpPr>
          <p:cNvPr id="1712" name="Google Shape;1712;p83"/>
          <p:cNvCxnSpPr>
            <a:stCxn id="1699" idx="3"/>
            <a:endCxn id="1688" idx="0"/>
          </p:cNvCxnSpPr>
          <p:nvPr/>
        </p:nvCxnSpPr>
        <p:spPr>
          <a:xfrm>
            <a:off x="4085575" y="1770675"/>
            <a:ext cx="1230600" cy="625800"/>
          </a:xfrm>
          <a:prstGeom prst="curvedConnector2">
            <a:avLst/>
          </a:prstGeom>
          <a:noFill/>
          <a:ln cap="flat" cmpd="sng" w="9525">
            <a:solidFill>
              <a:schemeClr val="dk2"/>
            </a:solidFill>
            <a:prstDash val="solid"/>
            <a:round/>
            <a:headEnd len="med" w="med" type="none"/>
            <a:tailEnd len="med" w="med" type="none"/>
          </a:ln>
        </p:spPr>
      </p:cxnSp>
      <p:cxnSp>
        <p:nvCxnSpPr>
          <p:cNvPr id="1713" name="Google Shape;1713;p83"/>
          <p:cNvCxnSpPr>
            <a:endCxn id="1707" idx="0"/>
          </p:cNvCxnSpPr>
          <p:nvPr/>
        </p:nvCxnSpPr>
        <p:spPr>
          <a:xfrm>
            <a:off x="4085452" y="1760716"/>
            <a:ext cx="2754600" cy="635700"/>
          </a:xfrm>
          <a:prstGeom prst="curvedConnector2">
            <a:avLst/>
          </a:prstGeom>
          <a:noFill/>
          <a:ln cap="flat" cmpd="sng" w="9525">
            <a:solidFill>
              <a:schemeClr val="dk2"/>
            </a:solidFill>
            <a:prstDash val="solid"/>
            <a:round/>
            <a:headEnd len="med" w="med" type="none"/>
            <a:tailEnd len="med" w="med" type="none"/>
          </a:ln>
        </p:spPr>
      </p:cxnSp>
      <p:pic>
        <p:nvPicPr>
          <p:cNvPr id="1714" name="Google Shape;1714;p83" title="Icon-Red_Hat-Install-A-Red-CMYK.jpg"/>
          <p:cNvPicPr preferRelativeResize="0"/>
          <p:nvPr/>
        </p:nvPicPr>
        <p:blipFill rotWithShape="1">
          <a:blip r:embed="rId3">
            <a:alphaModFix/>
          </a:blip>
          <a:srcRect b="12216" l="0" r="0" t="9975"/>
          <a:stretch/>
        </p:blipFill>
        <p:spPr>
          <a:xfrm>
            <a:off x="7529527" y="2396416"/>
            <a:ext cx="1211850" cy="942950"/>
          </a:xfrm>
          <a:prstGeom prst="rect">
            <a:avLst/>
          </a:prstGeom>
          <a:noFill/>
          <a:ln>
            <a:noFill/>
          </a:ln>
        </p:spPr>
      </p:pic>
      <p:pic>
        <p:nvPicPr>
          <p:cNvPr id="1715" name="Google Shape;1715;p83" title="Icon-Red_Hat-Install-A-Red-CMYK.jpg"/>
          <p:cNvPicPr preferRelativeResize="0"/>
          <p:nvPr/>
        </p:nvPicPr>
        <p:blipFill rotWithShape="1">
          <a:blip r:embed="rId3">
            <a:alphaModFix/>
          </a:blip>
          <a:srcRect b="12216" l="0" r="0" t="9975"/>
          <a:stretch/>
        </p:blipFill>
        <p:spPr>
          <a:xfrm>
            <a:off x="8672527" y="2396416"/>
            <a:ext cx="1211850" cy="942950"/>
          </a:xfrm>
          <a:prstGeom prst="rect">
            <a:avLst/>
          </a:prstGeom>
          <a:noFill/>
          <a:ln>
            <a:noFill/>
          </a:ln>
        </p:spPr>
      </p:pic>
      <p:sp>
        <p:nvSpPr>
          <p:cNvPr id="1716" name="Google Shape;1716;p83"/>
          <p:cNvSpPr txBox="1"/>
          <p:nvPr/>
        </p:nvSpPr>
        <p:spPr>
          <a:xfrm>
            <a:off x="7442102" y="3242838"/>
            <a:ext cx="14772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controller</a:t>
            </a:r>
            <a:r>
              <a:rPr lang="en" sz="1000">
                <a:latin typeface="Red Hat Display"/>
                <a:ea typeface="Red Hat Display"/>
                <a:cs typeface="Red Hat Display"/>
                <a:sym typeface="Red Hat Display"/>
              </a:rPr>
              <a:t>.example.ca</a:t>
            </a:r>
            <a:endParaRPr sz="1000">
              <a:latin typeface="Red Hat Display"/>
              <a:ea typeface="Red Hat Display"/>
              <a:cs typeface="Red Hat Display"/>
              <a:sym typeface="Red Hat Display"/>
            </a:endParaRPr>
          </a:p>
        </p:txBody>
      </p:sp>
      <p:sp>
        <p:nvSpPr>
          <p:cNvPr id="1717" name="Google Shape;1717;p83"/>
          <p:cNvSpPr txBox="1"/>
          <p:nvPr/>
        </p:nvSpPr>
        <p:spPr>
          <a:xfrm>
            <a:off x="8661302" y="3242838"/>
            <a:ext cx="14772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hub</a:t>
            </a:r>
            <a:r>
              <a:rPr lang="en" sz="1000">
                <a:latin typeface="Red Hat Display"/>
                <a:ea typeface="Red Hat Display"/>
                <a:cs typeface="Red Hat Display"/>
                <a:sym typeface="Red Hat Display"/>
              </a:rPr>
              <a:t>.example.ca</a:t>
            </a:r>
            <a:endParaRPr sz="1000">
              <a:latin typeface="Red Hat Display"/>
              <a:ea typeface="Red Hat Display"/>
              <a:cs typeface="Red Hat Display"/>
              <a:sym typeface="Red Hat Display"/>
            </a:endParaRPr>
          </a:p>
        </p:txBody>
      </p:sp>
      <p:cxnSp>
        <p:nvCxnSpPr>
          <p:cNvPr id="1718" name="Google Shape;1718;p83"/>
          <p:cNvCxnSpPr>
            <a:stCxn id="1707" idx="0"/>
            <a:endCxn id="1714" idx="0"/>
          </p:cNvCxnSpPr>
          <p:nvPr/>
        </p:nvCxnSpPr>
        <p:spPr>
          <a:xfrm flipH="1" rot="-5400000">
            <a:off x="7487452" y="1749016"/>
            <a:ext cx="600" cy="1295400"/>
          </a:xfrm>
          <a:prstGeom prst="curvedConnector3">
            <a:avLst>
              <a:gd fmla="val -39687500" name="adj1"/>
            </a:avLst>
          </a:prstGeom>
          <a:noFill/>
          <a:ln cap="flat" cmpd="sng" w="9525">
            <a:solidFill>
              <a:schemeClr val="dk2"/>
            </a:solidFill>
            <a:prstDash val="solid"/>
            <a:round/>
            <a:headEnd len="med" w="med" type="none"/>
            <a:tailEnd len="med" w="med" type="none"/>
          </a:ln>
        </p:spPr>
      </p:cxnSp>
      <p:cxnSp>
        <p:nvCxnSpPr>
          <p:cNvPr id="1719" name="Google Shape;1719;p83"/>
          <p:cNvCxnSpPr>
            <a:stCxn id="1707" idx="0"/>
            <a:endCxn id="1715" idx="0"/>
          </p:cNvCxnSpPr>
          <p:nvPr/>
        </p:nvCxnSpPr>
        <p:spPr>
          <a:xfrm flipH="1" rot="-5400000">
            <a:off x="8058952" y="1177516"/>
            <a:ext cx="600" cy="2438400"/>
          </a:xfrm>
          <a:prstGeom prst="curvedConnector3">
            <a:avLst>
              <a:gd fmla="val -55706828" name="adj1"/>
            </a:avLst>
          </a:prstGeom>
          <a:noFill/>
          <a:ln cap="flat" cmpd="sng" w="9525">
            <a:solidFill>
              <a:schemeClr val="dk2"/>
            </a:solidFill>
            <a:prstDash val="solid"/>
            <a:round/>
            <a:headEnd len="med" w="med" type="none"/>
            <a:tailEnd len="med" w="med" type="none"/>
          </a:ln>
        </p:spPr>
      </p:cxnSp>
      <p:grpSp>
        <p:nvGrpSpPr>
          <p:cNvPr id="1720" name="Google Shape;1720;p83"/>
          <p:cNvGrpSpPr/>
          <p:nvPr/>
        </p:nvGrpSpPr>
        <p:grpSpPr>
          <a:xfrm>
            <a:off x="3297100" y="4576375"/>
            <a:ext cx="1477200" cy="1311935"/>
            <a:chOff x="3297100" y="4195375"/>
            <a:chExt cx="1477200" cy="1311935"/>
          </a:xfrm>
        </p:grpSpPr>
        <p:pic>
          <p:nvPicPr>
            <p:cNvPr id="1721" name="Google Shape;1721;p83"/>
            <p:cNvPicPr preferRelativeResize="0"/>
            <p:nvPr/>
          </p:nvPicPr>
          <p:blipFill rotWithShape="1">
            <a:blip r:embed="rId4">
              <a:alphaModFix/>
            </a:blip>
            <a:srcRect b="25702" l="0" r="0" t="28126"/>
            <a:stretch/>
          </p:blipFill>
          <p:spPr>
            <a:xfrm>
              <a:off x="3297100" y="4825299"/>
              <a:ext cx="1477200" cy="682010"/>
            </a:xfrm>
            <a:prstGeom prst="rect">
              <a:avLst/>
            </a:prstGeom>
            <a:noFill/>
            <a:ln>
              <a:noFill/>
            </a:ln>
          </p:spPr>
        </p:pic>
        <p:pic>
          <p:nvPicPr>
            <p:cNvPr id="1722" name="Google Shape;1722;p83" title="Icon-Red_Hat-Virtual_server-A-Red-RGB.png"/>
            <p:cNvPicPr preferRelativeResize="0"/>
            <p:nvPr/>
          </p:nvPicPr>
          <p:blipFill rotWithShape="1">
            <a:blip r:embed="rId7">
              <a:alphaModFix/>
            </a:blip>
            <a:srcRect b="21101" l="0" r="0" t="21383"/>
            <a:stretch/>
          </p:blipFill>
          <p:spPr>
            <a:xfrm rot="-5400000">
              <a:off x="3273116" y="4350275"/>
              <a:ext cx="729150" cy="419350"/>
            </a:xfrm>
            <a:prstGeom prst="rect">
              <a:avLst/>
            </a:prstGeom>
            <a:noFill/>
            <a:ln>
              <a:noFill/>
            </a:ln>
          </p:spPr>
        </p:pic>
        <p:pic>
          <p:nvPicPr>
            <p:cNvPr id="1723" name="Google Shape;1723;p83" title="Icon-Red_Hat-Virtual_server-A-Red-RGB.png"/>
            <p:cNvPicPr preferRelativeResize="0"/>
            <p:nvPr/>
          </p:nvPicPr>
          <p:blipFill rotWithShape="1">
            <a:blip r:embed="rId7">
              <a:alphaModFix/>
            </a:blip>
            <a:srcRect b="21101" l="0" r="0" t="21383"/>
            <a:stretch/>
          </p:blipFill>
          <p:spPr>
            <a:xfrm rot="-5400000">
              <a:off x="3654116" y="4350275"/>
              <a:ext cx="729150" cy="419350"/>
            </a:xfrm>
            <a:prstGeom prst="rect">
              <a:avLst/>
            </a:prstGeom>
            <a:noFill/>
            <a:ln>
              <a:noFill/>
            </a:ln>
          </p:spPr>
        </p:pic>
        <p:pic>
          <p:nvPicPr>
            <p:cNvPr id="1724" name="Google Shape;1724;p83" title="Icon-Red_Hat-Virtual_server-A-Red-RGB.png"/>
            <p:cNvPicPr preferRelativeResize="0"/>
            <p:nvPr/>
          </p:nvPicPr>
          <p:blipFill rotWithShape="1">
            <a:blip r:embed="rId7">
              <a:alphaModFix/>
            </a:blip>
            <a:srcRect b="21101" l="0" r="0" t="21383"/>
            <a:stretch/>
          </p:blipFill>
          <p:spPr>
            <a:xfrm rot="-5400000">
              <a:off x="4035116" y="4350275"/>
              <a:ext cx="729150" cy="419350"/>
            </a:xfrm>
            <a:prstGeom prst="rect">
              <a:avLst/>
            </a:prstGeom>
            <a:noFill/>
            <a:ln>
              <a:noFill/>
            </a:ln>
          </p:spPr>
        </p:pic>
      </p:grpSp>
      <p:grpSp>
        <p:nvGrpSpPr>
          <p:cNvPr id="1725" name="Google Shape;1725;p83"/>
          <p:cNvGrpSpPr/>
          <p:nvPr/>
        </p:nvGrpSpPr>
        <p:grpSpPr>
          <a:xfrm>
            <a:off x="4516300" y="4576375"/>
            <a:ext cx="1477200" cy="1311935"/>
            <a:chOff x="3297100" y="4195375"/>
            <a:chExt cx="1477200" cy="1311935"/>
          </a:xfrm>
        </p:grpSpPr>
        <p:pic>
          <p:nvPicPr>
            <p:cNvPr id="1726" name="Google Shape;1726;p83"/>
            <p:cNvPicPr preferRelativeResize="0"/>
            <p:nvPr/>
          </p:nvPicPr>
          <p:blipFill rotWithShape="1">
            <a:blip r:embed="rId4">
              <a:alphaModFix/>
            </a:blip>
            <a:srcRect b="25702" l="0" r="0" t="28126"/>
            <a:stretch/>
          </p:blipFill>
          <p:spPr>
            <a:xfrm>
              <a:off x="3297100" y="4825299"/>
              <a:ext cx="1477200" cy="682010"/>
            </a:xfrm>
            <a:prstGeom prst="rect">
              <a:avLst/>
            </a:prstGeom>
            <a:noFill/>
            <a:ln>
              <a:noFill/>
            </a:ln>
          </p:spPr>
        </p:pic>
        <p:pic>
          <p:nvPicPr>
            <p:cNvPr id="1727" name="Google Shape;1727;p83" title="Icon-Red_Hat-Virtual_server-A-Red-RGB.png"/>
            <p:cNvPicPr preferRelativeResize="0"/>
            <p:nvPr/>
          </p:nvPicPr>
          <p:blipFill rotWithShape="1">
            <a:blip r:embed="rId7">
              <a:alphaModFix/>
            </a:blip>
            <a:srcRect b="21101" l="0" r="0" t="21383"/>
            <a:stretch/>
          </p:blipFill>
          <p:spPr>
            <a:xfrm rot="-5400000">
              <a:off x="3273116" y="4350275"/>
              <a:ext cx="729150" cy="419350"/>
            </a:xfrm>
            <a:prstGeom prst="rect">
              <a:avLst/>
            </a:prstGeom>
            <a:noFill/>
            <a:ln>
              <a:noFill/>
            </a:ln>
          </p:spPr>
        </p:pic>
        <p:pic>
          <p:nvPicPr>
            <p:cNvPr id="1728" name="Google Shape;1728;p83" title="Icon-Red_Hat-Virtual_server-A-Red-RGB.png"/>
            <p:cNvPicPr preferRelativeResize="0"/>
            <p:nvPr/>
          </p:nvPicPr>
          <p:blipFill rotWithShape="1">
            <a:blip r:embed="rId7">
              <a:alphaModFix/>
            </a:blip>
            <a:srcRect b="21101" l="0" r="0" t="21383"/>
            <a:stretch/>
          </p:blipFill>
          <p:spPr>
            <a:xfrm rot="-5400000">
              <a:off x="3654116" y="4350275"/>
              <a:ext cx="729150" cy="419350"/>
            </a:xfrm>
            <a:prstGeom prst="rect">
              <a:avLst/>
            </a:prstGeom>
            <a:noFill/>
            <a:ln>
              <a:noFill/>
            </a:ln>
          </p:spPr>
        </p:pic>
        <p:pic>
          <p:nvPicPr>
            <p:cNvPr id="1729" name="Google Shape;1729;p83" title="Icon-Red_Hat-Virtual_server-A-Red-RGB.png"/>
            <p:cNvPicPr preferRelativeResize="0"/>
            <p:nvPr/>
          </p:nvPicPr>
          <p:blipFill rotWithShape="1">
            <a:blip r:embed="rId7">
              <a:alphaModFix/>
            </a:blip>
            <a:srcRect b="21101" l="0" r="0" t="21383"/>
            <a:stretch/>
          </p:blipFill>
          <p:spPr>
            <a:xfrm rot="-5400000">
              <a:off x="4035116" y="4350275"/>
              <a:ext cx="729150" cy="419350"/>
            </a:xfrm>
            <a:prstGeom prst="rect">
              <a:avLst/>
            </a:prstGeom>
            <a:noFill/>
            <a:ln>
              <a:noFill/>
            </a:ln>
          </p:spPr>
        </p:pic>
      </p:grpSp>
      <p:grpSp>
        <p:nvGrpSpPr>
          <p:cNvPr id="1730" name="Google Shape;1730;p83"/>
          <p:cNvGrpSpPr/>
          <p:nvPr/>
        </p:nvGrpSpPr>
        <p:grpSpPr>
          <a:xfrm>
            <a:off x="5735500" y="4576375"/>
            <a:ext cx="1477200" cy="1311935"/>
            <a:chOff x="3297100" y="4195375"/>
            <a:chExt cx="1477200" cy="1311935"/>
          </a:xfrm>
        </p:grpSpPr>
        <p:pic>
          <p:nvPicPr>
            <p:cNvPr id="1731" name="Google Shape;1731;p83"/>
            <p:cNvPicPr preferRelativeResize="0"/>
            <p:nvPr/>
          </p:nvPicPr>
          <p:blipFill rotWithShape="1">
            <a:blip r:embed="rId4">
              <a:alphaModFix/>
            </a:blip>
            <a:srcRect b="25702" l="0" r="0" t="28126"/>
            <a:stretch/>
          </p:blipFill>
          <p:spPr>
            <a:xfrm>
              <a:off x="3297100" y="4825299"/>
              <a:ext cx="1477200" cy="682010"/>
            </a:xfrm>
            <a:prstGeom prst="rect">
              <a:avLst/>
            </a:prstGeom>
            <a:noFill/>
            <a:ln>
              <a:noFill/>
            </a:ln>
          </p:spPr>
        </p:pic>
        <p:pic>
          <p:nvPicPr>
            <p:cNvPr id="1732" name="Google Shape;1732;p83" title="Icon-Red_Hat-Virtual_server-A-Red-RGB.png"/>
            <p:cNvPicPr preferRelativeResize="0"/>
            <p:nvPr/>
          </p:nvPicPr>
          <p:blipFill rotWithShape="1">
            <a:blip r:embed="rId7">
              <a:alphaModFix/>
            </a:blip>
            <a:srcRect b="21101" l="0" r="0" t="21383"/>
            <a:stretch/>
          </p:blipFill>
          <p:spPr>
            <a:xfrm rot="-5400000">
              <a:off x="3273116" y="4350275"/>
              <a:ext cx="729150" cy="419350"/>
            </a:xfrm>
            <a:prstGeom prst="rect">
              <a:avLst/>
            </a:prstGeom>
            <a:noFill/>
            <a:ln>
              <a:noFill/>
            </a:ln>
          </p:spPr>
        </p:pic>
        <p:pic>
          <p:nvPicPr>
            <p:cNvPr id="1733" name="Google Shape;1733;p83" title="Icon-Red_Hat-Virtual_server-A-Red-RGB.png"/>
            <p:cNvPicPr preferRelativeResize="0"/>
            <p:nvPr/>
          </p:nvPicPr>
          <p:blipFill rotWithShape="1">
            <a:blip r:embed="rId7">
              <a:alphaModFix/>
            </a:blip>
            <a:srcRect b="21101" l="0" r="0" t="21383"/>
            <a:stretch/>
          </p:blipFill>
          <p:spPr>
            <a:xfrm rot="-5400000">
              <a:off x="3654116" y="4350275"/>
              <a:ext cx="729150" cy="419350"/>
            </a:xfrm>
            <a:prstGeom prst="rect">
              <a:avLst/>
            </a:prstGeom>
            <a:noFill/>
            <a:ln>
              <a:noFill/>
            </a:ln>
          </p:spPr>
        </p:pic>
        <p:pic>
          <p:nvPicPr>
            <p:cNvPr id="1734" name="Google Shape;1734;p83" title="Icon-Red_Hat-Virtual_server-A-Red-RGB.png"/>
            <p:cNvPicPr preferRelativeResize="0"/>
            <p:nvPr/>
          </p:nvPicPr>
          <p:blipFill rotWithShape="1">
            <a:blip r:embed="rId7">
              <a:alphaModFix/>
            </a:blip>
            <a:srcRect b="21101" l="0" r="0" t="21383"/>
            <a:stretch/>
          </p:blipFill>
          <p:spPr>
            <a:xfrm rot="-5400000">
              <a:off x="4035116" y="4350275"/>
              <a:ext cx="729150" cy="419350"/>
            </a:xfrm>
            <a:prstGeom prst="rect">
              <a:avLst/>
            </a:prstGeom>
            <a:noFill/>
            <a:ln>
              <a:noFill/>
            </a:ln>
          </p:spPr>
        </p:pic>
      </p:grpSp>
      <p:grpSp>
        <p:nvGrpSpPr>
          <p:cNvPr id="1735" name="Google Shape;1735;p83"/>
          <p:cNvGrpSpPr/>
          <p:nvPr/>
        </p:nvGrpSpPr>
        <p:grpSpPr>
          <a:xfrm>
            <a:off x="6954700" y="4576375"/>
            <a:ext cx="1477200" cy="1311935"/>
            <a:chOff x="3297100" y="4195375"/>
            <a:chExt cx="1477200" cy="1311935"/>
          </a:xfrm>
        </p:grpSpPr>
        <p:pic>
          <p:nvPicPr>
            <p:cNvPr id="1736" name="Google Shape;1736;p83"/>
            <p:cNvPicPr preferRelativeResize="0"/>
            <p:nvPr/>
          </p:nvPicPr>
          <p:blipFill rotWithShape="1">
            <a:blip r:embed="rId4">
              <a:alphaModFix/>
            </a:blip>
            <a:srcRect b="25702" l="0" r="0" t="28126"/>
            <a:stretch/>
          </p:blipFill>
          <p:spPr>
            <a:xfrm>
              <a:off x="3297100" y="4825299"/>
              <a:ext cx="1477200" cy="682010"/>
            </a:xfrm>
            <a:prstGeom prst="rect">
              <a:avLst/>
            </a:prstGeom>
            <a:noFill/>
            <a:ln>
              <a:noFill/>
            </a:ln>
          </p:spPr>
        </p:pic>
        <p:pic>
          <p:nvPicPr>
            <p:cNvPr id="1737" name="Google Shape;1737;p83" title="Icon-Red_Hat-Virtual_server-A-Red-RGB.png"/>
            <p:cNvPicPr preferRelativeResize="0"/>
            <p:nvPr/>
          </p:nvPicPr>
          <p:blipFill rotWithShape="1">
            <a:blip r:embed="rId7">
              <a:alphaModFix/>
            </a:blip>
            <a:srcRect b="21101" l="0" r="0" t="21383"/>
            <a:stretch/>
          </p:blipFill>
          <p:spPr>
            <a:xfrm rot="-5400000">
              <a:off x="3273116" y="4350275"/>
              <a:ext cx="729150" cy="419350"/>
            </a:xfrm>
            <a:prstGeom prst="rect">
              <a:avLst/>
            </a:prstGeom>
            <a:noFill/>
            <a:ln>
              <a:noFill/>
            </a:ln>
          </p:spPr>
        </p:pic>
        <p:pic>
          <p:nvPicPr>
            <p:cNvPr id="1738" name="Google Shape;1738;p83" title="Icon-Red_Hat-Virtual_server-A-Red-RGB.png"/>
            <p:cNvPicPr preferRelativeResize="0"/>
            <p:nvPr/>
          </p:nvPicPr>
          <p:blipFill rotWithShape="1">
            <a:blip r:embed="rId7">
              <a:alphaModFix/>
            </a:blip>
            <a:srcRect b="21101" l="0" r="0" t="21383"/>
            <a:stretch/>
          </p:blipFill>
          <p:spPr>
            <a:xfrm rot="-5400000">
              <a:off x="3654116" y="4350275"/>
              <a:ext cx="729150" cy="419350"/>
            </a:xfrm>
            <a:prstGeom prst="rect">
              <a:avLst/>
            </a:prstGeom>
            <a:noFill/>
            <a:ln>
              <a:noFill/>
            </a:ln>
          </p:spPr>
        </p:pic>
        <p:pic>
          <p:nvPicPr>
            <p:cNvPr id="1739" name="Google Shape;1739;p83" title="Icon-Red_Hat-Virtual_server-A-Red-RGB.png"/>
            <p:cNvPicPr preferRelativeResize="0"/>
            <p:nvPr/>
          </p:nvPicPr>
          <p:blipFill rotWithShape="1">
            <a:blip r:embed="rId7">
              <a:alphaModFix/>
            </a:blip>
            <a:srcRect b="21101" l="0" r="0" t="21383"/>
            <a:stretch/>
          </p:blipFill>
          <p:spPr>
            <a:xfrm rot="-5400000">
              <a:off x="4035116" y="4350275"/>
              <a:ext cx="729150" cy="419350"/>
            </a:xfrm>
            <a:prstGeom prst="rect">
              <a:avLst/>
            </a:prstGeom>
            <a:noFill/>
            <a:ln>
              <a:noFill/>
            </a:ln>
          </p:spPr>
        </p:pic>
      </p:grpSp>
      <p:cxnSp>
        <p:nvCxnSpPr>
          <p:cNvPr id="1740" name="Google Shape;1740;p83"/>
          <p:cNvCxnSpPr>
            <a:stCxn id="1697" idx="2"/>
            <a:endCxn id="1722" idx="3"/>
          </p:cNvCxnSpPr>
          <p:nvPr/>
        </p:nvCxnSpPr>
        <p:spPr>
          <a:xfrm rot="5400000">
            <a:off x="4794902" y="2485938"/>
            <a:ext cx="933300" cy="3247500"/>
          </a:xfrm>
          <a:prstGeom prst="curvedConnector3">
            <a:avLst>
              <a:gd fmla="val 50003" name="adj1"/>
            </a:avLst>
          </a:prstGeom>
          <a:noFill/>
          <a:ln cap="flat" cmpd="sng" w="9525">
            <a:solidFill>
              <a:schemeClr val="dk2"/>
            </a:solidFill>
            <a:prstDash val="solid"/>
            <a:round/>
            <a:headEnd len="med" w="med" type="none"/>
            <a:tailEnd len="med" w="med" type="none"/>
          </a:ln>
        </p:spPr>
      </p:cxnSp>
      <p:cxnSp>
        <p:nvCxnSpPr>
          <p:cNvPr id="1741" name="Google Shape;1741;p83"/>
          <p:cNvCxnSpPr>
            <a:stCxn id="1697" idx="2"/>
            <a:endCxn id="1723" idx="3"/>
          </p:cNvCxnSpPr>
          <p:nvPr/>
        </p:nvCxnSpPr>
        <p:spPr>
          <a:xfrm rot="5400000">
            <a:off x="4985402" y="2676438"/>
            <a:ext cx="933300" cy="2866500"/>
          </a:xfrm>
          <a:prstGeom prst="curvedConnector3">
            <a:avLst>
              <a:gd fmla="val 50002" name="adj1"/>
            </a:avLst>
          </a:prstGeom>
          <a:noFill/>
          <a:ln cap="flat" cmpd="sng" w="9525">
            <a:solidFill>
              <a:schemeClr val="dk2"/>
            </a:solidFill>
            <a:prstDash val="solid"/>
            <a:round/>
            <a:headEnd len="med" w="med" type="none"/>
            <a:tailEnd len="med" w="med" type="none"/>
          </a:ln>
        </p:spPr>
      </p:cxnSp>
      <p:cxnSp>
        <p:nvCxnSpPr>
          <p:cNvPr id="1742" name="Google Shape;1742;p83"/>
          <p:cNvCxnSpPr>
            <a:stCxn id="1697" idx="2"/>
            <a:endCxn id="1724" idx="3"/>
          </p:cNvCxnSpPr>
          <p:nvPr/>
        </p:nvCxnSpPr>
        <p:spPr>
          <a:xfrm rot="5400000">
            <a:off x="5175902" y="2866938"/>
            <a:ext cx="933300" cy="2485500"/>
          </a:xfrm>
          <a:prstGeom prst="curvedConnector3">
            <a:avLst>
              <a:gd fmla="val 50002" name="adj1"/>
            </a:avLst>
          </a:prstGeom>
          <a:noFill/>
          <a:ln cap="flat" cmpd="sng" w="9525">
            <a:solidFill>
              <a:schemeClr val="dk2"/>
            </a:solidFill>
            <a:prstDash val="solid"/>
            <a:round/>
            <a:headEnd len="med" w="med" type="none"/>
            <a:tailEnd len="med" w="med" type="none"/>
          </a:ln>
        </p:spPr>
      </p:cxnSp>
      <p:cxnSp>
        <p:nvCxnSpPr>
          <p:cNvPr id="1743" name="Google Shape;1743;p83"/>
          <p:cNvCxnSpPr>
            <a:stCxn id="1697" idx="2"/>
            <a:endCxn id="1727" idx="3"/>
          </p:cNvCxnSpPr>
          <p:nvPr/>
        </p:nvCxnSpPr>
        <p:spPr>
          <a:xfrm rot="5400000">
            <a:off x="5404502" y="3095538"/>
            <a:ext cx="933300" cy="2028300"/>
          </a:xfrm>
          <a:prstGeom prst="curvedConnector3">
            <a:avLst>
              <a:gd fmla="val 50002" name="adj1"/>
            </a:avLst>
          </a:prstGeom>
          <a:noFill/>
          <a:ln cap="flat" cmpd="sng" w="9525">
            <a:solidFill>
              <a:schemeClr val="dk2"/>
            </a:solidFill>
            <a:prstDash val="solid"/>
            <a:round/>
            <a:headEnd len="med" w="med" type="none"/>
            <a:tailEnd len="med" w="med" type="none"/>
          </a:ln>
        </p:spPr>
      </p:cxnSp>
      <p:cxnSp>
        <p:nvCxnSpPr>
          <p:cNvPr id="1744" name="Google Shape;1744;p83"/>
          <p:cNvCxnSpPr>
            <a:stCxn id="1697" idx="2"/>
            <a:endCxn id="1728" idx="3"/>
          </p:cNvCxnSpPr>
          <p:nvPr/>
        </p:nvCxnSpPr>
        <p:spPr>
          <a:xfrm rot="5400000">
            <a:off x="5595002" y="3286038"/>
            <a:ext cx="933300" cy="1647300"/>
          </a:xfrm>
          <a:prstGeom prst="curvedConnector3">
            <a:avLst>
              <a:gd fmla="val 50002" name="adj1"/>
            </a:avLst>
          </a:prstGeom>
          <a:noFill/>
          <a:ln cap="flat" cmpd="sng" w="9525">
            <a:solidFill>
              <a:schemeClr val="dk2"/>
            </a:solidFill>
            <a:prstDash val="solid"/>
            <a:round/>
            <a:headEnd len="med" w="med" type="none"/>
            <a:tailEnd len="med" w="med" type="none"/>
          </a:ln>
        </p:spPr>
      </p:cxnSp>
      <p:cxnSp>
        <p:nvCxnSpPr>
          <p:cNvPr id="1745" name="Google Shape;1745;p83"/>
          <p:cNvCxnSpPr>
            <a:stCxn id="1697" idx="2"/>
            <a:endCxn id="1729" idx="3"/>
          </p:cNvCxnSpPr>
          <p:nvPr/>
        </p:nvCxnSpPr>
        <p:spPr>
          <a:xfrm rot="5400000">
            <a:off x="5785502" y="3476538"/>
            <a:ext cx="933300" cy="1266300"/>
          </a:xfrm>
          <a:prstGeom prst="curvedConnector3">
            <a:avLst>
              <a:gd fmla="val 50002" name="adj1"/>
            </a:avLst>
          </a:prstGeom>
          <a:noFill/>
          <a:ln cap="flat" cmpd="sng" w="9525">
            <a:solidFill>
              <a:schemeClr val="dk2"/>
            </a:solidFill>
            <a:prstDash val="solid"/>
            <a:round/>
            <a:headEnd len="med" w="med" type="none"/>
            <a:tailEnd len="med" w="med" type="none"/>
          </a:ln>
        </p:spPr>
      </p:cxnSp>
      <p:cxnSp>
        <p:nvCxnSpPr>
          <p:cNvPr id="1746" name="Google Shape;1746;p83"/>
          <p:cNvCxnSpPr>
            <a:stCxn id="1697" idx="2"/>
            <a:endCxn id="1732" idx="3"/>
          </p:cNvCxnSpPr>
          <p:nvPr/>
        </p:nvCxnSpPr>
        <p:spPr>
          <a:xfrm rot="5400000">
            <a:off x="6014102" y="3705138"/>
            <a:ext cx="933300" cy="809100"/>
          </a:xfrm>
          <a:prstGeom prst="curvedConnector3">
            <a:avLst>
              <a:gd fmla="val 50002" name="adj1"/>
            </a:avLst>
          </a:prstGeom>
          <a:noFill/>
          <a:ln cap="flat" cmpd="sng" w="9525">
            <a:solidFill>
              <a:schemeClr val="dk2"/>
            </a:solidFill>
            <a:prstDash val="solid"/>
            <a:round/>
            <a:headEnd len="med" w="med" type="none"/>
            <a:tailEnd len="med" w="med" type="none"/>
          </a:ln>
        </p:spPr>
      </p:cxnSp>
      <p:cxnSp>
        <p:nvCxnSpPr>
          <p:cNvPr id="1747" name="Google Shape;1747;p83"/>
          <p:cNvCxnSpPr>
            <a:stCxn id="1697" idx="2"/>
            <a:endCxn id="1733" idx="3"/>
          </p:cNvCxnSpPr>
          <p:nvPr/>
        </p:nvCxnSpPr>
        <p:spPr>
          <a:xfrm rot="5400000">
            <a:off x="6204602" y="3895638"/>
            <a:ext cx="933300" cy="428100"/>
          </a:xfrm>
          <a:prstGeom prst="curvedConnector3">
            <a:avLst>
              <a:gd fmla="val 50002" name="adj1"/>
            </a:avLst>
          </a:prstGeom>
          <a:noFill/>
          <a:ln cap="flat" cmpd="sng" w="9525">
            <a:solidFill>
              <a:schemeClr val="dk2"/>
            </a:solidFill>
            <a:prstDash val="solid"/>
            <a:round/>
            <a:headEnd len="med" w="med" type="none"/>
            <a:tailEnd len="med" w="med" type="none"/>
          </a:ln>
        </p:spPr>
      </p:cxnSp>
      <p:cxnSp>
        <p:nvCxnSpPr>
          <p:cNvPr id="1748" name="Google Shape;1748;p83"/>
          <p:cNvCxnSpPr>
            <a:stCxn id="1697" idx="2"/>
            <a:endCxn id="1734" idx="3"/>
          </p:cNvCxnSpPr>
          <p:nvPr/>
        </p:nvCxnSpPr>
        <p:spPr>
          <a:xfrm rot="5400000">
            <a:off x="6395102" y="4086138"/>
            <a:ext cx="933300" cy="47100"/>
          </a:xfrm>
          <a:prstGeom prst="curvedConnector3">
            <a:avLst>
              <a:gd fmla="val 50002" name="adj1"/>
            </a:avLst>
          </a:prstGeom>
          <a:noFill/>
          <a:ln cap="flat" cmpd="sng" w="9525">
            <a:solidFill>
              <a:schemeClr val="dk2"/>
            </a:solidFill>
            <a:prstDash val="solid"/>
            <a:round/>
            <a:headEnd len="med" w="med" type="none"/>
            <a:tailEnd len="med" w="med" type="none"/>
          </a:ln>
        </p:spPr>
      </p:cxnSp>
      <p:cxnSp>
        <p:nvCxnSpPr>
          <p:cNvPr id="1749" name="Google Shape;1749;p83"/>
          <p:cNvCxnSpPr>
            <a:stCxn id="1697" idx="2"/>
            <a:endCxn id="1737" idx="3"/>
          </p:cNvCxnSpPr>
          <p:nvPr/>
        </p:nvCxnSpPr>
        <p:spPr>
          <a:xfrm flipH="1" rot="-5400000">
            <a:off x="6623702" y="3904638"/>
            <a:ext cx="933300" cy="410100"/>
          </a:xfrm>
          <a:prstGeom prst="curvedConnector3">
            <a:avLst>
              <a:gd fmla="val 50002" name="adj1"/>
            </a:avLst>
          </a:prstGeom>
          <a:noFill/>
          <a:ln cap="flat" cmpd="sng" w="9525">
            <a:solidFill>
              <a:schemeClr val="dk2"/>
            </a:solidFill>
            <a:prstDash val="solid"/>
            <a:round/>
            <a:headEnd len="med" w="med" type="none"/>
            <a:tailEnd len="med" w="med" type="none"/>
          </a:ln>
        </p:spPr>
      </p:cxnSp>
      <p:cxnSp>
        <p:nvCxnSpPr>
          <p:cNvPr id="1750" name="Google Shape;1750;p83"/>
          <p:cNvCxnSpPr>
            <a:stCxn id="1697" idx="2"/>
            <a:endCxn id="1738" idx="3"/>
          </p:cNvCxnSpPr>
          <p:nvPr/>
        </p:nvCxnSpPr>
        <p:spPr>
          <a:xfrm flipH="1" rot="-5400000">
            <a:off x="6814202" y="3714138"/>
            <a:ext cx="933300" cy="791100"/>
          </a:xfrm>
          <a:prstGeom prst="curvedConnector3">
            <a:avLst>
              <a:gd fmla="val 50002" name="adj1"/>
            </a:avLst>
          </a:prstGeom>
          <a:noFill/>
          <a:ln cap="flat" cmpd="sng" w="9525">
            <a:solidFill>
              <a:schemeClr val="dk2"/>
            </a:solidFill>
            <a:prstDash val="solid"/>
            <a:round/>
            <a:headEnd len="med" w="med" type="none"/>
            <a:tailEnd len="med" w="med" type="none"/>
          </a:ln>
        </p:spPr>
      </p:cxnSp>
      <p:cxnSp>
        <p:nvCxnSpPr>
          <p:cNvPr id="1751" name="Google Shape;1751;p83"/>
          <p:cNvCxnSpPr>
            <a:stCxn id="1697" idx="2"/>
            <a:endCxn id="1739" idx="3"/>
          </p:cNvCxnSpPr>
          <p:nvPr/>
        </p:nvCxnSpPr>
        <p:spPr>
          <a:xfrm flipH="1" rot="-5400000">
            <a:off x="7004702" y="3523638"/>
            <a:ext cx="933300" cy="1172100"/>
          </a:xfrm>
          <a:prstGeom prst="curvedConnector3">
            <a:avLst>
              <a:gd fmla="val 50002"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5" name="Shape 1755"/>
        <p:cNvGrpSpPr/>
        <p:nvPr/>
      </p:nvGrpSpPr>
      <p:grpSpPr>
        <a:xfrm>
          <a:off x="0" y="0"/>
          <a:ext cx="0" cy="0"/>
          <a:chOff x="0" y="0"/>
          <a:chExt cx="0" cy="0"/>
        </a:xfrm>
      </p:grpSpPr>
      <p:sp>
        <p:nvSpPr>
          <p:cNvPr id="1756" name="Google Shape;1756;p84"/>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Using rhis-builder to create the RH-IS</a:t>
            </a:r>
            <a:endParaRPr/>
          </a:p>
        </p:txBody>
      </p:sp>
      <p:sp>
        <p:nvSpPr>
          <p:cNvPr id="1757" name="Google Shape;1757;p8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758" name="Google Shape;1758;p8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759" name="Google Shape;1759;p84"/>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1760" name="Google Shape;1760;p84"/>
          <p:cNvGrpSpPr/>
          <p:nvPr/>
        </p:nvGrpSpPr>
        <p:grpSpPr>
          <a:xfrm>
            <a:off x="3733825" y="5220663"/>
            <a:ext cx="914400" cy="559500"/>
            <a:chOff x="3899025" y="4752650"/>
            <a:chExt cx="914400" cy="559500"/>
          </a:xfrm>
        </p:grpSpPr>
        <p:pic>
          <p:nvPicPr>
            <p:cNvPr id="1761" name="Google Shape;1761;p84"/>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1762" name="Google Shape;1762;p84"/>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1763" name="Google Shape;1763;p84"/>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start with a Provisioner node and the project code</a:t>
            </a:r>
            <a:endParaRPr/>
          </a:p>
        </p:txBody>
      </p:sp>
      <p:sp>
        <p:nvSpPr>
          <p:cNvPr id="1764" name="Google Shape;1764;p84"/>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1765" name="Google Shape;1765;p84"/>
          <p:cNvGrpSpPr/>
          <p:nvPr/>
        </p:nvGrpSpPr>
        <p:grpSpPr>
          <a:xfrm>
            <a:off x="3733833" y="1381676"/>
            <a:ext cx="458937" cy="422178"/>
            <a:chOff x="8321229" y="3179936"/>
            <a:chExt cx="914400" cy="914400"/>
          </a:xfrm>
        </p:grpSpPr>
        <p:sp>
          <p:nvSpPr>
            <p:cNvPr id="1766" name="Google Shape;1766;p84"/>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67" name="Google Shape;1767;p84"/>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1768" name="Google Shape;1768;p84"/>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sp>
        <p:nvSpPr>
          <p:cNvPr id="1769" name="Google Shape;1769;p84"/>
          <p:cNvSpPr/>
          <p:nvPr/>
        </p:nvSpPr>
        <p:spPr>
          <a:xfrm>
            <a:off x="108553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70" name="Google Shape;1770;p84"/>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1771" name="Google Shape;1771;p84"/>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grpSp>
        <p:nvGrpSpPr>
          <p:cNvPr id="1772" name="Google Shape;1772;p84"/>
          <p:cNvGrpSpPr/>
          <p:nvPr/>
        </p:nvGrpSpPr>
        <p:grpSpPr>
          <a:xfrm>
            <a:off x="7351968" y="2776299"/>
            <a:ext cx="458937" cy="422178"/>
            <a:chOff x="6263829" y="1370716"/>
            <a:chExt cx="914400" cy="914400"/>
          </a:xfrm>
        </p:grpSpPr>
        <p:sp>
          <p:nvSpPr>
            <p:cNvPr id="1773" name="Google Shape;1773;p84"/>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74" name="Google Shape;1774;p84"/>
            <p:cNvPicPr preferRelativeResize="0"/>
            <p:nvPr/>
          </p:nvPicPr>
          <p:blipFill>
            <a:blip r:embed="rId7">
              <a:alphaModFix/>
            </a:blip>
            <a:stretch>
              <a:fillRect/>
            </a:stretch>
          </p:blipFill>
          <p:spPr>
            <a:xfrm>
              <a:off x="6312879" y="1419766"/>
              <a:ext cx="816300" cy="816300"/>
            </a:xfrm>
            <a:prstGeom prst="rect">
              <a:avLst/>
            </a:prstGeom>
            <a:noFill/>
            <a:ln>
              <a:noFill/>
            </a:ln>
          </p:spPr>
        </p:pic>
      </p:grpSp>
      <p:grpSp>
        <p:nvGrpSpPr>
          <p:cNvPr id="1775" name="Google Shape;1775;p84"/>
          <p:cNvGrpSpPr/>
          <p:nvPr/>
        </p:nvGrpSpPr>
        <p:grpSpPr>
          <a:xfrm>
            <a:off x="6402738" y="2784864"/>
            <a:ext cx="458937" cy="422178"/>
            <a:chOff x="4437340" y="1269451"/>
            <a:chExt cx="914400" cy="914400"/>
          </a:xfrm>
        </p:grpSpPr>
        <p:sp>
          <p:nvSpPr>
            <p:cNvPr id="1776" name="Google Shape;1776;p84"/>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77" name="Google Shape;1777;p84"/>
            <p:cNvPicPr preferRelativeResize="0"/>
            <p:nvPr/>
          </p:nvPicPr>
          <p:blipFill rotWithShape="1">
            <a:blip r:embed="rId8">
              <a:alphaModFix/>
            </a:blip>
            <a:srcRect b="9632" l="15541" r="14164" t="9218"/>
            <a:stretch/>
          </p:blipFill>
          <p:spPr>
            <a:xfrm>
              <a:off x="4537357" y="1303203"/>
              <a:ext cx="739893" cy="850172"/>
            </a:xfrm>
            <a:prstGeom prst="rect">
              <a:avLst/>
            </a:prstGeom>
            <a:noFill/>
            <a:ln>
              <a:noFill/>
            </a:ln>
          </p:spPr>
        </p:pic>
      </p:grpSp>
      <p:grpSp>
        <p:nvGrpSpPr>
          <p:cNvPr id="1778" name="Google Shape;1778;p84"/>
          <p:cNvGrpSpPr/>
          <p:nvPr/>
        </p:nvGrpSpPr>
        <p:grpSpPr>
          <a:xfrm>
            <a:off x="8263149" y="2767685"/>
            <a:ext cx="458937" cy="422178"/>
            <a:chOff x="4437340" y="3101261"/>
            <a:chExt cx="914400" cy="914400"/>
          </a:xfrm>
        </p:grpSpPr>
        <p:sp>
          <p:nvSpPr>
            <p:cNvPr id="1779" name="Google Shape;1779;p84"/>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80" name="Google Shape;1780;p84"/>
            <p:cNvPicPr preferRelativeResize="0"/>
            <p:nvPr/>
          </p:nvPicPr>
          <p:blipFill rotWithShape="1">
            <a:blip r:embed="rId9">
              <a:alphaModFix/>
            </a:blip>
            <a:srcRect b="13122" l="12810" r="11523" t="12272"/>
            <a:stretch/>
          </p:blipFill>
          <p:spPr>
            <a:xfrm>
              <a:off x="4518236" y="3190157"/>
              <a:ext cx="752608" cy="736608"/>
            </a:xfrm>
            <a:prstGeom prst="rect">
              <a:avLst/>
            </a:prstGeom>
            <a:noFill/>
            <a:ln>
              <a:noFill/>
            </a:ln>
          </p:spPr>
        </p:pic>
      </p:grpSp>
      <p:sp>
        <p:nvSpPr>
          <p:cNvPr id="1781" name="Google Shape;1781;p84"/>
          <p:cNvSpPr txBox="1"/>
          <p:nvPr/>
        </p:nvSpPr>
        <p:spPr>
          <a:xfrm>
            <a:off x="6243400" y="1607200"/>
            <a:ext cx="3633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Red Hat Display"/>
                <a:ea typeface="Red Hat Display"/>
                <a:cs typeface="Red Hat Display"/>
                <a:sym typeface="Red Hat Display"/>
              </a:rPr>
              <a:t>To this…</a:t>
            </a:r>
            <a:endParaRPr b="1" sz="2400">
              <a:latin typeface="Red Hat Display"/>
              <a:ea typeface="Red Hat Display"/>
              <a:cs typeface="Red Hat Display"/>
              <a:sym typeface="Red Hat Display"/>
            </a:endParaRPr>
          </a:p>
        </p:txBody>
      </p:sp>
      <p:pic>
        <p:nvPicPr>
          <p:cNvPr id="1782" name="Google Shape;1782;p84"/>
          <p:cNvPicPr preferRelativeResize="0"/>
          <p:nvPr/>
        </p:nvPicPr>
        <p:blipFill rotWithShape="1">
          <a:blip r:embed="rId4">
            <a:alphaModFix/>
          </a:blip>
          <a:srcRect b="19054" l="0" r="0" t="19757"/>
          <a:stretch/>
        </p:blipFill>
        <p:spPr>
          <a:xfrm>
            <a:off x="8049338" y="3191195"/>
            <a:ext cx="914400" cy="559500"/>
          </a:xfrm>
          <a:prstGeom prst="rect">
            <a:avLst/>
          </a:prstGeom>
          <a:noFill/>
          <a:ln>
            <a:noFill/>
          </a:ln>
        </p:spPr>
      </p:pic>
      <p:pic>
        <p:nvPicPr>
          <p:cNvPr id="1783" name="Google Shape;1783;p84"/>
          <p:cNvPicPr preferRelativeResize="0"/>
          <p:nvPr/>
        </p:nvPicPr>
        <p:blipFill rotWithShape="1">
          <a:blip r:embed="rId4">
            <a:alphaModFix/>
          </a:blip>
          <a:srcRect b="19054" l="0" r="0" t="19757"/>
          <a:stretch/>
        </p:blipFill>
        <p:spPr>
          <a:xfrm>
            <a:off x="8963738" y="3191195"/>
            <a:ext cx="914400" cy="559500"/>
          </a:xfrm>
          <a:prstGeom prst="rect">
            <a:avLst/>
          </a:prstGeom>
          <a:noFill/>
          <a:ln>
            <a:noFill/>
          </a:ln>
        </p:spPr>
      </p:pic>
      <p:pic>
        <p:nvPicPr>
          <p:cNvPr id="1784" name="Google Shape;1784;p84"/>
          <p:cNvPicPr preferRelativeResize="0"/>
          <p:nvPr/>
        </p:nvPicPr>
        <p:blipFill rotWithShape="1">
          <a:blip r:embed="rId4">
            <a:alphaModFix/>
          </a:blip>
          <a:srcRect b="19054" l="0" r="0" t="19757"/>
          <a:stretch/>
        </p:blipFill>
        <p:spPr>
          <a:xfrm>
            <a:off x="9878138" y="3191195"/>
            <a:ext cx="914400" cy="559500"/>
          </a:xfrm>
          <a:prstGeom prst="rect">
            <a:avLst/>
          </a:prstGeom>
          <a:noFill/>
          <a:ln>
            <a:noFill/>
          </a:ln>
        </p:spPr>
      </p:pic>
      <p:pic>
        <p:nvPicPr>
          <p:cNvPr id="1785" name="Google Shape;1785;p84"/>
          <p:cNvPicPr preferRelativeResize="0"/>
          <p:nvPr/>
        </p:nvPicPr>
        <p:blipFill rotWithShape="1">
          <a:blip r:embed="rId4">
            <a:alphaModFix/>
          </a:blip>
          <a:srcRect b="19054" l="0" r="0" t="19757"/>
          <a:stretch/>
        </p:blipFill>
        <p:spPr>
          <a:xfrm>
            <a:off x="10792538" y="3191195"/>
            <a:ext cx="914400" cy="559500"/>
          </a:xfrm>
          <a:prstGeom prst="rect">
            <a:avLst/>
          </a:prstGeom>
          <a:noFill/>
          <a:ln>
            <a:noFill/>
          </a:ln>
        </p:spPr>
      </p:pic>
      <p:grpSp>
        <p:nvGrpSpPr>
          <p:cNvPr id="1786" name="Google Shape;1786;p84"/>
          <p:cNvGrpSpPr/>
          <p:nvPr/>
        </p:nvGrpSpPr>
        <p:grpSpPr>
          <a:xfrm>
            <a:off x="9177549" y="2767685"/>
            <a:ext cx="458937" cy="422178"/>
            <a:chOff x="4437340" y="3101261"/>
            <a:chExt cx="914400" cy="914400"/>
          </a:xfrm>
        </p:grpSpPr>
        <p:sp>
          <p:nvSpPr>
            <p:cNvPr id="1787" name="Google Shape;1787;p84"/>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88" name="Google Shape;1788;p84"/>
            <p:cNvPicPr preferRelativeResize="0"/>
            <p:nvPr/>
          </p:nvPicPr>
          <p:blipFill rotWithShape="1">
            <a:blip r:embed="rId9">
              <a:alphaModFix/>
            </a:blip>
            <a:srcRect b="13122" l="12810" r="11523" t="12272"/>
            <a:stretch/>
          </p:blipFill>
          <p:spPr>
            <a:xfrm>
              <a:off x="4518236" y="3190157"/>
              <a:ext cx="752608" cy="736608"/>
            </a:xfrm>
            <a:prstGeom prst="rect">
              <a:avLst/>
            </a:prstGeom>
            <a:noFill/>
            <a:ln>
              <a:noFill/>
            </a:ln>
          </p:spPr>
        </p:pic>
      </p:grpSp>
      <p:pic>
        <p:nvPicPr>
          <p:cNvPr id="1789" name="Google Shape;1789;p84"/>
          <p:cNvPicPr preferRelativeResize="0"/>
          <p:nvPr/>
        </p:nvPicPr>
        <p:blipFill>
          <a:blip r:embed="rId10">
            <a:alphaModFix/>
          </a:blip>
          <a:stretch>
            <a:fillRect/>
          </a:stretch>
        </p:blipFill>
        <p:spPr>
          <a:xfrm>
            <a:off x="10895276" y="2835667"/>
            <a:ext cx="318000" cy="318000"/>
          </a:xfrm>
          <a:prstGeom prst="rect">
            <a:avLst/>
          </a:prstGeom>
          <a:noFill/>
          <a:ln>
            <a:noFill/>
          </a:ln>
        </p:spPr>
      </p:pic>
      <p:sp>
        <p:nvSpPr>
          <p:cNvPr id="1790" name="Google Shape;1790;p84"/>
          <p:cNvSpPr/>
          <p:nvPr/>
        </p:nvSpPr>
        <p:spPr>
          <a:xfrm>
            <a:off x="99409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91" name="Google Shape;1791;p84"/>
          <p:cNvPicPr preferRelativeResize="0"/>
          <p:nvPr/>
        </p:nvPicPr>
        <p:blipFill>
          <a:blip r:embed="rId10">
            <a:alphaModFix/>
          </a:blip>
          <a:stretch>
            <a:fillRect/>
          </a:stretch>
        </p:blipFill>
        <p:spPr>
          <a:xfrm>
            <a:off x="9980876" y="2835667"/>
            <a:ext cx="318000" cy="318000"/>
          </a:xfrm>
          <a:prstGeom prst="rect">
            <a:avLst/>
          </a:prstGeom>
          <a:noFill/>
          <a:ln>
            <a:noFill/>
          </a:ln>
        </p:spPr>
      </p:pic>
      <p:pic>
        <p:nvPicPr>
          <p:cNvPr id="1792" name="Google Shape;1792;p84"/>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1793" name="Google Shape;1793;p84"/>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1794" name="Google Shape;1794;p84"/>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1795" name="Google Shape;1795;p84"/>
          <p:cNvSpPr txBox="1"/>
          <p:nvPr/>
        </p:nvSpPr>
        <p:spPr>
          <a:xfrm>
            <a:off x="6578500" y="4581975"/>
            <a:ext cx="472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VMware Infrastructure or Azure </a:t>
            </a:r>
            <a:endParaRPr>
              <a:latin typeface="Red Hat Display"/>
              <a:ea typeface="Red Hat Display"/>
              <a:cs typeface="Red Hat Display"/>
              <a:sym typeface="Red Hat Display"/>
            </a:endParaRPr>
          </a:p>
        </p:txBody>
      </p:sp>
      <p:sp>
        <p:nvSpPr>
          <p:cNvPr id="1796" name="Google Shape;1796;p84"/>
          <p:cNvSpPr txBox="1"/>
          <p:nvPr/>
        </p:nvSpPr>
        <p:spPr>
          <a:xfrm>
            <a:off x="2415775" y="2909250"/>
            <a:ext cx="34968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Deploy and Configure IdM Primary</a:t>
            </a:r>
            <a:endParaRPr>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Satellite</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AAP All-in-one</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Clr>
                <a:schemeClr val="dk1"/>
              </a:buClr>
              <a:buSzPts val="1100"/>
              <a:buFont typeface="Arial"/>
              <a:buNone/>
            </a:pPr>
            <a:r>
              <a:rPr lang="en">
                <a:solidFill>
                  <a:schemeClr val="dk1"/>
                </a:solidFill>
                <a:latin typeface="Red Hat Display"/>
                <a:ea typeface="Red Hat Display"/>
                <a:cs typeface="Red Hat Display"/>
                <a:sym typeface="Red Hat Display"/>
              </a:rPr>
              <a:t>Deploy and Configure AAP Hub</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Container Hosts</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latin typeface="Red Hat Display"/>
              <a:ea typeface="Red Hat Display"/>
              <a:cs typeface="Red Hat Display"/>
              <a:sym typeface="Red Hat Display"/>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0" name="Shape 1800"/>
        <p:cNvGrpSpPr/>
        <p:nvPr/>
      </p:nvGrpSpPr>
      <p:grpSpPr>
        <a:xfrm>
          <a:off x="0" y="0"/>
          <a:ext cx="0" cy="0"/>
          <a:chOff x="0" y="0"/>
          <a:chExt cx="0" cy="0"/>
        </a:xfrm>
      </p:grpSpPr>
      <p:sp>
        <p:nvSpPr>
          <p:cNvPr id="1801" name="Google Shape;1801;p85"/>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Using rhis-builder to create the RH-IS</a:t>
            </a:r>
            <a:endParaRPr/>
          </a:p>
        </p:txBody>
      </p:sp>
      <p:sp>
        <p:nvSpPr>
          <p:cNvPr id="1802" name="Google Shape;1802;p8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803" name="Google Shape;1803;p8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804" name="Google Shape;1804;p85"/>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sp>
        <p:nvSpPr>
          <p:cNvPr id="1805" name="Google Shape;1805;p85"/>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1806" name="Google Shape;1806;p85"/>
          <p:cNvGrpSpPr/>
          <p:nvPr/>
        </p:nvGrpSpPr>
        <p:grpSpPr>
          <a:xfrm>
            <a:off x="3733833" y="1381676"/>
            <a:ext cx="458937" cy="422178"/>
            <a:chOff x="8321229" y="3179936"/>
            <a:chExt cx="914400" cy="914400"/>
          </a:xfrm>
        </p:grpSpPr>
        <p:sp>
          <p:nvSpPr>
            <p:cNvPr id="1807" name="Google Shape;1807;p85"/>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08" name="Google Shape;1808;p85"/>
            <p:cNvPicPr preferRelativeResize="0"/>
            <p:nvPr/>
          </p:nvPicPr>
          <p:blipFill>
            <a:blip r:embed="rId4">
              <a:alphaModFix/>
            </a:blip>
            <a:stretch>
              <a:fillRect/>
            </a:stretch>
          </p:blipFill>
          <p:spPr>
            <a:xfrm>
              <a:off x="8321229" y="3179936"/>
              <a:ext cx="914400" cy="914400"/>
            </a:xfrm>
            <a:prstGeom prst="rect">
              <a:avLst/>
            </a:prstGeom>
            <a:noFill/>
            <a:ln>
              <a:noFill/>
            </a:ln>
          </p:spPr>
        </p:pic>
      </p:grpSp>
      <p:sp>
        <p:nvSpPr>
          <p:cNvPr id="1809" name="Google Shape;1809;p85"/>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sp>
        <p:nvSpPr>
          <p:cNvPr id="1810" name="Google Shape;1810;p85"/>
          <p:cNvSpPr txBox="1"/>
          <p:nvPr/>
        </p:nvSpPr>
        <p:spPr>
          <a:xfrm>
            <a:off x="6243400" y="1302400"/>
            <a:ext cx="3633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latin typeface="Red Hat Display"/>
                <a:ea typeface="Red Hat Display"/>
                <a:cs typeface="Red Hat Display"/>
                <a:sym typeface="Red Hat Display"/>
              </a:rPr>
              <a:t>…to this…</a:t>
            </a:r>
            <a:endParaRPr b="1" sz="3200">
              <a:latin typeface="Red Hat Display"/>
              <a:ea typeface="Red Hat Display"/>
              <a:cs typeface="Red Hat Display"/>
              <a:sym typeface="Red Hat Display"/>
            </a:endParaRPr>
          </a:p>
        </p:txBody>
      </p:sp>
      <p:grpSp>
        <p:nvGrpSpPr>
          <p:cNvPr id="1811" name="Google Shape;1811;p85"/>
          <p:cNvGrpSpPr/>
          <p:nvPr/>
        </p:nvGrpSpPr>
        <p:grpSpPr>
          <a:xfrm>
            <a:off x="6202675" y="1704850"/>
            <a:ext cx="5504263" cy="2135182"/>
            <a:chOff x="6202675" y="2390650"/>
            <a:chExt cx="5504263" cy="2135182"/>
          </a:xfrm>
        </p:grpSpPr>
        <p:sp>
          <p:nvSpPr>
            <p:cNvPr id="1812" name="Google Shape;1812;p85"/>
            <p:cNvSpPr/>
            <p:nvPr/>
          </p:nvSpPr>
          <p:spPr>
            <a:xfrm>
              <a:off x="108553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13" name="Google Shape;1813;p85"/>
            <p:cNvPicPr preferRelativeResize="0"/>
            <p:nvPr/>
          </p:nvPicPr>
          <p:blipFill rotWithShape="1">
            <a:blip r:embed="rId5">
              <a:alphaModFix/>
            </a:blip>
            <a:srcRect b="19054" l="0" r="0" t="19757"/>
            <a:stretch/>
          </p:blipFill>
          <p:spPr>
            <a:xfrm>
              <a:off x="6202675" y="3191195"/>
              <a:ext cx="914400" cy="559500"/>
            </a:xfrm>
            <a:prstGeom prst="rect">
              <a:avLst/>
            </a:prstGeom>
            <a:noFill/>
            <a:ln>
              <a:noFill/>
            </a:ln>
          </p:spPr>
        </p:pic>
        <p:pic>
          <p:nvPicPr>
            <p:cNvPr id="1814" name="Google Shape;1814;p85"/>
            <p:cNvPicPr preferRelativeResize="0"/>
            <p:nvPr/>
          </p:nvPicPr>
          <p:blipFill rotWithShape="1">
            <a:blip r:embed="rId5">
              <a:alphaModFix/>
            </a:blip>
            <a:srcRect b="19054" l="0" r="0" t="19757"/>
            <a:stretch/>
          </p:blipFill>
          <p:spPr>
            <a:xfrm>
              <a:off x="7134938" y="3191195"/>
              <a:ext cx="914400" cy="559500"/>
            </a:xfrm>
            <a:prstGeom prst="rect">
              <a:avLst/>
            </a:prstGeom>
            <a:noFill/>
            <a:ln>
              <a:noFill/>
            </a:ln>
          </p:spPr>
        </p:pic>
        <p:grpSp>
          <p:nvGrpSpPr>
            <p:cNvPr id="1815" name="Google Shape;1815;p85"/>
            <p:cNvGrpSpPr/>
            <p:nvPr/>
          </p:nvGrpSpPr>
          <p:grpSpPr>
            <a:xfrm>
              <a:off x="7351968" y="2776299"/>
              <a:ext cx="458937" cy="422178"/>
              <a:chOff x="6263829" y="1370716"/>
              <a:chExt cx="914400" cy="914400"/>
            </a:xfrm>
          </p:grpSpPr>
          <p:sp>
            <p:nvSpPr>
              <p:cNvPr id="1816" name="Google Shape;1816;p85"/>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17" name="Google Shape;1817;p85"/>
              <p:cNvPicPr preferRelativeResize="0"/>
              <p:nvPr/>
            </p:nvPicPr>
            <p:blipFill>
              <a:blip r:embed="rId6">
                <a:alphaModFix/>
              </a:blip>
              <a:stretch>
                <a:fillRect/>
              </a:stretch>
            </p:blipFill>
            <p:spPr>
              <a:xfrm>
                <a:off x="6312879" y="1419766"/>
                <a:ext cx="816300" cy="816300"/>
              </a:xfrm>
              <a:prstGeom prst="rect">
                <a:avLst/>
              </a:prstGeom>
              <a:noFill/>
              <a:ln>
                <a:noFill/>
              </a:ln>
            </p:spPr>
          </p:pic>
        </p:grpSp>
        <p:grpSp>
          <p:nvGrpSpPr>
            <p:cNvPr id="1818" name="Google Shape;1818;p85"/>
            <p:cNvGrpSpPr/>
            <p:nvPr/>
          </p:nvGrpSpPr>
          <p:grpSpPr>
            <a:xfrm>
              <a:off x="6402738" y="2784864"/>
              <a:ext cx="458937" cy="422178"/>
              <a:chOff x="4437340" y="1269451"/>
              <a:chExt cx="914400" cy="914400"/>
            </a:xfrm>
          </p:grpSpPr>
          <p:sp>
            <p:nvSpPr>
              <p:cNvPr id="1819" name="Google Shape;1819;p85"/>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20" name="Google Shape;1820;p85"/>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grpSp>
          <p:nvGrpSpPr>
            <p:cNvPr id="1821" name="Google Shape;1821;p85"/>
            <p:cNvGrpSpPr/>
            <p:nvPr/>
          </p:nvGrpSpPr>
          <p:grpSpPr>
            <a:xfrm>
              <a:off x="8263149" y="2767685"/>
              <a:ext cx="458937" cy="422178"/>
              <a:chOff x="4437340" y="3101261"/>
              <a:chExt cx="914400" cy="914400"/>
            </a:xfrm>
          </p:grpSpPr>
          <p:sp>
            <p:nvSpPr>
              <p:cNvPr id="1822" name="Google Shape;1822;p85"/>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23" name="Google Shape;1823;p85"/>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1824" name="Google Shape;1824;p85"/>
            <p:cNvPicPr preferRelativeResize="0"/>
            <p:nvPr/>
          </p:nvPicPr>
          <p:blipFill rotWithShape="1">
            <a:blip r:embed="rId5">
              <a:alphaModFix/>
            </a:blip>
            <a:srcRect b="19054" l="0" r="0" t="19757"/>
            <a:stretch/>
          </p:blipFill>
          <p:spPr>
            <a:xfrm>
              <a:off x="8049338" y="3191195"/>
              <a:ext cx="914400" cy="559500"/>
            </a:xfrm>
            <a:prstGeom prst="rect">
              <a:avLst/>
            </a:prstGeom>
            <a:noFill/>
            <a:ln>
              <a:noFill/>
            </a:ln>
          </p:spPr>
        </p:pic>
        <p:pic>
          <p:nvPicPr>
            <p:cNvPr id="1825" name="Google Shape;1825;p85"/>
            <p:cNvPicPr preferRelativeResize="0"/>
            <p:nvPr/>
          </p:nvPicPr>
          <p:blipFill rotWithShape="1">
            <a:blip r:embed="rId5">
              <a:alphaModFix/>
            </a:blip>
            <a:srcRect b="19054" l="0" r="0" t="19757"/>
            <a:stretch/>
          </p:blipFill>
          <p:spPr>
            <a:xfrm>
              <a:off x="8963738" y="3191195"/>
              <a:ext cx="914400" cy="559500"/>
            </a:xfrm>
            <a:prstGeom prst="rect">
              <a:avLst/>
            </a:prstGeom>
            <a:noFill/>
            <a:ln>
              <a:noFill/>
            </a:ln>
          </p:spPr>
        </p:pic>
        <p:pic>
          <p:nvPicPr>
            <p:cNvPr id="1826" name="Google Shape;1826;p85"/>
            <p:cNvPicPr preferRelativeResize="0"/>
            <p:nvPr/>
          </p:nvPicPr>
          <p:blipFill rotWithShape="1">
            <a:blip r:embed="rId5">
              <a:alphaModFix/>
            </a:blip>
            <a:srcRect b="19054" l="0" r="0" t="19757"/>
            <a:stretch/>
          </p:blipFill>
          <p:spPr>
            <a:xfrm>
              <a:off x="9878138" y="3191195"/>
              <a:ext cx="914400" cy="559500"/>
            </a:xfrm>
            <a:prstGeom prst="rect">
              <a:avLst/>
            </a:prstGeom>
            <a:noFill/>
            <a:ln>
              <a:noFill/>
            </a:ln>
          </p:spPr>
        </p:pic>
        <p:pic>
          <p:nvPicPr>
            <p:cNvPr id="1827" name="Google Shape;1827;p85"/>
            <p:cNvPicPr preferRelativeResize="0"/>
            <p:nvPr/>
          </p:nvPicPr>
          <p:blipFill rotWithShape="1">
            <a:blip r:embed="rId5">
              <a:alphaModFix/>
            </a:blip>
            <a:srcRect b="19054" l="0" r="0" t="19757"/>
            <a:stretch/>
          </p:blipFill>
          <p:spPr>
            <a:xfrm>
              <a:off x="10792538" y="3191195"/>
              <a:ext cx="914400" cy="559500"/>
            </a:xfrm>
            <a:prstGeom prst="rect">
              <a:avLst/>
            </a:prstGeom>
            <a:noFill/>
            <a:ln>
              <a:noFill/>
            </a:ln>
          </p:spPr>
        </p:pic>
        <p:grpSp>
          <p:nvGrpSpPr>
            <p:cNvPr id="1828" name="Google Shape;1828;p85"/>
            <p:cNvGrpSpPr/>
            <p:nvPr/>
          </p:nvGrpSpPr>
          <p:grpSpPr>
            <a:xfrm>
              <a:off x="9177549" y="2767685"/>
              <a:ext cx="458937" cy="422178"/>
              <a:chOff x="4437340" y="3101261"/>
              <a:chExt cx="914400" cy="914400"/>
            </a:xfrm>
          </p:grpSpPr>
          <p:sp>
            <p:nvSpPr>
              <p:cNvPr id="1829" name="Google Shape;1829;p85"/>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0" name="Google Shape;1830;p85"/>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1831" name="Google Shape;1831;p85"/>
            <p:cNvPicPr preferRelativeResize="0"/>
            <p:nvPr/>
          </p:nvPicPr>
          <p:blipFill>
            <a:blip r:embed="rId9">
              <a:alphaModFix/>
            </a:blip>
            <a:stretch>
              <a:fillRect/>
            </a:stretch>
          </p:blipFill>
          <p:spPr>
            <a:xfrm>
              <a:off x="10895276" y="2835667"/>
              <a:ext cx="318000" cy="318000"/>
            </a:xfrm>
            <a:prstGeom prst="rect">
              <a:avLst/>
            </a:prstGeom>
            <a:noFill/>
            <a:ln>
              <a:noFill/>
            </a:ln>
          </p:spPr>
        </p:pic>
        <p:sp>
          <p:nvSpPr>
            <p:cNvPr id="1832" name="Google Shape;1832;p85"/>
            <p:cNvSpPr/>
            <p:nvPr/>
          </p:nvSpPr>
          <p:spPr>
            <a:xfrm>
              <a:off x="99409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3" name="Google Shape;1833;p85"/>
            <p:cNvPicPr preferRelativeResize="0"/>
            <p:nvPr/>
          </p:nvPicPr>
          <p:blipFill>
            <a:blip r:embed="rId9">
              <a:alphaModFix/>
            </a:blip>
            <a:stretch>
              <a:fillRect/>
            </a:stretch>
          </p:blipFill>
          <p:spPr>
            <a:xfrm>
              <a:off x="9980876" y="2835667"/>
              <a:ext cx="318000" cy="318000"/>
            </a:xfrm>
            <a:prstGeom prst="rect">
              <a:avLst/>
            </a:prstGeom>
            <a:noFill/>
            <a:ln>
              <a:noFill/>
            </a:ln>
          </p:spPr>
        </p:pic>
        <p:pic>
          <p:nvPicPr>
            <p:cNvPr id="1834" name="Google Shape;1834;p85"/>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1835" name="Google Shape;1835;p85"/>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1836" name="Google Shape;1836;p85"/>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grpSp>
      <p:sp>
        <p:nvSpPr>
          <p:cNvPr id="1837" name="Google Shape;1837;p85"/>
          <p:cNvSpPr/>
          <p:nvPr/>
        </p:nvSpPr>
        <p:spPr>
          <a:xfrm>
            <a:off x="10855350" y="4295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8" name="Google Shape;1838;p85"/>
          <p:cNvPicPr preferRelativeResize="0"/>
          <p:nvPr/>
        </p:nvPicPr>
        <p:blipFill rotWithShape="1">
          <a:blip r:embed="rId5">
            <a:alphaModFix/>
          </a:blip>
          <a:srcRect b="19054" l="0" r="0" t="19757"/>
          <a:stretch/>
        </p:blipFill>
        <p:spPr>
          <a:xfrm>
            <a:off x="7134938" y="5096195"/>
            <a:ext cx="914400" cy="559500"/>
          </a:xfrm>
          <a:prstGeom prst="rect">
            <a:avLst/>
          </a:prstGeom>
          <a:noFill/>
          <a:ln>
            <a:noFill/>
          </a:ln>
        </p:spPr>
      </p:pic>
      <p:grpSp>
        <p:nvGrpSpPr>
          <p:cNvPr id="1839" name="Google Shape;1839;p85"/>
          <p:cNvGrpSpPr/>
          <p:nvPr/>
        </p:nvGrpSpPr>
        <p:grpSpPr>
          <a:xfrm>
            <a:off x="7351968" y="4681299"/>
            <a:ext cx="458937" cy="422178"/>
            <a:chOff x="6263829" y="1370716"/>
            <a:chExt cx="914400" cy="914400"/>
          </a:xfrm>
        </p:grpSpPr>
        <p:sp>
          <p:nvSpPr>
            <p:cNvPr id="1840" name="Google Shape;1840;p85"/>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41" name="Google Shape;1841;p85"/>
            <p:cNvPicPr preferRelativeResize="0"/>
            <p:nvPr/>
          </p:nvPicPr>
          <p:blipFill>
            <a:blip r:embed="rId6">
              <a:alphaModFix/>
            </a:blip>
            <a:stretch>
              <a:fillRect/>
            </a:stretch>
          </p:blipFill>
          <p:spPr>
            <a:xfrm>
              <a:off x="6312879" y="1419766"/>
              <a:ext cx="816300" cy="816300"/>
            </a:xfrm>
            <a:prstGeom prst="rect">
              <a:avLst/>
            </a:prstGeom>
            <a:noFill/>
            <a:ln>
              <a:noFill/>
            </a:ln>
          </p:spPr>
        </p:pic>
      </p:grpSp>
      <p:grpSp>
        <p:nvGrpSpPr>
          <p:cNvPr id="1842" name="Google Shape;1842;p85"/>
          <p:cNvGrpSpPr/>
          <p:nvPr/>
        </p:nvGrpSpPr>
        <p:grpSpPr>
          <a:xfrm>
            <a:off x="6402738" y="4689864"/>
            <a:ext cx="458937" cy="422178"/>
            <a:chOff x="4437340" y="1269451"/>
            <a:chExt cx="914400" cy="914400"/>
          </a:xfrm>
        </p:grpSpPr>
        <p:sp>
          <p:nvSpPr>
            <p:cNvPr id="1843" name="Google Shape;1843;p85"/>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44" name="Google Shape;1844;p85"/>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grpSp>
        <p:nvGrpSpPr>
          <p:cNvPr id="1845" name="Google Shape;1845;p85"/>
          <p:cNvGrpSpPr/>
          <p:nvPr/>
        </p:nvGrpSpPr>
        <p:grpSpPr>
          <a:xfrm>
            <a:off x="8263149" y="4672685"/>
            <a:ext cx="458937" cy="422178"/>
            <a:chOff x="4437340" y="3101261"/>
            <a:chExt cx="914400" cy="914400"/>
          </a:xfrm>
        </p:grpSpPr>
        <p:sp>
          <p:nvSpPr>
            <p:cNvPr id="1846" name="Google Shape;1846;p85"/>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47" name="Google Shape;1847;p85"/>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1848" name="Google Shape;1848;p85"/>
          <p:cNvPicPr preferRelativeResize="0"/>
          <p:nvPr/>
        </p:nvPicPr>
        <p:blipFill rotWithShape="1">
          <a:blip r:embed="rId5">
            <a:alphaModFix/>
          </a:blip>
          <a:srcRect b="19054" l="0" r="0" t="19757"/>
          <a:stretch/>
        </p:blipFill>
        <p:spPr>
          <a:xfrm>
            <a:off x="8049338" y="5096195"/>
            <a:ext cx="914400" cy="559500"/>
          </a:xfrm>
          <a:prstGeom prst="rect">
            <a:avLst/>
          </a:prstGeom>
          <a:noFill/>
          <a:ln>
            <a:noFill/>
          </a:ln>
        </p:spPr>
      </p:pic>
      <p:pic>
        <p:nvPicPr>
          <p:cNvPr id="1849" name="Google Shape;1849;p85"/>
          <p:cNvPicPr preferRelativeResize="0"/>
          <p:nvPr/>
        </p:nvPicPr>
        <p:blipFill rotWithShape="1">
          <a:blip r:embed="rId5">
            <a:alphaModFix/>
          </a:blip>
          <a:srcRect b="19054" l="0" r="0" t="19757"/>
          <a:stretch/>
        </p:blipFill>
        <p:spPr>
          <a:xfrm>
            <a:off x="8963738" y="5096195"/>
            <a:ext cx="914400" cy="559500"/>
          </a:xfrm>
          <a:prstGeom prst="rect">
            <a:avLst/>
          </a:prstGeom>
          <a:noFill/>
          <a:ln>
            <a:noFill/>
          </a:ln>
        </p:spPr>
      </p:pic>
      <p:pic>
        <p:nvPicPr>
          <p:cNvPr id="1850" name="Google Shape;1850;p85"/>
          <p:cNvPicPr preferRelativeResize="0"/>
          <p:nvPr/>
        </p:nvPicPr>
        <p:blipFill rotWithShape="1">
          <a:blip r:embed="rId5">
            <a:alphaModFix/>
          </a:blip>
          <a:srcRect b="19054" l="0" r="0" t="19757"/>
          <a:stretch/>
        </p:blipFill>
        <p:spPr>
          <a:xfrm>
            <a:off x="9878138" y="5096195"/>
            <a:ext cx="914400" cy="559500"/>
          </a:xfrm>
          <a:prstGeom prst="rect">
            <a:avLst/>
          </a:prstGeom>
          <a:noFill/>
          <a:ln>
            <a:noFill/>
          </a:ln>
        </p:spPr>
      </p:pic>
      <p:pic>
        <p:nvPicPr>
          <p:cNvPr id="1851" name="Google Shape;1851;p85"/>
          <p:cNvPicPr preferRelativeResize="0"/>
          <p:nvPr/>
        </p:nvPicPr>
        <p:blipFill rotWithShape="1">
          <a:blip r:embed="rId5">
            <a:alphaModFix/>
          </a:blip>
          <a:srcRect b="19054" l="0" r="0" t="19757"/>
          <a:stretch/>
        </p:blipFill>
        <p:spPr>
          <a:xfrm>
            <a:off x="10792538" y="5096195"/>
            <a:ext cx="914400" cy="559500"/>
          </a:xfrm>
          <a:prstGeom prst="rect">
            <a:avLst/>
          </a:prstGeom>
          <a:noFill/>
          <a:ln>
            <a:noFill/>
          </a:ln>
        </p:spPr>
      </p:pic>
      <p:grpSp>
        <p:nvGrpSpPr>
          <p:cNvPr id="1852" name="Google Shape;1852;p85"/>
          <p:cNvGrpSpPr/>
          <p:nvPr/>
        </p:nvGrpSpPr>
        <p:grpSpPr>
          <a:xfrm>
            <a:off x="9177549" y="4672685"/>
            <a:ext cx="458937" cy="422178"/>
            <a:chOff x="4437340" y="3101261"/>
            <a:chExt cx="914400" cy="914400"/>
          </a:xfrm>
        </p:grpSpPr>
        <p:sp>
          <p:nvSpPr>
            <p:cNvPr id="1853" name="Google Shape;1853;p85"/>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54" name="Google Shape;1854;p85"/>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1855" name="Google Shape;1855;p85"/>
          <p:cNvPicPr preferRelativeResize="0"/>
          <p:nvPr/>
        </p:nvPicPr>
        <p:blipFill>
          <a:blip r:embed="rId9">
            <a:alphaModFix/>
          </a:blip>
          <a:stretch>
            <a:fillRect/>
          </a:stretch>
        </p:blipFill>
        <p:spPr>
          <a:xfrm>
            <a:off x="10895276" y="4740667"/>
            <a:ext cx="318000" cy="318000"/>
          </a:xfrm>
          <a:prstGeom prst="rect">
            <a:avLst/>
          </a:prstGeom>
          <a:noFill/>
          <a:ln>
            <a:noFill/>
          </a:ln>
        </p:spPr>
      </p:pic>
      <p:sp>
        <p:nvSpPr>
          <p:cNvPr id="1856" name="Google Shape;1856;p85"/>
          <p:cNvSpPr/>
          <p:nvPr/>
        </p:nvSpPr>
        <p:spPr>
          <a:xfrm>
            <a:off x="9940950" y="4295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57" name="Google Shape;1857;p85"/>
          <p:cNvPicPr preferRelativeResize="0"/>
          <p:nvPr/>
        </p:nvPicPr>
        <p:blipFill>
          <a:blip r:embed="rId9">
            <a:alphaModFix/>
          </a:blip>
          <a:stretch>
            <a:fillRect/>
          </a:stretch>
        </p:blipFill>
        <p:spPr>
          <a:xfrm>
            <a:off x="9980876" y="4740667"/>
            <a:ext cx="318000" cy="318000"/>
          </a:xfrm>
          <a:prstGeom prst="rect">
            <a:avLst/>
          </a:prstGeom>
          <a:noFill/>
          <a:ln>
            <a:noFill/>
          </a:ln>
        </p:spPr>
      </p:pic>
      <p:grpSp>
        <p:nvGrpSpPr>
          <p:cNvPr id="1858" name="Google Shape;1858;p85"/>
          <p:cNvGrpSpPr/>
          <p:nvPr/>
        </p:nvGrpSpPr>
        <p:grpSpPr>
          <a:xfrm>
            <a:off x="6218477" y="5104532"/>
            <a:ext cx="914400" cy="559500"/>
            <a:chOff x="3899025" y="4752650"/>
            <a:chExt cx="914400" cy="559500"/>
          </a:xfrm>
        </p:grpSpPr>
        <p:pic>
          <p:nvPicPr>
            <p:cNvPr id="1859" name="Google Shape;1859;p85"/>
            <p:cNvPicPr preferRelativeResize="0"/>
            <p:nvPr/>
          </p:nvPicPr>
          <p:blipFill rotWithShape="1">
            <a:blip r:embed="rId5">
              <a:alphaModFix/>
            </a:blip>
            <a:srcRect b="19054" l="0" r="0" t="19757"/>
            <a:stretch/>
          </p:blipFill>
          <p:spPr>
            <a:xfrm>
              <a:off x="3899025" y="4752650"/>
              <a:ext cx="914400" cy="559500"/>
            </a:xfrm>
            <a:prstGeom prst="rect">
              <a:avLst/>
            </a:prstGeom>
            <a:noFill/>
            <a:ln>
              <a:noFill/>
            </a:ln>
          </p:spPr>
        </p:pic>
        <p:pic>
          <p:nvPicPr>
            <p:cNvPr id="1860" name="Google Shape;1860;p85"/>
            <p:cNvPicPr preferRelativeResize="0"/>
            <p:nvPr/>
          </p:nvPicPr>
          <p:blipFill>
            <a:blip r:embed="rId10">
              <a:alphaModFix/>
            </a:blip>
            <a:stretch>
              <a:fillRect/>
            </a:stretch>
          </p:blipFill>
          <p:spPr>
            <a:xfrm>
              <a:off x="4302575" y="4883351"/>
              <a:ext cx="275675" cy="275675"/>
            </a:xfrm>
            <a:prstGeom prst="rect">
              <a:avLst/>
            </a:prstGeom>
            <a:noFill/>
            <a:ln>
              <a:noFill/>
            </a:ln>
          </p:spPr>
        </p:pic>
      </p:grpSp>
      <p:pic>
        <p:nvPicPr>
          <p:cNvPr id="1861" name="Google Shape;1861;p85"/>
          <p:cNvPicPr preferRelativeResize="0"/>
          <p:nvPr/>
        </p:nvPicPr>
        <p:blipFill>
          <a:blip r:embed="rId10">
            <a:alphaModFix/>
          </a:blip>
          <a:stretch>
            <a:fillRect/>
          </a:stretch>
        </p:blipFill>
        <p:spPr>
          <a:xfrm>
            <a:off x="7536427" y="5225251"/>
            <a:ext cx="275675" cy="275675"/>
          </a:xfrm>
          <a:prstGeom prst="rect">
            <a:avLst/>
          </a:prstGeom>
          <a:noFill/>
          <a:ln>
            <a:noFill/>
          </a:ln>
        </p:spPr>
      </p:pic>
      <p:pic>
        <p:nvPicPr>
          <p:cNvPr id="1862" name="Google Shape;1862;p85"/>
          <p:cNvPicPr preferRelativeResize="0"/>
          <p:nvPr/>
        </p:nvPicPr>
        <p:blipFill>
          <a:blip r:embed="rId10">
            <a:alphaModFix/>
          </a:blip>
          <a:stretch>
            <a:fillRect/>
          </a:stretch>
        </p:blipFill>
        <p:spPr>
          <a:xfrm>
            <a:off x="8453822" y="5225251"/>
            <a:ext cx="275675" cy="275675"/>
          </a:xfrm>
          <a:prstGeom prst="rect">
            <a:avLst/>
          </a:prstGeom>
          <a:noFill/>
          <a:ln>
            <a:noFill/>
          </a:ln>
        </p:spPr>
      </p:pic>
      <p:pic>
        <p:nvPicPr>
          <p:cNvPr id="1863" name="Google Shape;1863;p85"/>
          <p:cNvPicPr preferRelativeResize="0"/>
          <p:nvPr/>
        </p:nvPicPr>
        <p:blipFill>
          <a:blip r:embed="rId10">
            <a:alphaModFix/>
          </a:blip>
          <a:stretch>
            <a:fillRect/>
          </a:stretch>
        </p:blipFill>
        <p:spPr>
          <a:xfrm>
            <a:off x="9368222" y="5225251"/>
            <a:ext cx="275675" cy="275675"/>
          </a:xfrm>
          <a:prstGeom prst="rect">
            <a:avLst/>
          </a:prstGeom>
          <a:noFill/>
          <a:ln>
            <a:noFill/>
          </a:ln>
        </p:spPr>
      </p:pic>
      <p:pic>
        <p:nvPicPr>
          <p:cNvPr id="1864" name="Google Shape;1864;p85"/>
          <p:cNvPicPr preferRelativeResize="0"/>
          <p:nvPr/>
        </p:nvPicPr>
        <p:blipFill>
          <a:blip r:embed="rId10">
            <a:alphaModFix/>
          </a:blip>
          <a:stretch>
            <a:fillRect/>
          </a:stretch>
        </p:blipFill>
        <p:spPr>
          <a:xfrm>
            <a:off x="10282622" y="5225251"/>
            <a:ext cx="275675" cy="275675"/>
          </a:xfrm>
          <a:prstGeom prst="rect">
            <a:avLst/>
          </a:prstGeom>
          <a:noFill/>
          <a:ln>
            <a:noFill/>
          </a:ln>
        </p:spPr>
      </p:pic>
      <p:pic>
        <p:nvPicPr>
          <p:cNvPr id="1865" name="Google Shape;1865;p85"/>
          <p:cNvPicPr preferRelativeResize="0"/>
          <p:nvPr/>
        </p:nvPicPr>
        <p:blipFill>
          <a:blip r:embed="rId10">
            <a:alphaModFix/>
          </a:blip>
          <a:stretch>
            <a:fillRect/>
          </a:stretch>
        </p:blipFill>
        <p:spPr>
          <a:xfrm>
            <a:off x="11197022" y="5225251"/>
            <a:ext cx="275675" cy="275675"/>
          </a:xfrm>
          <a:prstGeom prst="rect">
            <a:avLst/>
          </a:prstGeom>
          <a:noFill/>
          <a:ln>
            <a:noFill/>
          </a:ln>
        </p:spPr>
      </p:pic>
      <p:sp>
        <p:nvSpPr>
          <p:cNvPr id="1866" name="Google Shape;1866;p85"/>
          <p:cNvSpPr txBox="1"/>
          <p:nvPr/>
        </p:nvSpPr>
        <p:spPr>
          <a:xfrm>
            <a:off x="2415775" y="2044300"/>
            <a:ext cx="34968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Deploy Bastion</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Deploy and Configure IdM Primary</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replicas</a:t>
            </a:r>
            <a:endParaRPr>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Satellite</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capsules</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AAP</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controllers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database server</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execution nodes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hub nodes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execution environments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(decision environments)</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Container Hosts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tang servers for NBDE</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Clr>
                <a:schemeClr val="dk1"/>
              </a:buClr>
              <a:buSzPts val="1100"/>
              <a:buFont typeface="Arial"/>
              <a:buNone/>
            </a:pPr>
            <a:r>
              <a:rPr lang="en">
                <a:solidFill>
                  <a:schemeClr val="dk1"/>
                </a:solidFill>
                <a:latin typeface="Red Hat Display"/>
                <a:ea typeface="Red Hat Display"/>
                <a:cs typeface="Red Hat Display"/>
                <a:sym typeface="Red Hat Display"/>
              </a:rPr>
              <a:t>And make extensible …</a:t>
            </a:r>
            <a:endParaRPr>
              <a:solidFill>
                <a:schemeClr val="dk1"/>
              </a:solidFill>
              <a:latin typeface="Red Hat Display"/>
              <a:ea typeface="Red Hat Display"/>
              <a:cs typeface="Red Hat Display"/>
              <a:sym typeface="Red Hat Display"/>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0" name="Shape 1870"/>
        <p:cNvGrpSpPr/>
        <p:nvPr/>
      </p:nvGrpSpPr>
      <p:grpSpPr>
        <a:xfrm>
          <a:off x="0" y="0"/>
          <a:ext cx="0" cy="0"/>
          <a:chOff x="0" y="0"/>
          <a:chExt cx="0" cy="0"/>
        </a:xfrm>
      </p:grpSpPr>
      <p:sp>
        <p:nvSpPr>
          <p:cNvPr id="1871" name="Google Shape;1871;p86"/>
          <p:cNvSpPr txBox="1"/>
          <p:nvPr>
            <p:ph type="title"/>
          </p:nvPr>
        </p:nvSpPr>
        <p:spPr>
          <a:xfrm>
            <a:off x="1113650" y="7193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Using rhis-builder to create the RH-IS</a:t>
            </a:r>
            <a:endParaRPr/>
          </a:p>
        </p:txBody>
      </p:sp>
      <p:sp>
        <p:nvSpPr>
          <p:cNvPr id="1872" name="Google Shape;1872;p8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873" name="Google Shape;1873;p8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874" name="Google Shape;1874;p86"/>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1875" name="Google Shape;1875;p86"/>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1876" name="Google Shape;1876;p86"/>
          <p:cNvGrpSpPr/>
          <p:nvPr/>
        </p:nvGrpSpPr>
        <p:grpSpPr>
          <a:xfrm>
            <a:off x="3733833" y="1381676"/>
            <a:ext cx="458937" cy="422178"/>
            <a:chOff x="8321229" y="3179936"/>
            <a:chExt cx="914400" cy="914400"/>
          </a:xfrm>
        </p:grpSpPr>
        <p:sp>
          <p:nvSpPr>
            <p:cNvPr id="1877" name="Google Shape;1877;p86"/>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78" name="Google Shape;1878;p86"/>
            <p:cNvPicPr preferRelativeResize="0"/>
            <p:nvPr/>
          </p:nvPicPr>
          <p:blipFill>
            <a:blip r:embed="rId4">
              <a:alphaModFix/>
            </a:blip>
            <a:stretch>
              <a:fillRect/>
            </a:stretch>
          </p:blipFill>
          <p:spPr>
            <a:xfrm>
              <a:off x="8321229" y="3179936"/>
              <a:ext cx="914400" cy="914400"/>
            </a:xfrm>
            <a:prstGeom prst="rect">
              <a:avLst/>
            </a:prstGeom>
            <a:noFill/>
            <a:ln>
              <a:noFill/>
            </a:ln>
          </p:spPr>
        </p:pic>
      </p:grpSp>
      <p:sp>
        <p:nvSpPr>
          <p:cNvPr id="1879" name="Google Shape;1879;p86"/>
          <p:cNvSpPr txBox="1"/>
          <p:nvPr/>
        </p:nvSpPr>
        <p:spPr>
          <a:xfrm>
            <a:off x="600956" y="3464625"/>
            <a:ext cx="1088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a:p>
            <a:pPr indent="0" lvl="0" marL="0" rtl="0" algn="ctr">
              <a:spcBef>
                <a:spcPts val="0"/>
              </a:spcBef>
              <a:spcAft>
                <a:spcPts val="0"/>
              </a:spcAft>
              <a:buNone/>
            </a:pPr>
            <a:r>
              <a:rPr lang="en">
                <a:latin typeface="Red Hat Display"/>
                <a:ea typeface="Red Hat Display"/>
                <a:cs typeface="Red Hat Display"/>
                <a:sym typeface="Red Hat Display"/>
              </a:rPr>
              <a:t>Node</a:t>
            </a:r>
            <a:endParaRPr>
              <a:latin typeface="Red Hat Display"/>
              <a:ea typeface="Red Hat Display"/>
              <a:cs typeface="Red Hat Display"/>
              <a:sym typeface="Red Hat Display"/>
            </a:endParaRPr>
          </a:p>
        </p:txBody>
      </p:sp>
      <p:grpSp>
        <p:nvGrpSpPr>
          <p:cNvPr id="1880" name="Google Shape;1880;p86"/>
          <p:cNvGrpSpPr/>
          <p:nvPr/>
        </p:nvGrpSpPr>
        <p:grpSpPr>
          <a:xfrm>
            <a:off x="6202675" y="1704850"/>
            <a:ext cx="5504263" cy="2135182"/>
            <a:chOff x="6202675" y="2390650"/>
            <a:chExt cx="5504263" cy="2135182"/>
          </a:xfrm>
        </p:grpSpPr>
        <p:sp>
          <p:nvSpPr>
            <p:cNvPr id="1881" name="Google Shape;1881;p86"/>
            <p:cNvSpPr/>
            <p:nvPr/>
          </p:nvSpPr>
          <p:spPr>
            <a:xfrm>
              <a:off x="108553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82" name="Google Shape;1882;p86"/>
            <p:cNvPicPr preferRelativeResize="0"/>
            <p:nvPr/>
          </p:nvPicPr>
          <p:blipFill rotWithShape="1">
            <a:blip r:embed="rId5">
              <a:alphaModFix/>
            </a:blip>
            <a:srcRect b="19054" l="0" r="0" t="19757"/>
            <a:stretch/>
          </p:blipFill>
          <p:spPr>
            <a:xfrm>
              <a:off x="6202675" y="3191195"/>
              <a:ext cx="914400" cy="559500"/>
            </a:xfrm>
            <a:prstGeom prst="rect">
              <a:avLst/>
            </a:prstGeom>
            <a:noFill/>
            <a:ln>
              <a:noFill/>
            </a:ln>
          </p:spPr>
        </p:pic>
        <p:pic>
          <p:nvPicPr>
            <p:cNvPr id="1883" name="Google Shape;1883;p86"/>
            <p:cNvPicPr preferRelativeResize="0"/>
            <p:nvPr/>
          </p:nvPicPr>
          <p:blipFill rotWithShape="1">
            <a:blip r:embed="rId5">
              <a:alphaModFix/>
            </a:blip>
            <a:srcRect b="19054" l="0" r="0" t="19757"/>
            <a:stretch/>
          </p:blipFill>
          <p:spPr>
            <a:xfrm>
              <a:off x="7134938" y="3191195"/>
              <a:ext cx="914400" cy="559500"/>
            </a:xfrm>
            <a:prstGeom prst="rect">
              <a:avLst/>
            </a:prstGeom>
            <a:noFill/>
            <a:ln>
              <a:noFill/>
            </a:ln>
          </p:spPr>
        </p:pic>
        <p:grpSp>
          <p:nvGrpSpPr>
            <p:cNvPr id="1884" name="Google Shape;1884;p86"/>
            <p:cNvGrpSpPr/>
            <p:nvPr/>
          </p:nvGrpSpPr>
          <p:grpSpPr>
            <a:xfrm>
              <a:off x="7351968" y="2776299"/>
              <a:ext cx="458937" cy="422178"/>
              <a:chOff x="6263829" y="1370716"/>
              <a:chExt cx="914400" cy="914400"/>
            </a:xfrm>
          </p:grpSpPr>
          <p:sp>
            <p:nvSpPr>
              <p:cNvPr id="1885" name="Google Shape;1885;p86"/>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86" name="Google Shape;1886;p86"/>
              <p:cNvPicPr preferRelativeResize="0"/>
              <p:nvPr/>
            </p:nvPicPr>
            <p:blipFill>
              <a:blip r:embed="rId6">
                <a:alphaModFix/>
              </a:blip>
              <a:stretch>
                <a:fillRect/>
              </a:stretch>
            </p:blipFill>
            <p:spPr>
              <a:xfrm>
                <a:off x="6312879" y="1419766"/>
                <a:ext cx="816300" cy="816300"/>
              </a:xfrm>
              <a:prstGeom prst="rect">
                <a:avLst/>
              </a:prstGeom>
              <a:noFill/>
              <a:ln>
                <a:noFill/>
              </a:ln>
            </p:spPr>
          </p:pic>
        </p:grpSp>
        <p:grpSp>
          <p:nvGrpSpPr>
            <p:cNvPr id="1887" name="Google Shape;1887;p86"/>
            <p:cNvGrpSpPr/>
            <p:nvPr/>
          </p:nvGrpSpPr>
          <p:grpSpPr>
            <a:xfrm>
              <a:off x="6402738" y="2784864"/>
              <a:ext cx="458937" cy="422178"/>
              <a:chOff x="4437340" y="1269451"/>
              <a:chExt cx="914400" cy="914400"/>
            </a:xfrm>
          </p:grpSpPr>
          <p:sp>
            <p:nvSpPr>
              <p:cNvPr id="1888" name="Google Shape;1888;p86"/>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89" name="Google Shape;1889;p86"/>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grpSp>
          <p:nvGrpSpPr>
            <p:cNvPr id="1890" name="Google Shape;1890;p86"/>
            <p:cNvGrpSpPr/>
            <p:nvPr/>
          </p:nvGrpSpPr>
          <p:grpSpPr>
            <a:xfrm>
              <a:off x="8263149" y="2767685"/>
              <a:ext cx="458937" cy="422178"/>
              <a:chOff x="4437340" y="3101261"/>
              <a:chExt cx="914400" cy="914400"/>
            </a:xfrm>
          </p:grpSpPr>
          <p:sp>
            <p:nvSpPr>
              <p:cNvPr id="1891" name="Google Shape;1891;p86"/>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92" name="Google Shape;1892;p86"/>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1893" name="Google Shape;1893;p86"/>
            <p:cNvPicPr preferRelativeResize="0"/>
            <p:nvPr/>
          </p:nvPicPr>
          <p:blipFill rotWithShape="1">
            <a:blip r:embed="rId5">
              <a:alphaModFix/>
            </a:blip>
            <a:srcRect b="19054" l="0" r="0" t="19757"/>
            <a:stretch/>
          </p:blipFill>
          <p:spPr>
            <a:xfrm>
              <a:off x="8049338" y="3191195"/>
              <a:ext cx="914400" cy="559500"/>
            </a:xfrm>
            <a:prstGeom prst="rect">
              <a:avLst/>
            </a:prstGeom>
            <a:noFill/>
            <a:ln>
              <a:noFill/>
            </a:ln>
          </p:spPr>
        </p:pic>
        <p:pic>
          <p:nvPicPr>
            <p:cNvPr id="1894" name="Google Shape;1894;p86"/>
            <p:cNvPicPr preferRelativeResize="0"/>
            <p:nvPr/>
          </p:nvPicPr>
          <p:blipFill rotWithShape="1">
            <a:blip r:embed="rId5">
              <a:alphaModFix/>
            </a:blip>
            <a:srcRect b="19054" l="0" r="0" t="19757"/>
            <a:stretch/>
          </p:blipFill>
          <p:spPr>
            <a:xfrm>
              <a:off x="8963738" y="3191195"/>
              <a:ext cx="914400" cy="559500"/>
            </a:xfrm>
            <a:prstGeom prst="rect">
              <a:avLst/>
            </a:prstGeom>
            <a:noFill/>
            <a:ln>
              <a:noFill/>
            </a:ln>
          </p:spPr>
        </p:pic>
        <p:pic>
          <p:nvPicPr>
            <p:cNvPr id="1895" name="Google Shape;1895;p86"/>
            <p:cNvPicPr preferRelativeResize="0"/>
            <p:nvPr/>
          </p:nvPicPr>
          <p:blipFill rotWithShape="1">
            <a:blip r:embed="rId5">
              <a:alphaModFix/>
            </a:blip>
            <a:srcRect b="19054" l="0" r="0" t="19757"/>
            <a:stretch/>
          </p:blipFill>
          <p:spPr>
            <a:xfrm>
              <a:off x="9878138" y="3191195"/>
              <a:ext cx="914400" cy="559500"/>
            </a:xfrm>
            <a:prstGeom prst="rect">
              <a:avLst/>
            </a:prstGeom>
            <a:noFill/>
            <a:ln>
              <a:noFill/>
            </a:ln>
          </p:spPr>
        </p:pic>
        <p:pic>
          <p:nvPicPr>
            <p:cNvPr id="1896" name="Google Shape;1896;p86"/>
            <p:cNvPicPr preferRelativeResize="0"/>
            <p:nvPr/>
          </p:nvPicPr>
          <p:blipFill rotWithShape="1">
            <a:blip r:embed="rId5">
              <a:alphaModFix/>
            </a:blip>
            <a:srcRect b="19054" l="0" r="0" t="19757"/>
            <a:stretch/>
          </p:blipFill>
          <p:spPr>
            <a:xfrm>
              <a:off x="10792538" y="3191195"/>
              <a:ext cx="914400" cy="559500"/>
            </a:xfrm>
            <a:prstGeom prst="rect">
              <a:avLst/>
            </a:prstGeom>
            <a:noFill/>
            <a:ln>
              <a:noFill/>
            </a:ln>
          </p:spPr>
        </p:pic>
        <p:grpSp>
          <p:nvGrpSpPr>
            <p:cNvPr id="1897" name="Google Shape;1897;p86"/>
            <p:cNvGrpSpPr/>
            <p:nvPr/>
          </p:nvGrpSpPr>
          <p:grpSpPr>
            <a:xfrm>
              <a:off x="9177549" y="2767685"/>
              <a:ext cx="458937" cy="422178"/>
              <a:chOff x="4437340" y="3101261"/>
              <a:chExt cx="914400" cy="914400"/>
            </a:xfrm>
          </p:grpSpPr>
          <p:sp>
            <p:nvSpPr>
              <p:cNvPr id="1898" name="Google Shape;1898;p86"/>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99" name="Google Shape;1899;p86"/>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1900" name="Google Shape;1900;p86"/>
            <p:cNvPicPr preferRelativeResize="0"/>
            <p:nvPr/>
          </p:nvPicPr>
          <p:blipFill>
            <a:blip r:embed="rId9">
              <a:alphaModFix/>
            </a:blip>
            <a:stretch>
              <a:fillRect/>
            </a:stretch>
          </p:blipFill>
          <p:spPr>
            <a:xfrm>
              <a:off x="10895276" y="2835667"/>
              <a:ext cx="318000" cy="318000"/>
            </a:xfrm>
            <a:prstGeom prst="rect">
              <a:avLst/>
            </a:prstGeom>
            <a:noFill/>
            <a:ln>
              <a:noFill/>
            </a:ln>
          </p:spPr>
        </p:pic>
        <p:sp>
          <p:nvSpPr>
            <p:cNvPr id="1901" name="Google Shape;1901;p86"/>
            <p:cNvSpPr/>
            <p:nvPr/>
          </p:nvSpPr>
          <p:spPr>
            <a:xfrm>
              <a:off x="99409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02" name="Google Shape;1902;p86"/>
            <p:cNvPicPr preferRelativeResize="0"/>
            <p:nvPr/>
          </p:nvPicPr>
          <p:blipFill>
            <a:blip r:embed="rId9">
              <a:alphaModFix/>
            </a:blip>
            <a:stretch>
              <a:fillRect/>
            </a:stretch>
          </p:blipFill>
          <p:spPr>
            <a:xfrm>
              <a:off x="9980876" y="2835667"/>
              <a:ext cx="318000" cy="318000"/>
            </a:xfrm>
            <a:prstGeom prst="rect">
              <a:avLst/>
            </a:prstGeom>
            <a:noFill/>
            <a:ln>
              <a:noFill/>
            </a:ln>
          </p:spPr>
        </p:pic>
        <p:pic>
          <p:nvPicPr>
            <p:cNvPr id="1903" name="Google Shape;1903;p86"/>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1904" name="Google Shape;1904;p86"/>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1905" name="Google Shape;1905;p86"/>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grpSp>
      <p:sp>
        <p:nvSpPr>
          <p:cNvPr id="1906" name="Google Shape;1906;p86"/>
          <p:cNvSpPr/>
          <p:nvPr/>
        </p:nvSpPr>
        <p:spPr>
          <a:xfrm>
            <a:off x="10855350" y="4295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07" name="Google Shape;1907;p86"/>
          <p:cNvPicPr preferRelativeResize="0"/>
          <p:nvPr/>
        </p:nvPicPr>
        <p:blipFill rotWithShape="1">
          <a:blip r:embed="rId5">
            <a:alphaModFix/>
          </a:blip>
          <a:srcRect b="19054" l="0" r="0" t="19757"/>
          <a:stretch/>
        </p:blipFill>
        <p:spPr>
          <a:xfrm>
            <a:off x="7134938" y="5096195"/>
            <a:ext cx="914400" cy="559500"/>
          </a:xfrm>
          <a:prstGeom prst="rect">
            <a:avLst/>
          </a:prstGeom>
          <a:noFill/>
          <a:ln>
            <a:noFill/>
          </a:ln>
        </p:spPr>
      </p:pic>
      <p:grpSp>
        <p:nvGrpSpPr>
          <p:cNvPr id="1908" name="Google Shape;1908;p86"/>
          <p:cNvGrpSpPr/>
          <p:nvPr/>
        </p:nvGrpSpPr>
        <p:grpSpPr>
          <a:xfrm>
            <a:off x="7351968" y="4681299"/>
            <a:ext cx="458937" cy="422178"/>
            <a:chOff x="6263829" y="1370716"/>
            <a:chExt cx="914400" cy="914400"/>
          </a:xfrm>
        </p:grpSpPr>
        <p:sp>
          <p:nvSpPr>
            <p:cNvPr id="1909" name="Google Shape;1909;p86"/>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10" name="Google Shape;1910;p86"/>
            <p:cNvPicPr preferRelativeResize="0"/>
            <p:nvPr/>
          </p:nvPicPr>
          <p:blipFill>
            <a:blip r:embed="rId6">
              <a:alphaModFix/>
            </a:blip>
            <a:stretch>
              <a:fillRect/>
            </a:stretch>
          </p:blipFill>
          <p:spPr>
            <a:xfrm>
              <a:off x="6312879" y="1419766"/>
              <a:ext cx="816300" cy="816300"/>
            </a:xfrm>
            <a:prstGeom prst="rect">
              <a:avLst/>
            </a:prstGeom>
            <a:noFill/>
            <a:ln>
              <a:noFill/>
            </a:ln>
          </p:spPr>
        </p:pic>
      </p:grpSp>
      <p:grpSp>
        <p:nvGrpSpPr>
          <p:cNvPr id="1911" name="Google Shape;1911;p86"/>
          <p:cNvGrpSpPr/>
          <p:nvPr/>
        </p:nvGrpSpPr>
        <p:grpSpPr>
          <a:xfrm>
            <a:off x="6402738" y="4689864"/>
            <a:ext cx="458937" cy="422178"/>
            <a:chOff x="4437340" y="1269451"/>
            <a:chExt cx="914400" cy="914400"/>
          </a:xfrm>
        </p:grpSpPr>
        <p:sp>
          <p:nvSpPr>
            <p:cNvPr id="1912" name="Google Shape;1912;p86"/>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13" name="Google Shape;1913;p86"/>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grpSp>
        <p:nvGrpSpPr>
          <p:cNvPr id="1914" name="Google Shape;1914;p86"/>
          <p:cNvGrpSpPr/>
          <p:nvPr/>
        </p:nvGrpSpPr>
        <p:grpSpPr>
          <a:xfrm>
            <a:off x="8263149" y="4672685"/>
            <a:ext cx="458937" cy="422178"/>
            <a:chOff x="4437340" y="3101261"/>
            <a:chExt cx="914400" cy="914400"/>
          </a:xfrm>
        </p:grpSpPr>
        <p:sp>
          <p:nvSpPr>
            <p:cNvPr id="1915" name="Google Shape;1915;p86"/>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16" name="Google Shape;1916;p86"/>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1917" name="Google Shape;1917;p86"/>
          <p:cNvPicPr preferRelativeResize="0"/>
          <p:nvPr/>
        </p:nvPicPr>
        <p:blipFill rotWithShape="1">
          <a:blip r:embed="rId5">
            <a:alphaModFix/>
          </a:blip>
          <a:srcRect b="19054" l="0" r="0" t="19757"/>
          <a:stretch/>
        </p:blipFill>
        <p:spPr>
          <a:xfrm>
            <a:off x="8049338" y="5096195"/>
            <a:ext cx="914400" cy="559500"/>
          </a:xfrm>
          <a:prstGeom prst="rect">
            <a:avLst/>
          </a:prstGeom>
          <a:noFill/>
          <a:ln>
            <a:noFill/>
          </a:ln>
        </p:spPr>
      </p:pic>
      <p:pic>
        <p:nvPicPr>
          <p:cNvPr id="1918" name="Google Shape;1918;p86"/>
          <p:cNvPicPr preferRelativeResize="0"/>
          <p:nvPr/>
        </p:nvPicPr>
        <p:blipFill rotWithShape="1">
          <a:blip r:embed="rId5">
            <a:alphaModFix/>
          </a:blip>
          <a:srcRect b="19054" l="0" r="0" t="19757"/>
          <a:stretch/>
        </p:blipFill>
        <p:spPr>
          <a:xfrm>
            <a:off x="8963738" y="5096195"/>
            <a:ext cx="914400" cy="559500"/>
          </a:xfrm>
          <a:prstGeom prst="rect">
            <a:avLst/>
          </a:prstGeom>
          <a:noFill/>
          <a:ln>
            <a:noFill/>
          </a:ln>
        </p:spPr>
      </p:pic>
      <p:pic>
        <p:nvPicPr>
          <p:cNvPr id="1919" name="Google Shape;1919;p86"/>
          <p:cNvPicPr preferRelativeResize="0"/>
          <p:nvPr/>
        </p:nvPicPr>
        <p:blipFill rotWithShape="1">
          <a:blip r:embed="rId5">
            <a:alphaModFix/>
          </a:blip>
          <a:srcRect b="19054" l="0" r="0" t="19757"/>
          <a:stretch/>
        </p:blipFill>
        <p:spPr>
          <a:xfrm>
            <a:off x="9878138" y="5096195"/>
            <a:ext cx="914400" cy="559500"/>
          </a:xfrm>
          <a:prstGeom prst="rect">
            <a:avLst/>
          </a:prstGeom>
          <a:noFill/>
          <a:ln>
            <a:noFill/>
          </a:ln>
        </p:spPr>
      </p:pic>
      <p:pic>
        <p:nvPicPr>
          <p:cNvPr id="1920" name="Google Shape;1920;p86"/>
          <p:cNvPicPr preferRelativeResize="0"/>
          <p:nvPr/>
        </p:nvPicPr>
        <p:blipFill rotWithShape="1">
          <a:blip r:embed="rId5">
            <a:alphaModFix/>
          </a:blip>
          <a:srcRect b="19054" l="0" r="0" t="19757"/>
          <a:stretch/>
        </p:blipFill>
        <p:spPr>
          <a:xfrm>
            <a:off x="10792538" y="5096195"/>
            <a:ext cx="914400" cy="559500"/>
          </a:xfrm>
          <a:prstGeom prst="rect">
            <a:avLst/>
          </a:prstGeom>
          <a:noFill/>
          <a:ln>
            <a:noFill/>
          </a:ln>
        </p:spPr>
      </p:pic>
      <p:grpSp>
        <p:nvGrpSpPr>
          <p:cNvPr id="1921" name="Google Shape;1921;p86"/>
          <p:cNvGrpSpPr/>
          <p:nvPr/>
        </p:nvGrpSpPr>
        <p:grpSpPr>
          <a:xfrm>
            <a:off x="9177549" y="4672685"/>
            <a:ext cx="458937" cy="422178"/>
            <a:chOff x="4437340" y="3101261"/>
            <a:chExt cx="914400" cy="914400"/>
          </a:xfrm>
        </p:grpSpPr>
        <p:sp>
          <p:nvSpPr>
            <p:cNvPr id="1922" name="Google Shape;1922;p86"/>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23" name="Google Shape;1923;p86"/>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1924" name="Google Shape;1924;p86"/>
          <p:cNvPicPr preferRelativeResize="0"/>
          <p:nvPr/>
        </p:nvPicPr>
        <p:blipFill>
          <a:blip r:embed="rId9">
            <a:alphaModFix/>
          </a:blip>
          <a:stretch>
            <a:fillRect/>
          </a:stretch>
        </p:blipFill>
        <p:spPr>
          <a:xfrm>
            <a:off x="10895276" y="4740667"/>
            <a:ext cx="318000" cy="318000"/>
          </a:xfrm>
          <a:prstGeom prst="rect">
            <a:avLst/>
          </a:prstGeom>
          <a:noFill/>
          <a:ln>
            <a:noFill/>
          </a:ln>
        </p:spPr>
      </p:pic>
      <p:sp>
        <p:nvSpPr>
          <p:cNvPr id="1925" name="Google Shape;1925;p86"/>
          <p:cNvSpPr/>
          <p:nvPr/>
        </p:nvSpPr>
        <p:spPr>
          <a:xfrm>
            <a:off x="9940950" y="4295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26" name="Google Shape;1926;p86"/>
          <p:cNvPicPr preferRelativeResize="0"/>
          <p:nvPr/>
        </p:nvPicPr>
        <p:blipFill>
          <a:blip r:embed="rId9">
            <a:alphaModFix/>
          </a:blip>
          <a:stretch>
            <a:fillRect/>
          </a:stretch>
        </p:blipFill>
        <p:spPr>
          <a:xfrm>
            <a:off x="9980876" y="4740667"/>
            <a:ext cx="318000" cy="318000"/>
          </a:xfrm>
          <a:prstGeom prst="rect">
            <a:avLst/>
          </a:prstGeom>
          <a:noFill/>
          <a:ln>
            <a:noFill/>
          </a:ln>
        </p:spPr>
      </p:pic>
      <p:grpSp>
        <p:nvGrpSpPr>
          <p:cNvPr id="1927" name="Google Shape;1927;p86"/>
          <p:cNvGrpSpPr/>
          <p:nvPr/>
        </p:nvGrpSpPr>
        <p:grpSpPr>
          <a:xfrm>
            <a:off x="6218477" y="5104532"/>
            <a:ext cx="914400" cy="559500"/>
            <a:chOff x="3899025" y="4752650"/>
            <a:chExt cx="914400" cy="559500"/>
          </a:xfrm>
        </p:grpSpPr>
        <p:pic>
          <p:nvPicPr>
            <p:cNvPr id="1928" name="Google Shape;1928;p86"/>
            <p:cNvPicPr preferRelativeResize="0"/>
            <p:nvPr/>
          </p:nvPicPr>
          <p:blipFill rotWithShape="1">
            <a:blip r:embed="rId5">
              <a:alphaModFix/>
            </a:blip>
            <a:srcRect b="19054" l="0" r="0" t="19757"/>
            <a:stretch/>
          </p:blipFill>
          <p:spPr>
            <a:xfrm>
              <a:off x="3899025" y="4752650"/>
              <a:ext cx="914400" cy="559500"/>
            </a:xfrm>
            <a:prstGeom prst="rect">
              <a:avLst/>
            </a:prstGeom>
            <a:noFill/>
            <a:ln>
              <a:noFill/>
            </a:ln>
          </p:spPr>
        </p:pic>
        <p:pic>
          <p:nvPicPr>
            <p:cNvPr id="1929" name="Google Shape;1929;p86"/>
            <p:cNvPicPr preferRelativeResize="0"/>
            <p:nvPr/>
          </p:nvPicPr>
          <p:blipFill>
            <a:blip r:embed="rId10">
              <a:alphaModFix/>
            </a:blip>
            <a:stretch>
              <a:fillRect/>
            </a:stretch>
          </p:blipFill>
          <p:spPr>
            <a:xfrm>
              <a:off x="4302575" y="4883351"/>
              <a:ext cx="275675" cy="275675"/>
            </a:xfrm>
            <a:prstGeom prst="rect">
              <a:avLst/>
            </a:prstGeom>
            <a:noFill/>
            <a:ln>
              <a:noFill/>
            </a:ln>
          </p:spPr>
        </p:pic>
      </p:grpSp>
      <p:pic>
        <p:nvPicPr>
          <p:cNvPr id="1930" name="Google Shape;1930;p86"/>
          <p:cNvPicPr preferRelativeResize="0"/>
          <p:nvPr/>
        </p:nvPicPr>
        <p:blipFill>
          <a:blip r:embed="rId10">
            <a:alphaModFix/>
          </a:blip>
          <a:stretch>
            <a:fillRect/>
          </a:stretch>
        </p:blipFill>
        <p:spPr>
          <a:xfrm>
            <a:off x="7536427" y="5225251"/>
            <a:ext cx="275675" cy="275675"/>
          </a:xfrm>
          <a:prstGeom prst="rect">
            <a:avLst/>
          </a:prstGeom>
          <a:noFill/>
          <a:ln>
            <a:noFill/>
          </a:ln>
        </p:spPr>
      </p:pic>
      <p:pic>
        <p:nvPicPr>
          <p:cNvPr id="1931" name="Google Shape;1931;p86"/>
          <p:cNvPicPr preferRelativeResize="0"/>
          <p:nvPr/>
        </p:nvPicPr>
        <p:blipFill>
          <a:blip r:embed="rId10">
            <a:alphaModFix/>
          </a:blip>
          <a:stretch>
            <a:fillRect/>
          </a:stretch>
        </p:blipFill>
        <p:spPr>
          <a:xfrm>
            <a:off x="8453822" y="5225251"/>
            <a:ext cx="275675" cy="275675"/>
          </a:xfrm>
          <a:prstGeom prst="rect">
            <a:avLst/>
          </a:prstGeom>
          <a:noFill/>
          <a:ln>
            <a:noFill/>
          </a:ln>
        </p:spPr>
      </p:pic>
      <p:pic>
        <p:nvPicPr>
          <p:cNvPr id="1932" name="Google Shape;1932;p86"/>
          <p:cNvPicPr preferRelativeResize="0"/>
          <p:nvPr/>
        </p:nvPicPr>
        <p:blipFill>
          <a:blip r:embed="rId10">
            <a:alphaModFix/>
          </a:blip>
          <a:stretch>
            <a:fillRect/>
          </a:stretch>
        </p:blipFill>
        <p:spPr>
          <a:xfrm>
            <a:off x="9368222" y="5225251"/>
            <a:ext cx="275675" cy="275675"/>
          </a:xfrm>
          <a:prstGeom prst="rect">
            <a:avLst/>
          </a:prstGeom>
          <a:noFill/>
          <a:ln>
            <a:noFill/>
          </a:ln>
        </p:spPr>
      </p:pic>
      <p:pic>
        <p:nvPicPr>
          <p:cNvPr id="1933" name="Google Shape;1933;p86"/>
          <p:cNvPicPr preferRelativeResize="0"/>
          <p:nvPr/>
        </p:nvPicPr>
        <p:blipFill>
          <a:blip r:embed="rId10">
            <a:alphaModFix/>
          </a:blip>
          <a:stretch>
            <a:fillRect/>
          </a:stretch>
        </p:blipFill>
        <p:spPr>
          <a:xfrm>
            <a:off x="10282622" y="5225251"/>
            <a:ext cx="275675" cy="275675"/>
          </a:xfrm>
          <a:prstGeom prst="rect">
            <a:avLst/>
          </a:prstGeom>
          <a:noFill/>
          <a:ln>
            <a:noFill/>
          </a:ln>
        </p:spPr>
      </p:pic>
      <p:pic>
        <p:nvPicPr>
          <p:cNvPr id="1934" name="Google Shape;1934;p86"/>
          <p:cNvPicPr preferRelativeResize="0"/>
          <p:nvPr/>
        </p:nvPicPr>
        <p:blipFill>
          <a:blip r:embed="rId10">
            <a:alphaModFix/>
          </a:blip>
          <a:stretch>
            <a:fillRect/>
          </a:stretch>
        </p:blipFill>
        <p:spPr>
          <a:xfrm>
            <a:off x="11197022" y="5225251"/>
            <a:ext cx="275675" cy="275675"/>
          </a:xfrm>
          <a:prstGeom prst="rect">
            <a:avLst/>
          </a:prstGeom>
          <a:noFill/>
          <a:ln>
            <a:noFill/>
          </a:ln>
        </p:spPr>
      </p:pic>
      <p:sp>
        <p:nvSpPr>
          <p:cNvPr id="1935" name="Google Shape;1935;p86"/>
          <p:cNvSpPr txBox="1"/>
          <p:nvPr/>
        </p:nvSpPr>
        <p:spPr>
          <a:xfrm>
            <a:off x="2415775" y="2071050"/>
            <a:ext cx="3496800" cy="384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Deploy Bastion nodes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Deploy and Configure IdM Primary</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replicas</a:t>
            </a:r>
            <a:endParaRPr>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Satellite</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capsules</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AAP</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controllers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database server</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execution nodes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hub nodes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execution environments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(decision environments)</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Container Hosts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tang servers for NBDE</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discovery container for subscription compliance metering</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   +++  And make extensible …</a:t>
            </a:r>
            <a:endParaRPr>
              <a:solidFill>
                <a:schemeClr val="dk1"/>
              </a:solidFill>
              <a:latin typeface="Red Hat Display"/>
              <a:ea typeface="Red Hat Display"/>
              <a:cs typeface="Red Hat Display"/>
              <a:sym typeface="Red Hat Display"/>
            </a:endParaRPr>
          </a:p>
        </p:txBody>
      </p:sp>
      <p:sp>
        <p:nvSpPr>
          <p:cNvPr id="1936" name="Google Shape;1936;p86"/>
          <p:cNvSpPr txBox="1"/>
          <p:nvPr/>
        </p:nvSpPr>
        <p:spPr>
          <a:xfrm>
            <a:off x="6016925" y="1652325"/>
            <a:ext cx="1190100" cy="31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IdM Primary</a:t>
            </a:r>
            <a:endParaRPr b="1" sz="1200">
              <a:latin typeface="Red Hat Display"/>
              <a:ea typeface="Red Hat Display"/>
              <a:cs typeface="Red Hat Display"/>
              <a:sym typeface="Red Hat Display"/>
            </a:endParaRPr>
          </a:p>
        </p:txBody>
      </p:sp>
      <p:sp>
        <p:nvSpPr>
          <p:cNvPr id="1937" name="Google Shape;1937;p86"/>
          <p:cNvSpPr txBox="1"/>
          <p:nvPr/>
        </p:nvSpPr>
        <p:spPr>
          <a:xfrm>
            <a:off x="6986388" y="1652325"/>
            <a:ext cx="1190100" cy="31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Satellite</a:t>
            </a:r>
            <a:endParaRPr b="1" sz="1200">
              <a:latin typeface="Red Hat Display"/>
              <a:ea typeface="Red Hat Display"/>
              <a:cs typeface="Red Hat Display"/>
              <a:sym typeface="Red Hat Display"/>
            </a:endParaRPr>
          </a:p>
        </p:txBody>
      </p:sp>
      <p:sp>
        <p:nvSpPr>
          <p:cNvPr id="1938" name="Google Shape;1938;p86"/>
          <p:cNvSpPr txBox="1"/>
          <p:nvPr/>
        </p:nvSpPr>
        <p:spPr>
          <a:xfrm>
            <a:off x="7897550" y="1489594"/>
            <a:ext cx="1190100" cy="48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AAP Controller</a:t>
            </a:r>
            <a:endParaRPr b="1" sz="1200">
              <a:latin typeface="Red Hat Display"/>
              <a:ea typeface="Red Hat Display"/>
              <a:cs typeface="Red Hat Display"/>
              <a:sym typeface="Red Hat Display"/>
            </a:endParaRPr>
          </a:p>
        </p:txBody>
      </p:sp>
      <p:sp>
        <p:nvSpPr>
          <p:cNvPr id="1939" name="Google Shape;1939;p86"/>
          <p:cNvSpPr txBox="1"/>
          <p:nvPr/>
        </p:nvSpPr>
        <p:spPr>
          <a:xfrm>
            <a:off x="8811950" y="1489594"/>
            <a:ext cx="1190100" cy="48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AAP </a:t>
            </a:r>
            <a:endParaRPr b="1" sz="1200">
              <a:latin typeface="Red Hat Display"/>
              <a:ea typeface="Red Hat Display"/>
              <a:cs typeface="Red Hat Display"/>
              <a:sym typeface="Red Hat Display"/>
            </a:endParaRPr>
          </a:p>
          <a:p>
            <a:pPr indent="0" lvl="0" marL="0" rtl="0" algn="ctr">
              <a:spcBef>
                <a:spcPts val="0"/>
              </a:spcBef>
              <a:spcAft>
                <a:spcPts val="0"/>
              </a:spcAft>
              <a:buNone/>
            </a:pPr>
            <a:r>
              <a:rPr b="1" lang="en" sz="1200">
                <a:latin typeface="Red Hat Display"/>
                <a:ea typeface="Red Hat Display"/>
                <a:cs typeface="Red Hat Display"/>
                <a:sym typeface="Red Hat Display"/>
              </a:rPr>
              <a:t>Private Hub</a:t>
            </a:r>
            <a:endParaRPr b="1" sz="1200">
              <a:latin typeface="Red Hat Display"/>
              <a:ea typeface="Red Hat Display"/>
              <a:cs typeface="Red Hat Display"/>
              <a:sym typeface="Red Hat Display"/>
            </a:endParaRPr>
          </a:p>
        </p:txBody>
      </p:sp>
      <p:sp>
        <p:nvSpPr>
          <p:cNvPr id="1940" name="Google Shape;1940;p86"/>
          <p:cNvSpPr txBox="1"/>
          <p:nvPr/>
        </p:nvSpPr>
        <p:spPr>
          <a:xfrm>
            <a:off x="9726350" y="1029552"/>
            <a:ext cx="1190100" cy="6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Container</a:t>
            </a:r>
            <a:endParaRPr b="1" sz="1200">
              <a:latin typeface="Red Hat Display"/>
              <a:ea typeface="Red Hat Display"/>
              <a:cs typeface="Red Hat Display"/>
              <a:sym typeface="Red Hat Display"/>
            </a:endParaRPr>
          </a:p>
          <a:p>
            <a:pPr indent="0" lvl="0" marL="0" rtl="0" algn="ctr">
              <a:spcBef>
                <a:spcPts val="0"/>
              </a:spcBef>
              <a:spcAft>
                <a:spcPts val="0"/>
              </a:spcAft>
              <a:buNone/>
            </a:pPr>
            <a:r>
              <a:rPr b="1" lang="en" sz="1200">
                <a:latin typeface="Red Hat Display"/>
                <a:ea typeface="Red Hat Display"/>
                <a:cs typeface="Red Hat Display"/>
                <a:sym typeface="Red Hat Display"/>
              </a:rPr>
              <a:t>Server</a:t>
            </a:r>
            <a:endParaRPr b="1" sz="1200">
              <a:latin typeface="Red Hat Display"/>
              <a:ea typeface="Red Hat Display"/>
              <a:cs typeface="Red Hat Display"/>
              <a:sym typeface="Red Hat Display"/>
            </a:endParaRPr>
          </a:p>
        </p:txBody>
      </p:sp>
      <p:sp>
        <p:nvSpPr>
          <p:cNvPr id="1941" name="Google Shape;1941;p86"/>
          <p:cNvSpPr txBox="1"/>
          <p:nvPr/>
        </p:nvSpPr>
        <p:spPr>
          <a:xfrm>
            <a:off x="10654700" y="1029400"/>
            <a:ext cx="1190100" cy="6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Container</a:t>
            </a:r>
            <a:endParaRPr b="1" sz="1200">
              <a:latin typeface="Red Hat Display"/>
              <a:ea typeface="Red Hat Display"/>
              <a:cs typeface="Red Hat Display"/>
              <a:sym typeface="Red Hat Display"/>
            </a:endParaRPr>
          </a:p>
          <a:p>
            <a:pPr indent="0" lvl="0" marL="0" rtl="0" algn="ctr">
              <a:spcBef>
                <a:spcPts val="0"/>
              </a:spcBef>
              <a:spcAft>
                <a:spcPts val="0"/>
              </a:spcAft>
              <a:buNone/>
            </a:pPr>
            <a:r>
              <a:rPr b="1" lang="en" sz="1200">
                <a:latin typeface="Red Hat Display"/>
                <a:ea typeface="Red Hat Display"/>
                <a:cs typeface="Red Hat Display"/>
                <a:sym typeface="Red Hat Display"/>
              </a:rPr>
              <a:t>Server</a:t>
            </a:r>
            <a:endParaRPr b="1" sz="1200">
              <a:latin typeface="Red Hat Display"/>
              <a:ea typeface="Red Hat Display"/>
              <a:cs typeface="Red Hat Display"/>
              <a:sym typeface="Red Hat Display"/>
            </a:endParaRPr>
          </a:p>
        </p:txBody>
      </p:sp>
      <p:pic>
        <p:nvPicPr>
          <p:cNvPr id="1942" name="Google Shape;1942;p86"/>
          <p:cNvPicPr preferRelativeResize="0"/>
          <p:nvPr/>
        </p:nvPicPr>
        <p:blipFill>
          <a:blip r:embed="rId9">
            <a:alphaModFix/>
          </a:blip>
          <a:stretch>
            <a:fillRect/>
          </a:stretch>
        </p:blipFill>
        <p:spPr>
          <a:xfrm>
            <a:off x="10351563" y="2149867"/>
            <a:ext cx="318000" cy="318000"/>
          </a:xfrm>
          <a:prstGeom prst="rect">
            <a:avLst/>
          </a:prstGeom>
          <a:noFill/>
          <a:ln>
            <a:noFill/>
          </a:ln>
        </p:spPr>
      </p:pic>
      <p:pic>
        <p:nvPicPr>
          <p:cNvPr id="1943" name="Google Shape;1943;p86"/>
          <p:cNvPicPr preferRelativeResize="0"/>
          <p:nvPr/>
        </p:nvPicPr>
        <p:blipFill>
          <a:blip r:embed="rId9">
            <a:alphaModFix/>
          </a:blip>
          <a:stretch>
            <a:fillRect/>
          </a:stretch>
        </p:blipFill>
        <p:spPr>
          <a:xfrm>
            <a:off x="11265963" y="2149867"/>
            <a:ext cx="318000" cy="318000"/>
          </a:xfrm>
          <a:prstGeom prst="rect">
            <a:avLst/>
          </a:prstGeom>
          <a:noFill/>
          <a:ln>
            <a:noFill/>
          </a:ln>
        </p:spPr>
      </p:pic>
      <p:pic>
        <p:nvPicPr>
          <p:cNvPr id="1944" name="Google Shape;1944;p86"/>
          <p:cNvPicPr preferRelativeResize="0"/>
          <p:nvPr/>
        </p:nvPicPr>
        <p:blipFill>
          <a:blip r:embed="rId9">
            <a:alphaModFix/>
          </a:blip>
          <a:stretch>
            <a:fillRect/>
          </a:stretch>
        </p:blipFill>
        <p:spPr>
          <a:xfrm>
            <a:off x="10351563" y="4740667"/>
            <a:ext cx="318000" cy="318000"/>
          </a:xfrm>
          <a:prstGeom prst="rect">
            <a:avLst/>
          </a:prstGeom>
          <a:noFill/>
          <a:ln>
            <a:noFill/>
          </a:ln>
        </p:spPr>
      </p:pic>
      <p:pic>
        <p:nvPicPr>
          <p:cNvPr id="1945" name="Google Shape;1945;p86"/>
          <p:cNvPicPr preferRelativeResize="0"/>
          <p:nvPr/>
        </p:nvPicPr>
        <p:blipFill>
          <a:blip r:embed="rId9">
            <a:alphaModFix/>
          </a:blip>
          <a:stretch>
            <a:fillRect/>
          </a:stretch>
        </p:blipFill>
        <p:spPr>
          <a:xfrm>
            <a:off x="11265963" y="4740667"/>
            <a:ext cx="318000" cy="318000"/>
          </a:xfrm>
          <a:prstGeom prst="rect">
            <a:avLst/>
          </a:prstGeom>
          <a:noFill/>
          <a:ln>
            <a:noFill/>
          </a:ln>
        </p:spPr>
      </p:pic>
      <p:sp>
        <p:nvSpPr>
          <p:cNvPr id="1946" name="Google Shape;1946;p86"/>
          <p:cNvSpPr txBox="1"/>
          <p:nvPr/>
        </p:nvSpPr>
        <p:spPr>
          <a:xfrm>
            <a:off x="6550325" y="3785925"/>
            <a:ext cx="4922400" cy="31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On Premise Hypervisor</a:t>
            </a:r>
            <a:endParaRPr b="1" sz="1200">
              <a:latin typeface="Red Hat Display"/>
              <a:ea typeface="Red Hat Display"/>
              <a:cs typeface="Red Hat Display"/>
              <a:sym typeface="Red Hat Display"/>
            </a:endParaRPr>
          </a:p>
        </p:txBody>
      </p:sp>
      <p:sp>
        <p:nvSpPr>
          <p:cNvPr id="1947" name="Google Shape;1947;p86"/>
          <p:cNvSpPr txBox="1"/>
          <p:nvPr/>
        </p:nvSpPr>
        <p:spPr>
          <a:xfrm>
            <a:off x="6550325" y="5676238"/>
            <a:ext cx="4922400" cy="31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Cloud Landing Zone</a:t>
            </a:r>
            <a:endParaRPr b="1" sz="1200">
              <a:latin typeface="Red Hat Display"/>
              <a:ea typeface="Red Hat Display"/>
              <a:cs typeface="Red Hat Display"/>
              <a:sym typeface="Red Hat Display"/>
            </a:endParaRPr>
          </a:p>
        </p:txBody>
      </p:sp>
      <p:sp>
        <p:nvSpPr>
          <p:cNvPr id="1948" name="Google Shape;1948;p86"/>
          <p:cNvSpPr txBox="1"/>
          <p:nvPr/>
        </p:nvSpPr>
        <p:spPr>
          <a:xfrm>
            <a:off x="3109875" y="1804725"/>
            <a:ext cx="1734900" cy="31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console.redhat.com</a:t>
            </a:r>
            <a:endParaRPr b="1" sz="1200">
              <a:latin typeface="Red Hat Display"/>
              <a:ea typeface="Red Hat Display"/>
              <a:cs typeface="Red Hat Display"/>
              <a:sym typeface="Red Hat Display"/>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2" name="Shape 1952"/>
        <p:cNvGrpSpPr/>
        <p:nvPr/>
      </p:nvGrpSpPr>
      <p:grpSpPr>
        <a:xfrm>
          <a:off x="0" y="0"/>
          <a:ext cx="0" cy="0"/>
          <a:chOff x="0" y="0"/>
          <a:chExt cx="0" cy="0"/>
        </a:xfrm>
      </p:grpSpPr>
      <p:sp>
        <p:nvSpPr>
          <p:cNvPr id="1953" name="Google Shape;1953;p87"/>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1 - build the image</a:t>
            </a:r>
            <a:endParaRPr/>
          </a:p>
        </p:txBody>
      </p:sp>
      <p:sp>
        <p:nvSpPr>
          <p:cNvPr id="1954" name="Google Shape;1954;p8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955" name="Google Shape;1955;p8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956" name="Google Shape;1956;p87"/>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1957" name="Google Shape;1957;p87"/>
          <p:cNvGrpSpPr/>
          <p:nvPr/>
        </p:nvGrpSpPr>
        <p:grpSpPr>
          <a:xfrm>
            <a:off x="3506100" y="1849713"/>
            <a:ext cx="914400" cy="559500"/>
            <a:chOff x="3899025" y="4752650"/>
            <a:chExt cx="914400" cy="559500"/>
          </a:xfrm>
        </p:grpSpPr>
        <p:pic>
          <p:nvPicPr>
            <p:cNvPr id="1958" name="Google Shape;1958;p87"/>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1959" name="Google Shape;1959;p87"/>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1960" name="Google Shape;1960;p87"/>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sp>
        <p:nvSpPr>
          <p:cNvPr id="1961" name="Google Shape;1961;p87"/>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1962" name="Google Shape;1962;p87"/>
          <p:cNvGrpSpPr/>
          <p:nvPr/>
        </p:nvGrpSpPr>
        <p:grpSpPr>
          <a:xfrm>
            <a:off x="3621987" y="1153338"/>
            <a:ext cx="688452" cy="651693"/>
            <a:chOff x="8321229" y="3179936"/>
            <a:chExt cx="914400" cy="914400"/>
          </a:xfrm>
        </p:grpSpPr>
        <p:sp>
          <p:nvSpPr>
            <p:cNvPr id="1963" name="Google Shape;1963;p87"/>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64" name="Google Shape;1964;p87"/>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1965" name="Google Shape;1965;p87"/>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1966" name="Google Shape;1966;p87"/>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1967" name="Google Shape;1967;p87"/>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1968" name="Google Shape;1968;p87"/>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1969" name="Google Shape;1969;p87"/>
          <p:cNvSpPr txBox="1"/>
          <p:nvPr/>
        </p:nvSpPr>
        <p:spPr>
          <a:xfrm>
            <a:off x="6578500" y="4581975"/>
            <a:ext cx="472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VMware Infrastructure</a:t>
            </a:r>
            <a:endParaRPr>
              <a:latin typeface="Red Hat Display"/>
              <a:ea typeface="Red Hat Display"/>
              <a:cs typeface="Red Hat Display"/>
              <a:sym typeface="Red Hat Display"/>
            </a:endParaRPr>
          </a:p>
        </p:txBody>
      </p:sp>
      <p:cxnSp>
        <p:nvCxnSpPr>
          <p:cNvPr id="1970" name="Google Shape;1970;p87"/>
          <p:cNvCxnSpPr>
            <a:stCxn id="1956" idx="3"/>
            <a:endCxn id="1964" idx="1"/>
          </p:cNvCxnSpPr>
          <p:nvPr/>
        </p:nvCxnSpPr>
        <p:spPr>
          <a:xfrm flipH="1" rot="10800000">
            <a:off x="1578891" y="1479204"/>
            <a:ext cx="2043000" cy="1908000"/>
          </a:xfrm>
          <a:prstGeom prst="curvedConnector3">
            <a:avLst>
              <a:gd fmla="val 50002" name="adj1"/>
            </a:avLst>
          </a:prstGeom>
          <a:noFill/>
          <a:ln cap="flat" cmpd="sng" w="9525">
            <a:solidFill>
              <a:schemeClr val="dk2"/>
            </a:solidFill>
            <a:prstDash val="solid"/>
            <a:round/>
            <a:headEnd len="med" w="med" type="triangle"/>
            <a:tailEnd len="med" w="med" type="triangle"/>
          </a:ln>
        </p:spPr>
      </p:cxnSp>
      <p:sp>
        <p:nvSpPr>
          <p:cNvPr id="1971" name="Google Shape;1971;p87"/>
          <p:cNvSpPr txBox="1"/>
          <p:nvPr/>
        </p:nvSpPr>
        <p:spPr>
          <a:xfrm>
            <a:off x="510100" y="1687050"/>
            <a:ext cx="2385900" cy="8313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Red Hat Display"/>
              <a:buAutoNum type="arabicPeriod"/>
            </a:pPr>
            <a:r>
              <a:rPr lang="en">
                <a:latin typeface="Red Hat Display"/>
                <a:ea typeface="Red Hat Display"/>
                <a:cs typeface="Red Hat Display"/>
                <a:sym typeface="Red Hat Display"/>
              </a:rPr>
              <a:t>Image Definition</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AutoNum type="arabicPeriod"/>
            </a:pPr>
            <a:r>
              <a:rPr lang="en">
                <a:latin typeface="Red Hat Display"/>
                <a:ea typeface="Red Hat Display"/>
                <a:cs typeface="Red Hat Display"/>
                <a:sym typeface="Red Hat Display"/>
              </a:rPr>
              <a:t>Initiate Compose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AutoNum type="arabicPeriod"/>
            </a:pPr>
            <a:r>
              <a:rPr lang="en">
                <a:latin typeface="Red Hat Display"/>
                <a:ea typeface="Red Hat Display"/>
                <a:cs typeface="Red Hat Display"/>
                <a:sym typeface="Red Hat Display"/>
              </a:rPr>
              <a:t>Download Image</a:t>
            </a:r>
            <a:endParaRPr>
              <a:latin typeface="Red Hat Display"/>
              <a:ea typeface="Red Hat Display"/>
              <a:cs typeface="Red Hat Display"/>
              <a:sym typeface="Red Hat Display"/>
            </a:endParaRPr>
          </a:p>
        </p:txBody>
      </p:sp>
      <p:cxnSp>
        <p:nvCxnSpPr>
          <p:cNvPr id="1972" name="Google Shape;1972;p87"/>
          <p:cNvCxnSpPr>
            <a:endCxn id="1966" idx="1"/>
          </p:cNvCxnSpPr>
          <p:nvPr/>
        </p:nvCxnSpPr>
        <p:spPr>
          <a:xfrm>
            <a:off x="1578773" y="3387182"/>
            <a:ext cx="4668300" cy="730500"/>
          </a:xfrm>
          <a:prstGeom prst="curvedConnector3">
            <a:avLst>
              <a:gd fmla="val 50000" name="adj1"/>
            </a:avLst>
          </a:prstGeom>
          <a:noFill/>
          <a:ln cap="flat" cmpd="sng" w="9525">
            <a:solidFill>
              <a:schemeClr val="dk2"/>
            </a:solidFill>
            <a:prstDash val="solid"/>
            <a:round/>
            <a:headEnd len="med" w="med" type="none"/>
            <a:tailEnd len="med" w="med" type="triangle"/>
          </a:ln>
        </p:spPr>
      </p:cxnSp>
      <p:sp>
        <p:nvSpPr>
          <p:cNvPr id="1973" name="Google Shape;1973;p87"/>
          <p:cNvSpPr txBox="1"/>
          <p:nvPr/>
        </p:nvSpPr>
        <p:spPr>
          <a:xfrm>
            <a:off x="1881700" y="4354050"/>
            <a:ext cx="3349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4. Upload Image</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5. Create a VM from image for IdM</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6. Create a VM </a:t>
            </a:r>
            <a:r>
              <a:rPr lang="en">
                <a:solidFill>
                  <a:schemeClr val="dk1"/>
                </a:solidFill>
                <a:latin typeface="Red Hat Display"/>
                <a:ea typeface="Red Hat Display"/>
                <a:cs typeface="Red Hat Display"/>
                <a:sym typeface="Red Hat Display"/>
              </a:rPr>
              <a:t>from image </a:t>
            </a:r>
            <a:r>
              <a:rPr lang="en">
                <a:latin typeface="Red Hat Display"/>
                <a:ea typeface="Red Hat Display"/>
                <a:cs typeface="Red Hat Display"/>
                <a:sym typeface="Red Hat Display"/>
              </a:rPr>
              <a:t>for Satellite</a:t>
            </a:r>
            <a:endParaRPr>
              <a:latin typeface="Red Hat Display"/>
              <a:ea typeface="Red Hat Display"/>
              <a:cs typeface="Red Hat Display"/>
              <a:sym typeface="Red Hat Display"/>
            </a:endParaRPr>
          </a:p>
        </p:txBody>
      </p:sp>
      <p:pic>
        <p:nvPicPr>
          <p:cNvPr id="1974" name="Google Shape;1974;p87"/>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1975" name="Google Shape;1975;p87"/>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pic>
        <p:nvPicPr>
          <p:cNvPr id="1976" name="Google Shape;1976;p87"/>
          <p:cNvPicPr preferRelativeResize="0"/>
          <p:nvPr/>
        </p:nvPicPr>
        <p:blipFill>
          <a:blip r:embed="rId7">
            <a:alphaModFix/>
          </a:blip>
          <a:stretch>
            <a:fillRect/>
          </a:stretch>
        </p:blipFill>
        <p:spPr>
          <a:xfrm>
            <a:off x="3733800" y="2804305"/>
            <a:ext cx="300900" cy="300900"/>
          </a:xfrm>
          <a:prstGeom prst="rect">
            <a:avLst/>
          </a:prstGeom>
          <a:noFill/>
          <a:ln>
            <a:noFill/>
          </a:ln>
        </p:spPr>
      </p:pic>
      <p:pic>
        <p:nvPicPr>
          <p:cNvPr id="1977" name="Google Shape;1977;p87"/>
          <p:cNvPicPr preferRelativeResize="0"/>
          <p:nvPr/>
        </p:nvPicPr>
        <p:blipFill>
          <a:blip r:embed="rId8">
            <a:alphaModFix/>
          </a:blip>
          <a:stretch>
            <a:fillRect/>
          </a:stretch>
        </p:blipFill>
        <p:spPr>
          <a:xfrm>
            <a:off x="2476500" y="1737163"/>
            <a:ext cx="300900" cy="300900"/>
          </a:xfrm>
          <a:prstGeom prst="rect">
            <a:avLst/>
          </a:prstGeom>
          <a:noFill/>
          <a:ln>
            <a:noFill/>
          </a:ln>
        </p:spPr>
      </p:pic>
      <p:pic>
        <p:nvPicPr>
          <p:cNvPr id="1978" name="Google Shape;1978;p87"/>
          <p:cNvPicPr preferRelativeResize="0"/>
          <p:nvPr/>
        </p:nvPicPr>
        <p:blipFill>
          <a:blip r:embed="rId7">
            <a:alphaModFix/>
          </a:blip>
          <a:stretch>
            <a:fillRect/>
          </a:stretch>
        </p:blipFill>
        <p:spPr>
          <a:xfrm>
            <a:off x="4838700" y="4128655"/>
            <a:ext cx="300900" cy="300900"/>
          </a:xfrm>
          <a:prstGeom prst="rect">
            <a:avLst/>
          </a:prstGeom>
          <a:noFill/>
          <a:ln>
            <a:noFill/>
          </a:ln>
        </p:spPr>
      </p:pic>
      <p:cxnSp>
        <p:nvCxnSpPr>
          <p:cNvPr id="1979" name="Google Shape;1979;p87"/>
          <p:cNvCxnSpPr>
            <a:stCxn id="1959" idx="2"/>
          </p:cNvCxnSpPr>
          <p:nvPr/>
        </p:nvCxnSpPr>
        <p:spPr>
          <a:xfrm rot="5400000">
            <a:off x="2288287" y="1624889"/>
            <a:ext cx="1128000" cy="2390400"/>
          </a:xfrm>
          <a:prstGeom prst="curvedConnector2">
            <a:avLst/>
          </a:prstGeom>
          <a:noFill/>
          <a:ln cap="flat" cmpd="sng" w="9525">
            <a:solidFill>
              <a:schemeClr val="dk2"/>
            </a:solidFill>
            <a:prstDash val="solid"/>
            <a:round/>
            <a:headEnd len="med" w="med" type="none"/>
            <a:tailEnd len="med" w="med" type="none"/>
          </a:ln>
        </p:spPr>
      </p:cxnSp>
      <p:sp>
        <p:nvSpPr>
          <p:cNvPr id="1980" name="Google Shape;1980;p87"/>
          <p:cNvSpPr txBox="1"/>
          <p:nvPr/>
        </p:nvSpPr>
        <p:spPr>
          <a:xfrm>
            <a:off x="4651850" y="1736950"/>
            <a:ext cx="2825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1"/>
                </a:solidFill>
                <a:latin typeface="Red Hat Display"/>
                <a:ea typeface="Red Hat Display"/>
                <a:cs typeface="Red Hat Display"/>
                <a:sym typeface="Red Hat Display"/>
              </a:rPr>
              <a:t>Red Hat Imagebuilder on console.redhat.com</a:t>
            </a:r>
            <a:endParaRPr b="1">
              <a:solidFill>
                <a:schemeClr val="accent1"/>
              </a:solidFill>
              <a:latin typeface="Red Hat Display"/>
              <a:ea typeface="Red Hat Display"/>
              <a:cs typeface="Red Hat Display"/>
              <a:sym typeface="Red Hat Display"/>
            </a:endParaRPr>
          </a:p>
        </p:txBody>
      </p:sp>
      <p:sp>
        <p:nvSpPr>
          <p:cNvPr id="1981" name="Google Shape;1981;p87"/>
          <p:cNvSpPr txBox="1"/>
          <p:nvPr/>
        </p:nvSpPr>
        <p:spPr>
          <a:xfrm>
            <a:off x="926475" y="5417925"/>
            <a:ext cx="7122900" cy="55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Alternately, we can use image builder to create bootable base installations to create the first nodes in a bare metal infrastructure…</a:t>
            </a:r>
            <a:endParaRPr sz="1800">
              <a:latin typeface="Red Hat Display"/>
              <a:ea typeface="Red Hat Display"/>
              <a:cs typeface="Red Hat Display"/>
              <a:sym typeface="Red Hat Display"/>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5" name="Shape 1985"/>
        <p:cNvGrpSpPr/>
        <p:nvPr/>
      </p:nvGrpSpPr>
      <p:grpSpPr>
        <a:xfrm>
          <a:off x="0" y="0"/>
          <a:ext cx="0" cy="0"/>
          <a:chOff x="0" y="0"/>
          <a:chExt cx="0" cy="0"/>
        </a:xfrm>
      </p:grpSpPr>
      <p:sp>
        <p:nvSpPr>
          <p:cNvPr id="1986" name="Google Shape;1986;p88"/>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2 - Deploy and Configure IdM Primary</a:t>
            </a:r>
            <a:endParaRPr/>
          </a:p>
        </p:txBody>
      </p:sp>
      <p:sp>
        <p:nvSpPr>
          <p:cNvPr id="1987" name="Google Shape;1987;p8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988" name="Google Shape;1988;p8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989" name="Google Shape;1989;p88"/>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1990" name="Google Shape;1990;p88"/>
          <p:cNvGrpSpPr/>
          <p:nvPr/>
        </p:nvGrpSpPr>
        <p:grpSpPr>
          <a:xfrm>
            <a:off x="3506100" y="1849713"/>
            <a:ext cx="914400" cy="559500"/>
            <a:chOff x="3899025" y="4752650"/>
            <a:chExt cx="914400" cy="559500"/>
          </a:xfrm>
        </p:grpSpPr>
        <p:pic>
          <p:nvPicPr>
            <p:cNvPr id="1991" name="Google Shape;1991;p88"/>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1992" name="Google Shape;1992;p88"/>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1993" name="Google Shape;1993;p88"/>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sp>
        <p:nvSpPr>
          <p:cNvPr id="1994" name="Google Shape;1994;p88"/>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1995" name="Google Shape;1995;p88"/>
          <p:cNvGrpSpPr/>
          <p:nvPr/>
        </p:nvGrpSpPr>
        <p:grpSpPr>
          <a:xfrm>
            <a:off x="3733833" y="1381676"/>
            <a:ext cx="458937" cy="422178"/>
            <a:chOff x="8321229" y="3179936"/>
            <a:chExt cx="914400" cy="914400"/>
          </a:xfrm>
        </p:grpSpPr>
        <p:sp>
          <p:nvSpPr>
            <p:cNvPr id="1996" name="Google Shape;1996;p88"/>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97" name="Google Shape;1997;p88"/>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1998" name="Google Shape;1998;p88"/>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1999" name="Google Shape;1999;p88"/>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2000" name="Google Shape;2000;p88"/>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2001" name="Google Shape;2001;p88"/>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2002" name="Google Shape;2002;p88"/>
          <p:cNvSpPr txBox="1"/>
          <p:nvPr/>
        </p:nvSpPr>
        <p:spPr>
          <a:xfrm>
            <a:off x="6578500" y="4581975"/>
            <a:ext cx="472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VMware Infrastructure</a:t>
            </a:r>
            <a:endParaRPr>
              <a:latin typeface="Red Hat Display"/>
              <a:ea typeface="Red Hat Display"/>
              <a:cs typeface="Red Hat Display"/>
              <a:sym typeface="Red Hat Display"/>
            </a:endParaRPr>
          </a:p>
        </p:txBody>
      </p:sp>
      <p:sp>
        <p:nvSpPr>
          <p:cNvPr id="2003" name="Google Shape;2003;p88"/>
          <p:cNvSpPr txBox="1"/>
          <p:nvPr/>
        </p:nvSpPr>
        <p:spPr>
          <a:xfrm>
            <a:off x="8207400" y="1087404"/>
            <a:ext cx="33492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7.  Configure IdM Prerequisites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8. Install IdM with </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DNS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CA</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AD Trust</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9. Configure Basics of IdM</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DNS forward and reverse zones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DNS forwarding </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DynDNS update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Users, Groups, Services</a:t>
            </a:r>
            <a:endParaRPr>
              <a:latin typeface="Red Hat Display"/>
              <a:ea typeface="Red Hat Display"/>
              <a:cs typeface="Red Hat Display"/>
              <a:sym typeface="Red Hat Display"/>
            </a:endParaRPr>
          </a:p>
        </p:txBody>
      </p:sp>
      <p:pic>
        <p:nvPicPr>
          <p:cNvPr id="2004" name="Google Shape;2004;p88"/>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2005" name="Google Shape;2005;p88"/>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grpSp>
        <p:nvGrpSpPr>
          <p:cNvPr id="2006" name="Google Shape;2006;p88"/>
          <p:cNvGrpSpPr/>
          <p:nvPr/>
        </p:nvGrpSpPr>
        <p:grpSpPr>
          <a:xfrm>
            <a:off x="6296155" y="2556295"/>
            <a:ext cx="688360" cy="643098"/>
            <a:chOff x="4437340" y="1269451"/>
            <a:chExt cx="914400" cy="914400"/>
          </a:xfrm>
        </p:grpSpPr>
        <p:sp>
          <p:nvSpPr>
            <p:cNvPr id="2007" name="Google Shape;2007;p88"/>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08" name="Google Shape;2008;p88"/>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cxnSp>
        <p:nvCxnSpPr>
          <p:cNvPr id="2009" name="Google Shape;2009;p88"/>
          <p:cNvCxnSpPr>
            <a:stCxn id="1989" idx="3"/>
            <a:endCxn id="2007" idx="1"/>
          </p:cNvCxnSpPr>
          <p:nvPr/>
        </p:nvCxnSpPr>
        <p:spPr>
          <a:xfrm flipH="1" rot="10800000">
            <a:off x="1578891" y="2877804"/>
            <a:ext cx="4717200" cy="509400"/>
          </a:xfrm>
          <a:prstGeom prst="curvedConnector3">
            <a:avLst>
              <a:gd fmla="val 50001" name="adj1"/>
            </a:avLst>
          </a:prstGeom>
          <a:noFill/>
          <a:ln cap="flat" cmpd="sng" w="9525">
            <a:solidFill>
              <a:schemeClr val="dk2"/>
            </a:solidFill>
            <a:prstDash val="solid"/>
            <a:round/>
            <a:headEnd len="med" w="med" type="none"/>
            <a:tailEnd len="med" w="med" type="triangle"/>
          </a:ln>
        </p:spPr>
      </p:cxnSp>
      <p:sp>
        <p:nvSpPr>
          <p:cNvPr id="2010" name="Google Shape;2010;p88"/>
          <p:cNvSpPr txBox="1"/>
          <p:nvPr/>
        </p:nvSpPr>
        <p:spPr>
          <a:xfrm>
            <a:off x="916425" y="5377650"/>
            <a:ext cx="6495600" cy="62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In our example, we are assuming no base services so we deploy IdM first for DNS, Authentication and other basic services.</a:t>
            </a:r>
            <a:endParaRPr sz="1800">
              <a:latin typeface="Red Hat Display"/>
              <a:ea typeface="Red Hat Display"/>
              <a:cs typeface="Red Hat Display"/>
              <a:sym typeface="Red Hat Display"/>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4" name="Shape 2014"/>
        <p:cNvGrpSpPr/>
        <p:nvPr/>
      </p:nvGrpSpPr>
      <p:grpSpPr>
        <a:xfrm>
          <a:off x="0" y="0"/>
          <a:ext cx="0" cy="0"/>
          <a:chOff x="0" y="0"/>
          <a:chExt cx="0" cy="0"/>
        </a:xfrm>
      </p:grpSpPr>
      <p:sp>
        <p:nvSpPr>
          <p:cNvPr id="2015" name="Google Shape;2015;p89"/>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3 - Deploy and Configure Satellite</a:t>
            </a:r>
            <a:endParaRPr/>
          </a:p>
        </p:txBody>
      </p:sp>
      <p:sp>
        <p:nvSpPr>
          <p:cNvPr id="2016" name="Google Shape;2016;p8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017" name="Google Shape;2017;p8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018" name="Google Shape;2018;p89"/>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2019" name="Google Shape;2019;p89"/>
          <p:cNvGrpSpPr/>
          <p:nvPr/>
        </p:nvGrpSpPr>
        <p:grpSpPr>
          <a:xfrm>
            <a:off x="3506100" y="1849713"/>
            <a:ext cx="914400" cy="559500"/>
            <a:chOff x="3899025" y="4752650"/>
            <a:chExt cx="914400" cy="559500"/>
          </a:xfrm>
        </p:grpSpPr>
        <p:pic>
          <p:nvPicPr>
            <p:cNvPr id="2020" name="Google Shape;2020;p89"/>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2021" name="Google Shape;2021;p89"/>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2022" name="Google Shape;2022;p89"/>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sp>
        <p:nvSpPr>
          <p:cNvPr id="2023" name="Google Shape;2023;p89"/>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2024" name="Google Shape;2024;p89"/>
          <p:cNvGrpSpPr/>
          <p:nvPr/>
        </p:nvGrpSpPr>
        <p:grpSpPr>
          <a:xfrm>
            <a:off x="3733833" y="1381676"/>
            <a:ext cx="458937" cy="422178"/>
            <a:chOff x="8321229" y="3179936"/>
            <a:chExt cx="914400" cy="914400"/>
          </a:xfrm>
        </p:grpSpPr>
        <p:sp>
          <p:nvSpPr>
            <p:cNvPr id="2025" name="Google Shape;2025;p89"/>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6" name="Google Shape;2026;p89"/>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2027" name="Google Shape;2027;p89"/>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2028" name="Google Shape;2028;p89"/>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2029" name="Google Shape;2029;p89"/>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2030" name="Google Shape;2030;p89"/>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2031" name="Google Shape;2031;p89"/>
          <p:cNvSpPr txBox="1"/>
          <p:nvPr/>
        </p:nvSpPr>
        <p:spPr>
          <a:xfrm>
            <a:off x="6578500" y="4581975"/>
            <a:ext cx="472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VMware Infrastructure</a:t>
            </a:r>
            <a:endParaRPr>
              <a:latin typeface="Red Hat Display"/>
              <a:ea typeface="Red Hat Display"/>
              <a:cs typeface="Red Hat Display"/>
              <a:sym typeface="Red Hat Display"/>
            </a:endParaRPr>
          </a:p>
        </p:txBody>
      </p:sp>
      <p:sp>
        <p:nvSpPr>
          <p:cNvPr id="2032" name="Google Shape;2032;p89"/>
          <p:cNvSpPr txBox="1"/>
          <p:nvPr/>
        </p:nvSpPr>
        <p:spPr>
          <a:xfrm>
            <a:off x="8616675" y="1167874"/>
            <a:ext cx="33492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10.  Configure Satellite Prerequisites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11. Install Satellite with *EVERYTHING*</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12. Completely Configure Satellite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download, install manifest</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Red Hat and Custom Products </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and Sync repositories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Sync Plans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Lifecyle Environments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and Publish CVs and CCVs</a:t>
            </a:r>
            <a:endParaRPr>
              <a:latin typeface="Red Hat Display"/>
              <a:ea typeface="Red Hat Display"/>
              <a:cs typeface="Red Hat Display"/>
              <a:sym typeface="Red Hat Display"/>
            </a:endParaRPr>
          </a:p>
        </p:txBody>
      </p:sp>
      <p:pic>
        <p:nvPicPr>
          <p:cNvPr id="2033" name="Google Shape;2033;p89"/>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2034" name="Google Shape;2034;p89"/>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grpSp>
        <p:nvGrpSpPr>
          <p:cNvPr id="2035" name="Google Shape;2035;p89"/>
          <p:cNvGrpSpPr/>
          <p:nvPr/>
        </p:nvGrpSpPr>
        <p:grpSpPr>
          <a:xfrm>
            <a:off x="6402738" y="2784864"/>
            <a:ext cx="458937" cy="422178"/>
            <a:chOff x="4437340" y="1269451"/>
            <a:chExt cx="914400" cy="914400"/>
          </a:xfrm>
        </p:grpSpPr>
        <p:sp>
          <p:nvSpPr>
            <p:cNvPr id="2036" name="Google Shape;2036;p89"/>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37" name="Google Shape;2037;p89"/>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cxnSp>
        <p:nvCxnSpPr>
          <p:cNvPr id="2038" name="Google Shape;2038;p89"/>
          <p:cNvCxnSpPr>
            <a:stCxn id="2018" idx="3"/>
            <a:endCxn id="2039" idx="0"/>
          </p:cNvCxnSpPr>
          <p:nvPr/>
        </p:nvCxnSpPr>
        <p:spPr>
          <a:xfrm flipH="1" rot="10800000">
            <a:off x="1578891" y="2581704"/>
            <a:ext cx="6006600" cy="805500"/>
          </a:xfrm>
          <a:prstGeom prst="curvedConnector4">
            <a:avLst>
              <a:gd fmla="val 47444" name="adj1"/>
              <a:gd fmla="val 129556" name="adj2"/>
            </a:avLst>
          </a:prstGeom>
          <a:noFill/>
          <a:ln cap="flat" cmpd="sng" w="9525">
            <a:solidFill>
              <a:schemeClr val="dk2"/>
            </a:solidFill>
            <a:prstDash val="solid"/>
            <a:round/>
            <a:headEnd len="med" w="med" type="none"/>
            <a:tailEnd len="med" w="med" type="triangle"/>
          </a:ln>
        </p:spPr>
      </p:cxnSp>
      <p:grpSp>
        <p:nvGrpSpPr>
          <p:cNvPr id="2040" name="Google Shape;2040;p89"/>
          <p:cNvGrpSpPr/>
          <p:nvPr/>
        </p:nvGrpSpPr>
        <p:grpSpPr>
          <a:xfrm>
            <a:off x="7241459" y="2547787"/>
            <a:ext cx="688360" cy="633313"/>
            <a:chOff x="6263829" y="1370716"/>
            <a:chExt cx="914400" cy="914400"/>
          </a:xfrm>
        </p:grpSpPr>
        <p:sp>
          <p:nvSpPr>
            <p:cNvPr id="2041" name="Google Shape;2041;p89"/>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39" name="Google Shape;2039;p89"/>
            <p:cNvPicPr preferRelativeResize="0"/>
            <p:nvPr/>
          </p:nvPicPr>
          <p:blipFill>
            <a:blip r:embed="rId8">
              <a:alphaModFix/>
            </a:blip>
            <a:stretch>
              <a:fillRect/>
            </a:stretch>
          </p:blipFill>
          <p:spPr>
            <a:xfrm>
              <a:off x="6312879" y="1419766"/>
              <a:ext cx="816300" cy="816300"/>
            </a:xfrm>
            <a:prstGeom prst="rect">
              <a:avLst/>
            </a:prstGeom>
            <a:noFill/>
            <a:ln>
              <a:noFill/>
            </a:ln>
          </p:spPr>
        </p:pic>
      </p:grpSp>
      <p:sp>
        <p:nvSpPr>
          <p:cNvPr id="2042" name="Google Shape;2042;p89"/>
          <p:cNvSpPr txBox="1"/>
          <p:nvPr/>
        </p:nvSpPr>
        <p:spPr>
          <a:xfrm>
            <a:off x="916425" y="5377650"/>
            <a:ext cx="6495600" cy="62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Satellite functions as the secret sauce that abstracts away our targets environments.</a:t>
            </a:r>
            <a:endParaRPr sz="1800">
              <a:latin typeface="Red Hat Display"/>
              <a:ea typeface="Red Hat Display"/>
              <a:cs typeface="Red Hat Display"/>
              <a:sym typeface="Red Hat Display"/>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6" name="Shape 2046"/>
        <p:cNvGrpSpPr/>
        <p:nvPr/>
      </p:nvGrpSpPr>
      <p:grpSpPr>
        <a:xfrm>
          <a:off x="0" y="0"/>
          <a:ext cx="0" cy="0"/>
          <a:chOff x="0" y="0"/>
          <a:chExt cx="0" cy="0"/>
        </a:xfrm>
      </p:grpSpPr>
      <p:sp>
        <p:nvSpPr>
          <p:cNvPr id="2047" name="Google Shape;2047;p90"/>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3 - Deploy and Configure Satellite</a:t>
            </a:r>
            <a:endParaRPr/>
          </a:p>
        </p:txBody>
      </p:sp>
      <p:sp>
        <p:nvSpPr>
          <p:cNvPr id="2048" name="Google Shape;2048;p9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049" name="Google Shape;2049;p9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050" name="Google Shape;2050;p90"/>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2051" name="Google Shape;2051;p90"/>
          <p:cNvGrpSpPr/>
          <p:nvPr/>
        </p:nvGrpSpPr>
        <p:grpSpPr>
          <a:xfrm>
            <a:off x="3506100" y="1849713"/>
            <a:ext cx="914400" cy="559500"/>
            <a:chOff x="3899025" y="4752650"/>
            <a:chExt cx="914400" cy="559500"/>
          </a:xfrm>
        </p:grpSpPr>
        <p:pic>
          <p:nvPicPr>
            <p:cNvPr id="2052" name="Google Shape;2052;p90"/>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2053" name="Google Shape;2053;p90"/>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2054" name="Google Shape;2054;p90"/>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sp>
        <p:nvSpPr>
          <p:cNvPr id="2055" name="Google Shape;2055;p90"/>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2056" name="Google Shape;2056;p90"/>
          <p:cNvGrpSpPr/>
          <p:nvPr/>
        </p:nvGrpSpPr>
        <p:grpSpPr>
          <a:xfrm>
            <a:off x="3733833" y="1381676"/>
            <a:ext cx="458937" cy="422178"/>
            <a:chOff x="8321229" y="3179936"/>
            <a:chExt cx="914400" cy="914400"/>
          </a:xfrm>
        </p:grpSpPr>
        <p:sp>
          <p:nvSpPr>
            <p:cNvPr id="2057" name="Google Shape;2057;p90"/>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8" name="Google Shape;2058;p90"/>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2059" name="Google Shape;2059;p90"/>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2060" name="Google Shape;2060;p90"/>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2061" name="Google Shape;2061;p90"/>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2062" name="Google Shape;2062;p90"/>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2063" name="Google Shape;2063;p90"/>
          <p:cNvSpPr txBox="1"/>
          <p:nvPr/>
        </p:nvSpPr>
        <p:spPr>
          <a:xfrm>
            <a:off x="6578500" y="4581975"/>
            <a:ext cx="472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VMware Infrastructure</a:t>
            </a:r>
            <a:endParaRPr>
              <a:latin typeface="Red Hat Display"/>
              <a:ea typeface="Red Hat Display"/>
              <a:cs typeface="Red Hat Display"/>
              <a:sym typeface="Red Hat Display"/>
            </a:endParaRPr>
          </a:p>
        </p:txBody>
      </p:sp>
      <p:sp>
        <p:nvSpPr>
          <p:cNvPr id="2064" name="Google Shape;2064;p90"/>
          <p:cNvSpPr txBox="1"/>
          <p:nvPr/>
        </p:nvSpPr>
        <p:spPr>
          <a:xfrm>
            <a:off x="8616675" y="1167874"/>
            <a:ext cx="33492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10.  Configure Satellite Prerequisites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11. Install Satellite with *EVERYTHING*</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12. Completely Configure Satellite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download, install manifest</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Red Hat and Custom Products </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and Sync repositories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Sync Plans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Lifecyle Environments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and Publish CVs and CCVs</a:t>
            </a:r>
            <a:endParaRPr>
              <a:latin typeface="Red Hat Display"/>
              <a:ea typeface="Red Hat Display"/>
              <a:cs typeface="Red Hat Display"/>
              <a:sym typeface="Red Hat Display"/>
            </a:endParaRPr>
          </a:p>
        </p:txBody>
      </p:sp>
      <p:pic>
        <p:nvPicPr>
          <p:cNvPr id="2065" name="Google Shape;2065;p90"/>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2066" name="Google Shape;2066;p90"/>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grpSp>
        <p:nvGrpSpPr>
          <p:cNvPr id="2067" name="Google Shape;2067;p90"/>
          <p:cNvGrpSpPr/>
          <p:nvPr/>
        </p:nvGrpSpPr>
        <p:grpSpPr>
          <a:xfrm>
            <a:off x="6402738" y="2784864"/>
            <a:ext cx="458937" cy="422178"/>
            <a:chOff x="4437340" y="1269451"/>
            <a:chExt cx="914400" cy="914400"/>
          </a:xfrm>
        </p:grpSpPr>
        <p:sp>
          <p:nvSpPr>
            <p:cNvPr id="2068" name="Google Shape;2068;p90"/>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69" name="Google Shape;2069;p90"/>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cxnSp>
        <p:nvCxnSpPr>
          <p:cNvPr id="2070" name="Google Shape;2070;p90"/>
          <p:cNvCxnSpPr>
            <a:stCxn id="2050" idx="3"/>
            <a:endCxn id="2071" idx="0"/>
          </p:cNvCxnSpPr>
          <p:nvPr/>
        </p:nvCxnSpPr>
        <p:spPr>
          <a:xfrm flipH="1" rot="10800000">
            <a:off x="1578891" y="2581704"/>
            <a:ext cx="6006600" cy="805500"/>
          </a:xfrm>
          <a:prstGeom prst="curvedConnector4">
            <a:avLst>
              <a:gd fmla="val 47444" name="adj1"/>
              <a:gd fmla="val 129556" name="adj2"/>
            </a:avLst>
          </a:prstGeom>
          <a:noFill/>
          <a:ln cap="flat" cmpd="sng" w="9525">
            <a:solidFill>
              <a:schemeClr val="dk2"/>
            </a:solidFill>
            <a:prstDash val="solid"/>
            <a:round/>
            <a:headEnd len="med" w="med" type="none"/>
            <a:tailEnd len="med" w="med" type="triangle"/>
          </a:ln>
        </p:spPr>
      </p:cxnSp>
      <p:grpSp>
        <p:nvGrpSpPr>
          <p:cNvPr id="2072" name="Google Shape;2072;p90"/>
          <p:cNvGrpSpPr/>
          <p:nvPr/>
        </p:nvGrpSpPr>
        <p:grpSpPr>
          <a:xfrm>
            <a:off x="7241459" y="2547787"/>
            <a:ext cx="688360" cy="633313"/>
            <a:chOff x="6263829" y="1370716"/>
            <a:chExt cx="914400" cy="914400"/>
          </a:xfrm>
        </p:grpSpPr>
        <p:sp>
          <p:nvSpPr>
            <p:cNvPr id="2073" name="Google Shape;2073;p90"/>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71" name="Google Shape;2071;p90"/>
            <p:cNvPicPr preferRelativeResize="0"/>
            <p:nvPr/>
          </p:nvPicPr>
          <p:blipFill>
            <a:blip r:embed="rId8">
              <a:alphaModFix/>
            </a:blip>
            <a:stretch>
              <a:fillRect/>
            </a:stretch>
          </p:blipFill>
          <p:spPr>
            <a:xfrm>
              <a:off x="6312879" y="1419766"/>
              <a:ext cx="816300" cy="816300"/>
            </a:xfrm>
            <a:prstGeom prst="rect">
              <a:avLst/>
            </a:prstGeom>
            <a:noFill/>
            <a:ln>
              <a:noFill/>
            </a:ln>
          </p:spPr>
        </p:pic>
      </p:grpSp>
      <p:sp>
        <p:nvSpPr>
          <p:cNvPr id="2074" name="Google Shape;2074;p90"/>
          <p:cNvSpPr txBox="1"/>
          <p:nvPr/>
        </p:nvSpPr>
        <p:spPr>
          <a:xfrm>
            <a:off x="2215875" y="3453875"/>
            <a:ext cx="4036200" cy="2555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Filters, Filter rules, etc..</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LEAPP repositories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Global Parameters (for all templates)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All templates (ptables, provisioning, etc..)</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Operating Systems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Activation Keys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Domains, Realms, Subnets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Prepare the Realm for use with Satellite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Compute resources, Compute Profiles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Virt-who configuration</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8" name="Shape 2078"/>
        <p:cNvGrpSpPr/>
        <p:nvPr/>
      </p:nvGrpSpPr>
      <p:grpSpPr>
        <a:xfrm>
          <a:off x="0" y="0"/>
          <a:ext cx="0" cy="0"/>
          <a:chOff x="0" y="0"/>
          <a:chExt cx="0" cy="0"/>
        </a:xfrm>
      </p:grpSpPr>
      <p:sp>
        <p:nvSpPr>
          <p:cNvPr id="2079" name="Google Shape;2079;p91"/>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3 - Deploy and Configure Satellite</a:t>
            </a:r>
            <a:endParaRPr/>
          </a:p>
        </p:txBody>
      </p:sp>
      <p:sp>
        <p:nvSpPr>
          <p:cNvPr id="2080" name="Google Shape;2080;p9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081" name="Google Shape;2081;p9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082" name="Google Shape;2082;p91"/>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2083" name="Google Shape;2083;p91"/>
          <p:cNvGrpSpPr/>
          <p:nvPr/>
        </p:nvGrpSpPr>
        <p:grpSpPr>
          <a:xfrm>
            <a:off x="3506100" y="1849713"/>
            <a:ext cx="914400" cy="559500"/>
            <a:chOff x="3899025" y="4752650"/>
            <a:chExt cx="914400" cy="559500"/>
          </a:xfrm>
        </p:grpSpPr>
        <p:pic>
          <p:nvPicPr>
            <p:cNvPr id="2084" name="Google Shape;2084;p91"/>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2085" name="Google Shape;2085;p91"/>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2086" name="Google Shape;2086;p91"/>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sp>
        <p:nvSpPr>
          <p:cNvPr id="2087" name="Google Shape;2087;p91"/>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2088" name="Google Shape;2088;p91"/>
          <p:cNvGrpSpPr/>
          <p:nvPr/>
        </p:nvGrpSpPr>
        <p:grpSpPr>
          <a:xfrm>
            <a:off x="3733833" y="1381676"/>
            <a:ext cx="458937" cy="422178"/>
            <a:chOff x="8321229" y="3179936"/>
            <a:chExt cx="914400" cy="914400"/>
          </a:xfrm>
        </p:grpSpPr>
        <p:sp>
          <p:nvSpPr>
            <p:cNvPr id="2089" name="Google Shape;2089;p91"/>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90" name="Google Shape;2090;p91"/>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2091" name="Google Shape;2091;p91"/>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2092" name="Google Shape;2092;p91"/>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2093" name="Google Shape;2093;p91"/>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2094" name="Google Shape;2094;p91"/>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2095" name="Google Shape;2095;p91"/>
          <p:cNvSpPr txBox="1"/>
          <p:nvPr/>
        </p:nvSpPr>
        <p:spPr>
          <a:xfrm>
            <a:off x="8616675" y="1167874"/>
            <a:ext cx="33492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10.  Configure Satellite Prerequisites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11. Install Satellite with *EVERYTHING*</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12. Completely Configure Satellite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download, install manifest</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Red Hat and Custom Products </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and Sync repositories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Sync Plans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Lifecyle Environments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and Publish CVs and CCVs</a:t>
            </a:r>
            <a:endParaRPr>
              <a:latin typeface="Red Hat Display"/>
              <a:ea typeface="Red Hat Display"/>
              <a:cs typeface="Red Hat Display"/>
              <a:sym typeface="Red Hat Display"/>
            </a:endParaRPr>
          </a:p>
        </p:txBody>
      </p:sp>
      <p:pic>
        <p:nvPicPr>
          <p:cNvPr id="2096" name="Google Shape;2096;p91"/>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2097" name="Google Shape;2097;p91"/>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grpSp>
        <p:nvGrpSpPr>
          <p:cNvPr id="2098" name="Google Shape;2098;p91"/>
          <p:cNvGrpSpPr/>
          <p:nvPr/>
        </p:nvGrpSpPr>
        <p:grpSpPr>
          <a:xfrm>
            <a:off x="6402738" y="2784864"/>
            <a:ext cx="458937" cy="422178"/>
            <a:chOff x="4437340" y="1269451"/>
            <a:chExt cx="914400" cy="914400"/>
          </a:xfrm>
        </p:grpSpPr>
        <p:sp>
          <p:nvSpPr>
            <p:cNvPr id="2099" name="Google Shape;2099;p91"/>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00" name="Google Shape;2100;p91"/>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cxnSp>
        <p:nvCxnSpPr>
          <p:cNvPr id="2101" name="Google Shape;2101;p91"/>
          <p:cNvCxnSpPr>
            <a:stCxn id="2082" idx="3"/>
            <a:endCxn id="2102" idx="0"/>
          </p:cNvCxnSpPr>
          <p:nvPr/>
        </p:nvCxnSpPr>
        <p:spPr>
          <a:xfrm flipH="1" rot="10800000">
            <a:off x="1578891" y="2581704"/>
            <a:ext cx="6006600" cy="805500"/>
          </a:xfrm>
          <a:prstGeom prst="curvedConnector4">
            <a:avLst>
              <a:gd fmla="val 47444" name="adj1"/>
              <a:gd fmla="val 129556" name="adj2"/>
            </a:avLst>
          </a:prstGeom>
          <a:noFill/>
          <a:ln cap="flat" cmpd="sng" w="9525">
            <a:solidFill>
              <a:schemeClr val="dk2"/>
            </a:solidFill>
            <a:prstDash val="solid"/>
            <a:round/>
            <a:headEnd len="med" w="med" type="none"/>
            <a:tailEnd len="med" w="med" type="triangle"/>
          </a:ln>
        </p:spPr>
      </p:cxnSp>
      <p:grpSp>
        <p:nvGrpSpPr>
          <p:cNvPr id="2103" name="Google Shape;2103;p91"/>
          <p:cNvGrpSpPr/>
          <p:nvPr/>
        </p:nvGrpSpPr>
        <p:grpSpPr>
          <a:xfrm>
            <a:off x="7241459" y="2547787"/>
            <a:ext cx="688360" cy="633313"/>
            <a:chOff x="6263829" y="1370716"/>
            <a:chExt cx="914400" cy="914400"/>
          </a:xfrm>
        </p:grpSpPr>
        <p:sp>
          <p:nvSpPr>
            <p:cNvPr id="2104" name="Google Shape;2104;p91"/>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02" name="Google Shape;2102;p91"/>
            <p:cNvPicPr preferRelativeResize="0"/>
            <p:nvPr/>
          </p:nvPicPr>
          <p:blipFill>
            <a:blip r:embed="rId8">
              <a:alphaModFix/>
            </a:blip>
            <a:stretch>
              <a:fillRect/>
            </a:stretch>
          </p:blipFill>
          <p:spPr>
            <a:xfrm>
              <a:off x="6312879" y="1419766"/>
              <a:ext cx="816300" cy="816300"/>
            </a:xfrm>
            <a:prstGeom prst="rect">
              <a:avLst/>
            </a:prstGeom>
            <a:noFill/>
            <a:ln>
              <a:noFill/>
            </a:ln>
          </p:spPr>
        </p:pic>
      </p:grpSp>
      <p:sp>
        <p:nvSpPr>
          <p:cNvPr id="2105" name="Google Shape;2105;p91"/>
          <p:cNvSpPr txBox="1"/>
          <p:nvPr/>
        </p:nvSpPr>
        <p:spPr>
          <a:xfrm>
            <a:off x="2215875" y="3453875"/>
            <a:ext cx="4036200" cy="2555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Filters, Filter rules, etc..</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LEAPP repositories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Global Parameters (for all templates)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All templates (ptables, provisioning, etc..)</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Operating Systems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Activation Keys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Domains, Realms, Subnets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Prepare the Realm for use with Satellite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Compute resources, Compute Profiles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Virt-who configuration</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p:txBody>
      </p:sp>
      <p:sp>
        <p:nvSpPr>
          <p:cNvPr id="2106" name="Google Shape;2106;p91"/>
          <p:cNvSpPr txBox="1"/>
          <p:nvPr/>
        </p:nvSpPr>
        <p:spPr>
          <a:xfrm>
            <a:off x="8159475" y="4520675"/>
            <a:ext cx="4036200" cy="1693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Sync git repos for Ansible roles (OSCAP)</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Load SCAP contents and tailoring files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Import Ansible roles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host groups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discovery rules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SCAP Policies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Configuration Satellite Settings</a:t>
            </a:r>
            <a:endParaRPr>
              <a:latin typeface="Red Hat Display"/>
              <a:ea typeface="Red Hat Display"/>
              <a:cs typeface="Red Hat Display"/>
              <a:sym typeface="Red Hat Display"/>
            </a:endParaRPr>
          </a:p>
        </p:txBody>
      </p:sp>
      <p:sp>
        <p:nvSpPr>
          <p:cNvPr id="2107" name="Google Shape;2107;p91"/>
          <p:cNvSpPr txBox="1"/>
          <p:nvPr/>
        </p:nvSpPr>
        <p:spPr>
          <a:xfrm>
            <a:off x="916425" y="5834850"/>
            <a:ext cx="6495600" cy="62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At this point, we know can deploy the remainder of the environment anywhere, on premise or in the cloud. </a:t>
            </a:r>
            <a:endParaRPr sz="1800">
              <a:latin typeface="Red Hat Display"/>
              <a:ea typeface="Red Hat Display"/>
              <a:cs typeface="Red Hat Display"/>
              <a:sym typeface="Red Hat Display"/>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1" name="Shape 2111"/>
        <p:cNvGrpSpPr/>
        <p:nvPr/>
      </p:nvGrpSpPr>
      <p:grpSpPr>
        <a:xfrm>
          <a:off x="0" y="0"/>
          <a:ext cx="0" cy="0"/>
          <a:chOff x="0" y="0"/>
          <a:chExt cx="0" cy="0"/>
        </a:xfrm>
      </p:grpSpPr>
      <p:sp>
        <p:nvSpPr>
          <p:cNvPr id="2112" name="Google Shape;2112;p92"/>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4 - Deploy and Configure Additional Hosts</a:t>
            </a:r>
            <a:endParaRPr/>
          </a:p>
        </p:txBody>
      </p:sp>
      <p:sp>
        <p:nvSpPr>
          <p:cNvPr id="2113" name="Google Shape;2113;p9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114" name="Google Shape;2114;p9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115" name="Google Shape;2115;p92"/>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2116" name="Google Shape;2116;p92"/>
          <p:cNvGrpSpPr/>
          <p:nvPr/>
        </p:nvGrpSpPr>
        <p:grpSpPr>
          <a:xfrm>
            <a:off x="3506100" y="1849713"/>
            <a:ext cx="914400" cy="559500"/>
            <a:chOff x="3899025" y="4752650"/>
            <a:chExt cx="914400" cy="559500"/>
          </a:xfrm>
        </p:grpSpPr>
        <p:pic>
          <p:nvPicPr>
            <p:cNvPr id="2117" name="Google Shape;2117;p92"/>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2118" name="Google Shape;2118;p92"/>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2119" name="Google Shape;2119;p92"/>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sp>
        <p:nvSpPr>
          <p:cNvPr id="2120" name="Google Shape;2120;p92"/>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2121" name="Google Shape;2121;p92"/>
          <p:cNvGrpSpPr/>
          <p:nvPr/>
        </p:nvGrpSpPr>
        <p:grpSpPr>
          <a:xfrm>
            <a:off x="3733833" y="1381676"/>
            <a:ext cx="458937" cy="422178"/>
            <a:chOff x="8321229" y="3179936"/>
            <a:chExt cx="914400" cy="914400"/>
          </a:xfrm>
        </p:grpSpPr>
        <p:sp>
          <p:nvSpPr>
            <p:cNvPr id="2122" name="Google Shape;2122;p92"/>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23" name="Google Shape;2123;p92"/>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2124" name="Google Shape;2124;p92"/>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2125" name="Google Shape;2125;p92"/>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2126" name="Google Shape;2126;p92"/>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2127" name="Google Shape;2127;p92"/>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pic>
        <p:nvPicPr>
          <p:cNvPr id="2128" name="Google Shape;2128;p92"/>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2129" name="Google Shape;2129;p92"/>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grpSp>
        <p:nvGrpSpPr>
          <p:cNvPr id="2130" name="Google Shape;2130;p92"/>
          <p:cNvGrpSpPr/>
          <p:nvPr/>
        </p:nvGrpSpPr>
        <p:grpSpPr>
          <a:xfrm>
            <a:off x="6402738" y="2784864"/>
            <a:ext cx="458937" cy="422178"/>
            <a:chOff x="4437340" y="1269451"/>
            <a:chExt cx="914400" cy="914400"/>
          </a:xfrm>
        </p:grpSpPr>
        <p:sp>
          <p:nvSpPr>
            <p:cNvPr id="2131" name="Google Shape;2131;p92"/>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32" name="Google Shape;2132;p92"/>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cxnSp>
        <p:nvCxnSpPr>
          <p:cNvPr id="2133" name="Google Shape;2133;p92"/>
          <p:cNvCxnSpPr>
            <a:stCxn id="2115" idx="3"/>
            <a:endCxn id="2134" idx="0"/>
          </p:cNvCxnSpPr>
          <p:nvPr/>
        </p:nvCxnSpPr>
        <p:spPr>
          <a:xfrm flipH="1" rot="10800000">
            <a:off x="1578891" y="2600604"/>
            <a:ext cx="6902100" cy="786600"/>
          </a:xfrm>
          <a:prstGeom prst="curvedConnector4">
            <a:avLst>
              <a:gd fmla="val 47948" name="adj1"/>
              <a:gd fmla="val 130271" name="adj2"/>
            </a:avLst>
          </a:prstGeom>
          <a:noFill/>
          <a:ln cap="flat" cmpd="sng" w="9525">
            <a:solidFill>
              <a:schemeClr val="dk2"/>
            </a:solidFill>
            <a:prstDash val="solid"/>
            <a:round/>
            <a:headEnd len="med" w="med" type="none"/>
            <a:tailEnd len="med" w="med" type="triangle"/>
          </a:ln>
        </p:spPr>
      </p:cxnSp>
      <p:grpSp>
        <p:nvGrpSpPr>
          <p:cNvPr id="2135" name="Google Shape;2135;p92"/>
          <p:cNvGrpSpPr/>
          <p:nvPr/>
        </p:nvGrpSpPr>
        <p:grpSpPr>
          <a:xfrm>
            <a:off x="7351968" y="2776299"/>
            <a:ext cx="458937" cy="422178"/>
            <a:chOff x="6263829" y="1370716"/>
            <a:chExt cx="914400" cy="914400"/>
          </a:xfrm>
        </p:grpSpPr>
        <p:sp>
          <p:nvSpPr>
            <p:cNvPr id="2136" name="Google Shape;2136;p92"/>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37" name="Google Shape;2137;p92"/>
            <p:cNvPicPr preferRelativeResize="0"/>
            <p:nvPr/>
          </p:nvPicPr>
          <p:blipFill>
            <a:blip r:embed="rId8">
              <a:alphaModFix/>
            </a:blip>
            <a:stretch>
              <a:fillRect/>
            </a:stretch>
          </p:blipFill>
          <p:spPr>
            <a:xfrm>
              <a:off x="6312879" y="1419766"/>
              <a:ext cx="816300" cy="816300"/>
            </a:xfrm>
            <a:prstGeom prst="rect">
              <a:avLst/>
            </a:prstGeom>
            <a:noFill/>
            <a:ln>
              <a:noFill/>
            </a:ln>
          </p:spPr>
        </p:pic>
      </p:grpSp>
      <p:sp>
        <p:nvSpPr>
          <p:cNvPr id="2138" name="Google Shape;2138;p92"/>
          <p:cNvSpPr/>
          <p:nvPr/>
        </p:nvSpPr>
        <p:spPr>
          <a:xfrm>
            <a:off x="108553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39" name="Google Shape;2139;p92"/>
          <p:cNvGrpSpPr/>
          <p:nvPr/>
        </p:nvGrpSpPr>
        <p:grpSpPr>
          <a:xfrm>
            <a:off x="8136775" y="2538980"/>
            <a:ext cx="688360" cy="634045"/>
            <a:chOff x="4437340" y="3101261"/>
            <a:chExt cx="914400" cy="914400"/>
          </a:xfrm>
        </p:grpSpPr>
        <p:sp>
          <p:nvSpPr>
            <p:cNvPr id="2140" name="Google Shape;2140;p92"/>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34" name="Google Shape;2134;p92"/>
            <p:cNvPicPr preferRelativeResize="0"/>
            <p:nvPr/>
          </p:nvPicPr>
          <p:blipFill rotWithShape="1">
            <a:blip r:embed="rId9">
              <a:alphaModFix/>
            </a:blip>
            <a:srcRect b="13122" l="12810" r="11523" t="12272"/>
            <a:stretch/>
          </p:blipFill>
          <p:spPr>
            <a:xfrm>
              <a:off x="4518236" y="3190157"/>
              <a:ext cx="752608" cy="736608"/>
            </a:xfrm>
            <a:prstGeom prst="rect">
              <a:avLst/>
            </a:prstGeom>
            <a:noFill/>
            <a:ln>
              <a:noFill/>
            </a:ln>
          </p:spPr>
        </p:pic>
      </p:grpSp>
      <p:pic>
        <p:nvPicPr>
          <p:cNvPr id="2141" name="Google Shape;2141;p92"/>
          <p:cNvPicPr preferRelativeResize="0"/>
          <p:nvPr/>
        </p:nvPicPr>
        <p:blipFill rotWithShape="1">
          <a:blip r:embed="rId4">
            <a:alphaModFix/>
          </a:blip>
          <a:srcRect b="19054" l="0" r="0" t="19757"/>
          <a:stretch/>
        </p:blipFill>
        <p:spPr>
          <a:xfrm>
            <a:off x="8049338" y="3191195"/>
            <a:ext cx="914400" cy="559500"/>
          </a:xfrm>
          <a:prstGeom prst="rect">
            <a:avLst/>
          </a:prstGeom>
          <a:noFill/>
          <a:ln>
            <a:noFill/>
          </a:ln>
        </p:spPr>
      </p:pic>
      <p:pic>
        <p:nvPicPr>
          <p:cNvPr id="2142" name="Google Shape;2142;p92"/>
          <p:cNvPicPr preferRelativeResize="0"/>
          <p:nvPr/>
        </p:nvPicPr>
        <p:blipFill rotWithShape="1">
          <a:blip r:embed="rId4">
            <a:alphaModFix/>
          </a:blip>
          <a:srcRect b="19054" l="0" r="0" t="19757"/>
          <a:stretch/>
        </p:blipFill>
        <p:spPr>
          <a:xfrm>
            <a:off x="8963738" y="3191195"/>
            <a:ext cx="914400" cy="559500"/>
          </a:xfrm>
          <a:prstGeom prst="rect">
            <a:avLst/>
          </a:prstGeom>
          <a:noFill/>
          <a:ln>
            <a:noFill/>
          </a:ln>
        </p:spPr>
      </p:pic>
      <p:pic>
        <p:nvPicPr>
          <p:cNvPr id="2143" name="Google Shape;2143;p92"/>
          <p:cNvPicPr preferRelativeResize="0"/>
          <p:nvPr/>
        </p:nvPicPr>
        <p:blipFill rotWithShape="1">
          <a:blip r:embed="rId4">
            <a:alphaModFix/>
          </a:blip>
          <a:srcRect b="19054" l="0" r="0" t="19757"/>
          <a:stretch/>
        </p:blipFill>
        <p:spPr>
          <a:xfrm>
            <a:off x="9878138" y="3191195"/>
            <a:ext cx="914400" cy="559500"/>
          </a:xfrm>
          <a:prstGeom prst="rect">
            <a:avLst/>
          </a:prstGeom>
          <a:noFill/>
          <a:ln>
            <a:noFill/>
          </a:ln>
        </p:spPr>
      </p:pic>
      <p:pic>
        <p:nvPicPr>
          <p:cNvPr id="2144" name="Google Shape;2144;p92"/>
          <p:cNvPicPr preferRelativeResize="0"/>
          <p:nvPr/>
        </p:nvPicPr>
        <p:blipFill rotWithShape="1">
          <a:blip r:embed="rId4">
            <a:alphaModFix/>
          </a:blip>
          <a:srcRect b="19054" l="0" r="0" t="19757"/>
          <a:stretch/>
        </p:blipFill>
        <p:spPr>
          <a:xfrm>
            <a:off x="10792538" y="3191195"/>
            <a:ext cx="914400" cy="559500"/>
          </a:xfrm>
          <a:prstGeom prst="rect">
            <a:avLst/>
          </a:prstGeom>
          <a:noFill/>
          <a:ln>
            <a:noFill/>
          </a:ln>
        </p:spPr>
      </p:pic>
      <p:grpSp>
        <p:nvGrpSpPr>
          <p:cNvPr id="2145" name="Google Shape;2145;p92"/>
          <p:cNvGrpSpPr/>
          <p:nvPr/>
        </p:nvGrpSpPr>
        <p:grpSpPr>
          <a:xfrm>
            <a:off x="9177549" y="2767685"/>
            <a:ext cx="458937" cy="422178"/>
            <a:chOff x="4437340" y="3101261"/>
            <a:chExt cx="914400" cy="914400"/>
          </a:xfrm>
        </p:grpSpPr>
        <p:sp>
          <p:nvSpPr>
            <p:cNvPr id="2146" name="Google Shape;2146;p92"/>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47" name="Google Shape;2147;p92"/>
            <p:cNvPicPr preferRelativeResize="0"/>
            <p:nvPr/>
          </p:nvPicPr>
          <p:blipFill rotWithShape="1">
            <a:blip r:embed="rId9">
              <a:alphaModFix/>
            </a:blip>
            <a:srcRect b="13122" l="12810" r="11523" t="12272"/>
            <a:stretch/>
          </p:blipFill>
          <p:spPr>
            <a:xfrm>
              <a:off x="4518236" y="3190157"/>
              <a:ext cx="752608" cy="736608"/>
            </a:xfrm>
            <a:prstGeom prst="rect">
              <a:avLst/>
            </a:prstGeom>
            <a:noFill/>
            <a:ln>
              <a:noFill/>
            </a:ln>
          </p:spPr>
        </p:pic>
      </p:grpSp>
      <p:sp>
        <p:nvSpPr>
          <p:cNvPr id="2148" name="Google Shape;2148;p92"/>
          <p:cNvSpPr/>
          <p:nvPr/>
        </p:nvSpPr>
        <p:spPr>
          <a:xfrm>
            <a:off x="99409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92"/>
          <p:cNvSpPr txBox="1"/>
          <p:nvPr/>
        </p:nvSpPr>
        <p:spPr>
          <a:xfrm>
            <a:off x="2282425" y="3464625"/>
            <a:ext cx="38136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13.  Create Hosts from Satellite Hostgroups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14. Create a Standalone Automation Controller</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get the installation files from Satellite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generate the installer template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launch the installer</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an execution environment</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load a source workflow using importer</a:t>
            </a:r>
            <a:endParaRPr>
              <a:latin typeface="Red Hat Display"/>
              <a:ea typeface="Red Hat Display"/>
              <a:cs typeface="Red Hat Display"/>
              <a:sym typeface="Red Hat Display"/>
            </a:endParaRPr>
          </a:p>
          <a:p>
            <a:pPr indent="0" lvl="0" marL="457200" rtl="0" algn="l">
              <a:spcBef>
                <a:spcPts val="0"/>
              </a:spcBef>
              <a:spcAft>
                <a:spcPts val="0"/>
              </a:spcAft>
              <a:buNone/>
            </a:pPr>
            <a:r>
              <a:rPr lang="en">
                <a:latin typeface="Red Hat Display"/>
                <a:ea typeface="Red Hat Display"/>
                <a:cs typeface="Red Hat Display"/>
                <a:sym typeface="Red Hat Display"/>
              </a:rPr>
              <a:t>( See </a:t>
            </a:r>
            <a:r>
              <a:rPr lang="en" u="sng">
                <a:solidFill>
                  <a:schemeClr val="hlink"/>
                </a:solidFill>
                <a:latin typeface="Red Hat Display"/>
                <a:ea typeface="Red Hat Display"/>
                <a:cs typeface="Red Hat Display"/>
                <a:sym typeface="Red Hat Display"/>
                <a:hlinkClick r:id="rId10"/>
              </a:rPr>
              <a:t>AutomatingContentManagment</a:t>
            </a:r>
            <a:r>
              <a:rPr lang="en">
                <a:latin typeface="Red Hat Display"/>
                <a:ea typeface="Red Hat Display"/>
                <a:cs typeface="Red Hat Display"/>
                <a:sym typeface="Red Hat Display"/>
              </a:rPr>
              <a:t> )</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p:txBody>
      </p:sp>
      <p:sp>
        <p:nvSpPr>
          <p:cNvPr id="2150" name="Google Shape;2150;p92"/>
          <p:cNvSpPr txBox="1"/>
          <p:nvPr/>
        </p:nvSpPr>
        <p:spPr>
          <a:xfrm>
            <a:off x="8195650" y="4741700"/>
            <a:ext cx="34935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15. Create a Standalone Automation Hub</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load Execution Environment</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configure sync from console dot</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16. Create 2 Container Hosts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deploy 2 tang containers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configure tang urls in Satellite</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p:txBody>
      </p:sp>
      <p:pic>
        <p:nvPicPr>
          <p:cNvPr id="2151" name="Google Shape;2151;p92"/>
          <p:cNvPicPr preferRelativeResize="0"/>
          <p:nvPr/>
        </p:nvPicPr>
        <p:blipFill>
          <a:blip r:embed="rId11">
            <a:alphaModFix/>
          </a:blip>
          <a:stretch>
            <a:fillRect/>
          </a:stretch>
        </p:blipFill>
        <p:spPr>
          <a:xfrm>
            <a:off x="10895276" y="2835667"/>
            <a:ext cx="318000" cy="318000"/>
          </a:xfrm>
          <a:prstGeom prst="rect">
            <a:avLst/>
          </a:prstGeom>
          <a:noFill/>
          <a:ln>
            <a:noFill/>
          </a:ln>
        </p:spPr>
      </p:pic>
      <p:pic>
        <p:nvPicPr>
          <p:cNvPr id="2152" name="Google Shape;2152;p92"/>
          <p:cNvPicPr preferRelativeResize="0"/>
          <p:nvPr/>
        </p:nvPicPr>
        <p:blipFill>
          <a:blip r:embed="rId11">
            <a:alphaModFix/>
          </a:blip>
          <a:stretch>
            <a:fillRect/>
          </a:stretch>
        </p:blipFill>
        <p:spPr>
          <a:xfrm>
            <a:off x="9980876" y="2835667"/>
            <a:ext cx="318000" cy="318000"/>
          </a:xfrm>
          <a:prstGeom prst="rect">
            <a:avLst/>
          </a:prstGeom>
          <a:noFill/>
          <a:ln>
            <a:noFill/>
          </a:ln>
        </p:spPr>
      </p:pic>
      <p:sp>
        <p:nvSpPr>
          <p:cNvPr id="2153" name="Google Shape;2153;p92"/>
          <p:cNvSpPr txBox="1"/>
          <p:nvPr/>
        </p:nvSpPr>
        <p:spPr>
          <a:xfrm>
            <a:off x="916425" y="5377650"/>
            <a:ext cx="6495600" cy="62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Satellite is used to deploy the remaining nodes in the environment of your choice.</a:t>
            </a:r>
            <a:endParaRPr sz="1800">
              <a:latin typeface="Red Hat Display"/>
              <a:ea typeface="Red Hat Display"/>
              <a:cs typeface="Red Hat Display"/>
              <a:sym typeface="Red Hat Display"/>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7" name="Shape 2157"/>
        <p:cNvGrpSpPr/>
        <p:nvPr/>
      </p:nvGrpSpPr>
      <p:grpSpPr>
        <a:xfrm>
          <a:off x="0" y="0"/>
          <a:ext cx="0" cy="0"/>
          <a:chOff x="0" y="0"/>
          <a:chExt cx="0" cy="0"/>
        </a:xfrm>
      </p:grpSpPr>
      <p:sp>
        <p:nvSpPr>
          <p:cNvPr id="2158" name="Google Shape;2158;p93"/>
          <p:cNvSpPr/>
          <p:nvPr/>
        </p:nvSpPr>
        <p:spPr>
          <a:xfrm>
            <a:off x="-152400" y="1328950"/>
            <a:ext cx="12573000" cy="4728900"/>
          </a:xfrm>
          <a:prstGeom prst="rect">
            <a:avLst/>
          </a:prstGeom>
          <a:solidFill>
            <a:srgbClr val="F7F7F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93"/>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5 - Run the Pipeline</a:t>
            </a:r>
            <a:endParaRPr/>
          </a:p>
        </p:txBody>
      </p:sp>
      <p:sp>
        <p:nvSpPr>
          <p:cNvPr id="2160" name="Google Shape;2160;p9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161" name="Google Shape;2161;p93"/>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pic>
        <p:nvPicPr>
          <p:cNvPr id="2162" name="Google Shape;2162;p93"/>
          <p:cNvPicPr preferRelativeResize="0"/>
          <p:nvPr/>
        </p:nvPicPr>
        <p:blipFill>
          <a:blip r:embed="rId3">
            <a:alphaModFix/>
          </a:blip>
          <a:stretch>
            <a:fillRect/>
          </a:stretch>
        </p:blipFill>
        <p:spPr>
          <a:xfrm>
            <a:off x="187625" y="3044675"/>
            <a:ext cx="11771450" cy="2262575"/>
          </a:xfrm>
          <a:prstGeom prst="rect">
            <a:avLst/>
          </a:prstGeom>
          <a:noFill/>
          <a:ln>
            <a:noFill/>
          </a:ln>
        </p:spPr>
      </p:pic>
      <p:sp>
        <p:nvSpPr>
          <p:cNvPr id="2163" name="Google Shape;2163;p93"/>
          <p:cNvSpPr txBox="1"/>
          <p:nvPr/>
        </p:nvSpPr>
        <p:spPr>
          <a:xfrm>
            <a:off x="1197900" y="2156225"/>
            <a:ext cx="579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16. Run the Content Delivery Pipeline</a:t>
            </a:r>
            <a:endParaRPr>
              <a:latin typeface="Red Hat Display"/>
              <a:ea typeface="Red Hat Display"/>
              <a:cs typeface="Red Hat Display"/>
              <a:sym typeface="Red Hat Display"/>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7" name="Shape 2167"/>
        <p:cNvGrpSpPr/>
        <p:nvPr/>
      </p:nvGrpSpPr>
      <p:grpSpPr>
        <a:xfrm>
          <a:off x="0" y="0"/>
          <a:ext cx="0" cy="0"/>
          <a:chOff x="0" y="0"/>
          <a:chExt cx="0" cy="0"/>
        </a:xfrm>
      </p:grpSpPr>
      <p:sp>
        <p:nvSpPr>
          <p:cNvPr id="2168" name="Google Shape;2168;p94"/>
          <p:cNvSpPr txBox="1"/>
          <p:nvPr>
            <p:ph idx="1" type="subTitle"/>
          </p:nvPr>
        </p:nvSpPr>
        <p:spPr>
          <a:xfrm>
            <a:off x="1752600" y="1402600"/>
            <a:ext cx="8686800" cy="456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What, how, and why</a:t>
            </a:r>
            <a:endParaRPr/>
          </a:p>
        </p:txBody>
      </p:sp>
      <p:sp>
        <p:nvSpPr>
          <p:cNvPr id="2169" name="Google Shape;2169;p94"/>
          <p:cNvSpPr txBox="1"/>
          <p:nvPr>
            <p:ph type="title"/>
          </p:nvPr>
        </p:nvSpPr>
        <p:spPr>
          <a:xfrm>
            <a:off x="1752600" y="946000"/>
            <a:ext cx="8686800" cy="456600"/>
          </a:xfrm>
          <a:prstGeom prst="rect">
            <a:avLst/>
          </a:prstGeom>
        </p:spPr>
        <p:txBody>
          <a:bodyPr anchorCtr="0" anchor="t"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sz="2700">
                <a:latin typeface="Red Hat Display Medium"/>
                <a:ea typeface="Red Hat Display Medium"/>
                <a:cs typeface="Red Hat Display Medium"/>
                <a:sym typeface="Red Hat Display Medium"/>
              </a:rPr>
              <a:t>Standard Infrastructure Deployment</a:t>
            </a:r>
            <a:endParaRPr sz="2700">
              <a:latin typeface="Red Hat Display Medium"/>
              <a:ea typeface="Red Hat Display Medium"/>
              <a:cs typeface="Red Hat Display Medium"/>
              <a:sym typeface="Red Hat Display Medium"/>
            </a:endParaRPr>
          </a:p>
        </p:txBody>
      </p:sp>
      <p:sp>
        <p:nvSpPr>
          <p:cNvPr id="2170" name="Google Shape;2170;p94"/>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p:txBody>
      </p:sp>
      <p:sp>
        <p:nvSpPr>
          <p:cNvPr id="2171" name="Google Shape;2171;p9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172" name="Google Shape;2172;p94"/>
          <p:cNvSpPr txBox="1"/>
          <p:nvPr>
            <p:ph idx="3" type="subTitle"/>
          </p:nvPr>
        </p:nvSpPr>
        <p:spPr>
          <a:xfrm>
            <a:off x="885050" y="6169550"/>
            <a:ext cx="91830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2173" name="Google Shape;2173;p94"/>
          <p:cNvSpPr/>
          <p:nvPr/>
        </p:nvSpPr>
        <p:spPr>
          <a:xfrm>
            <a:off x="646500" y="2834921"/>
            <a:ext cx="3633000" cy="833100"/>
          </a:xfrm>
          <a:prstGeom prst="homePlate">
            <a:avLst>
              <a:gd fmla="val 20993" name="adj"/>
            </a:avLst>
          </a:prstGeom>
          <a:solidFill>
            <a:srgbClr val="BFBFBF">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Fragility</a:t>
            </a:r>
            <a:endParaRPr>
              <a:solidFill>
                <a:srgbClr val="000000"/>
              </a:solidFill>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inflexible scripts </a:t>
            </a:r>
            <a:endParaRPr sz="1200">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complex procedures </a:t>
            </a:r>
            <a:endParaRPr sz="1200">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reuse and revision difficult</a:t>
            </a:r>
            <a:endParaRPr sz="1200">
              <a:solidFill>
                <a:srgbClr val="000000"/>
              </a:solidFill>
              <a:latin typeface="Red Hat Display"/>
              <a:ea typeface="Red Hat Display"/>
              <a:cs typeface="Red Hat Display"/>
              <a:sym typeface="Red Hat Display"/>
            </a:endParaRPr>
          </a:p>
        </p:txBody>
      </p:sp>
      <p:sp>
        <p:nvSpPr>
          <p:cNvPr id="2174" name="Google Shape;2174;p94"/>
          <p:cNvSpPr/>
          <p:nvPr/>
        </p:nvSpPr>
        <p:spPr>
          <a:xfrm>
            <a:off x="8064900" y="2834925"/>
            <a:ext cx="36330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Flexibility</a:t>
            </a:r>
            <a:r>
              <a:rPr b="1" lang="en" sz="1200">
                <a:solidFill>
                  <a:srgbClr val="EE0000"/>
                </a:solidFill>
                <a:latin typeface="Red Hat Display"/>
                <a:ea typeface="Red Hat Display"/>
                <a:cs typeface="Red Hat Display"/>
                <a:sym typeface="Red Hat Display"/>
              </a:rPr>
              <a:t> </a:t>
            </a:r>
            <a:endParaRPr b="1">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independently updatable</a:t>
            </a:r>
            <a:endParaRPr sz="1200">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recombine easily </a:t>
            </a:r>
            <a:endParaRPr sz="1200">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streamline </a:t>
            </a:r>
            <a:r>
              <a:rPr lang="en" sz="1200">
                <a:latin typeface="Red Hat Display"/>
                <a:ea typeface="Red Hat Display"/>
                <a:cs typeface="Red Hat Display"/>
                <a:sym typeface="Red Hat Display"/>
              </a:rPr>
              <a:t>definition and maintenance</a:t>
            </a:r>
            <a:endParaRPr sz="1200">
              <a:solidFill>
                <a:srgbClr val="FFFFFF"/>
              </a:solidFill>
              <a:latin typeface="Red Hat Display"/>
              <a:ea typeface="Red Hat Display"/>
              <a:cs typeface="Red Hat Display"/>
              <a:sym typeface="Red Hat Display"/>
            </a:endParaRPr>
          </a:p>
        </p:txBody>
      </p:sp>
      <p:sp>
        <p:nvSpPr>
          <p:cNvPr id="2175" name="Google Shape;2175;p94"/>
          <p:cNvSpPr/>
          <p:nvPr/>
        </p:nvSpPr>
        <p:spPr>
          <a:xfrm>
            <a:off x="4279500" y="2834925"/>
            <a:ext cx="37854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Refactor </a:t>
            </a:r>
            <a:endParaRPr b="1">
              <a:solidFill>
                <a:srgbClr val="000000"/>
              </a:solidFill>
              <a:latin typeface="Red Hat Display"/>
              <a:ea typeface="Red Hat Display"/>
              <a:cs typeface="Red Hat Display"/>
              <a:sym typeface="Red Hat Display"/>
            </a:endParaRPr>
          </a:p>
          <a:p>
            <a:pPr indent="0" lvl="0" marL="45720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define </a:t>
            </a:r>
            <a:r>
              <a:rPr lang="en" sz="1200">
                <a:latin typeface="Red Hat Display"/>
                <a:ea typeface="Red Hat Display"/>
                <a:cs typeface="Red Hat Display"/>
                <a:sym typeface="Red Hat Display"/>
              </a:rPr>
              <a:t>functional layers </a:t>
            </a:r>
            <a:endParaRPr sz="1200">
              <a:latin typeface="Red Hat Display"/>
              <a:ea typeface="Red Hat Display"/>
              <a:cs typeface="Red Hat Display"/>
              <a:sym typeface="Red Hat Display"/>
            </a:endParaRPr>
          </a:p>
          <a:p>
            <a:pPr indent="0" lvl="0" marL="45720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reusable elements</a:t>
            </a:r>
            <a:endParaRPr sz="1200">
              <a:latin typeface="Red Hat Display"/>
              <a:ea typeface="Red Hat Display"/>
              <a:cs typeface="Red Hat Display"/>
              <a:sym typeface="Red Hat Display"/>
            </a:endParaRPr>
          </a:p>
          <a:p>
            <a:pPr indent="0" lvl="0" marL="45720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component-based approach</a:t>
            </a:r>
            <a:endParaRPr b="1" sz="1200">
              <a:solidFill>
                <a:srgbClr val="FFFFFF"/>
              </a:solidFill>
              <a:latin typeface="Red Hat Display"/>
              <a:ea typeface="Red Hat Display"/>
              <a:cs typeface="Red Hat Display"/>
              <a:sym typeface="Red Hat Display"/>
            </a:endParaRPr>
          </a:p>
        </p:txBody>
      </p:sp>
      <p:graphicFrame>
        <p:nvGraphicFramePr>
          <p:cNvPr id="2176" name="Google Shape;2176;p94"/>
          <p:cNvGraphicFramePr/>
          <p:nvPr/>
        </p:nvGraphicFramePr>
        <p:xfrm>
          <a:off x="646491" y="1935639"/>
          <a:ext cx="3000000" cy="3000000"/>
        </p:xfrm>
        <a:graphic>
          <a:graphicData uri="http://schemas.openxmlformats.org/drawingml/2006/table">
            <a:tbl>
              <a:tblPr>
                <a:noFill/>
                <a:tableStyleId>{D329C922-2976-4624-ACE9-D1BC62EB7E30}</a:tableStyleId>
              </a:tblPr>
              <a:tblGrid>
                <a:gridCol w="715975"/>
                <a:gridCol w="2917025"/>
                <a:gridCol w="737225"/>
                <a:gridCol w="2895775"/>
                <a:gridCol w="777175"/>
                <a:gridCol w="2855825"/>
              </a:tblGrid>
              <a:tr h="594450">
                <a:tc>
                  <a:txBody>
                    <a:bodyPr/>
                    <a:lstStyle/>
                    <a:p>
                      <a:pPr indent="0" lvl="0" marL="0" rtl="0" algn="l">
                        <a:spcBef>
                          <a:spcPts val="0"/>
                        </a:spcBef>
                        <a:spcAft>
                          <a:spcPts val="0"/>
                        </a:spcAft>
                        <a:buNone/>
                      </a:pPr>
                      <a:r>
                        <a:t/>
                      </a:r>
                      <a:endParaRPr b="1" sz="1600">
                        <a:solidFill>
                          <a:srgbClr val="EE0000"/>
                        </a:solidFill>
                        <a:latin typeface="Overpass"/>
                        <a:ea typeface="Overpass"/>
                        <a:cs typeface="Overpass"/>
                        <a:sym typeface="Overpass"/>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600"/>
                        <a:buFont typeface="Arial"/>
                        <a:buNone/>
                      </a:pPr>
                      <a:r>
                        <a:rPr b="1" lang="en" sz="1600">
                          <a:solidFill>
                            <a:srgbClr val="EE0000"/>
                          </a:solidFill>
                          <a:latin typeface="Red Hat Display"/>
                          <a:ea typeface="Red Hat Display"/>
                          <a:cs typeface="Red Hat Display"/>
                          <a:sym typeface="Red Hat Display"/>
                        </a:rPr>
                        <a:t>Challenge</a:t>
                      </a:r>
                      <a:endParaRPr b="1" sz="1300" u="none" cap="none" strike="noStrike">
                        <a:solidFill>
                          <a:srgbClr val="00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b="1" sz="1600">
                        <a:solidFill>
                          <a:srgbClr val="EE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600"/>
                        <a:buFont typeface="Arial"/>
                        <a:buNone/>
                      </a:pPr>
                      <a:r>
                        <a:rPr b="1" lang="en" sz="1600">
                          <a:solidFill>
                            <a:srgbClr val="EE0000"/>
                          </a:solidFill>
                          <a:latin typeface="Red Hat Display"/>
                          <a:ea typeface="Red Hat Display"/>
                          <a:cs typeface="Red Hat Display"/>
                          <a:sym typeface="Red Hat Display"/>
                        </a:rPr>
                        <a:t>Approach</a:t>
                      </a:r>
                      <a:endParaRPr b="1" sz="1300" u="none" cap="none" strike="noStrike">
                        <a:solidFill>
                          <a:srgbClr val="00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b="1" sz="1600">
                        <a:solidFill>
                          <a:srgbClr val="EE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100"/>
                        <a:buFont typeface="Arial"/>
                        <a:buNone/>
                      </a:pPr>
                      <a:r>
                        <a:rPr b="1" lang="en" sz="1600">
                          <a:solidFill>
                            <a:srgbClr val="EE0000"/>
                          </a:solidFill>
                          <a:latin typeface="Red Hat Display"/>
                          <a:ea typeface="Red Hat Display"/>
                          <a:cs typeface="Red Hat Display"/>
                          <a:sym typeface="Red Hat Display"/>
                        </a:rPr>
                        <a:t>Benefits</a:t>
                      </a:r>
                      <a:endParaRPr b="1" sz="1300" u="none" cap="none" strike="noStrike">
                        <a:solidFill>
                          <a:srgbClr val="00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r>
            </a:tbl>
          </a:graphicData>
        </a:graphic>
      </p:graphicFrame>
      <p:sp>
        <p:nvSpPr>
          <p:cNvPr id="2177" name="Google Shape;2177;p94"/>
          <p:cNvSpPr/>
          <p:nvPr/>
        </p:nvSpPr>
        <p:spPr>
          <a:xfrm>
            <a:off x="646500" y="3885154"/>
            <a:ext cx="3633000" cy="833100"/>
          </a:xfrm>
          <a:prstGeom prst="homePlate">
            <a:avLst>
              <a:gd fmla="val 20993" name="adj"/>
            </a:avLst>
          </a:prstGeom>
          <a:solidFill>
            <a:srgbClr val="BFBFBF">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Variability</a:t>
            </a:r>
            <a:endParaRPr b="1">
              <a:solidFill>
                <a:srgbClr val="000000"/>
              </a:solidFill>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inconsistent view of content</a:t>
            </a:r>
            <a:endParaRPr sz="1200">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inconsistent application of content</a:t>
            </a:r>
            <a:endParaRPr sz="1200">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inconsistencies get multiplied</a:t>
            </a:r>
            <a:endParaRPr sz="1200">
              <a:solidFill>
                <a:srgbClr val="000000"/>
              </a:solidFill>
              <a:latin typeface="Red Hat Display"/>
              <a:ea typeface="Red Hat Display"/>
              <a:cs typeface="Red Hat Display"/>
              <a:sym typeface="Red Hat Display"/>
            </a:endParaRPr>
          </a:p>
        </p:txBody>
      </p:sp>
      <p:sp>
        <p:nvSpPr>
          <p:cNvPr id="2178" name="Google Shape;2178;p94"/>
          <p:cNvSpPr/>
          <p:nvPr/>
        </p:nvSpPr>
        <p:spPr>
          <a:xfrm>
            <a:off x="8064900" y="3885154"/>
            <a:ext cx="36330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Efficiency </a:t>
            </a:r>
            <a:endParaRPr b="1" sz="1200">
              <a:solidFill>
                <a:srgbClr val="EE0000"/>
              </a:solidFill>
              <a:latin typeface="Red Hat Display"/>
              <a:ea typeface="Red Hat Display"/>
              <a:cs typeface="Red Hat Display"/>
              <a:sym typeface="Red Hat Display"/>
            </a:endParaRPr>
          </a:p>
          <a:p>
            <a:pPr indent="457200" lvl="0" marL="0" marR="0" rtl="0" algn="l">
              <a:lnSpc>
                <a:spcPct val="100000"/>
              </a:lnSpc>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e</a:t>
            </a:r>
            <a:r>
              <a:rPr lang="en" sz="1200">
                <a:latin typeface="Red Hat Display"/>
                <a:ea typeface="Red Hat Display"/>
                <a:cs typeface="Red Hat Display"/>
                <a:sym typeface="Red Hat Display"/>
              </a:rPr>
              <a:t>asily monitor and manage </a:t>
            </a:r>
            <a:endParaRPr sz="1200">
              <a:latin typeface="Red Hat Display"/>
              <a:ea typeface="Red Hat Display"/>
              <a:cs typeface="Red Hat Display"/>
              <a:sym typeface="Red Hat Display"/>
            </a:endParaRPr>
          </a:p>
          <a:p>
            <a:pPr indent="0" lvl="0" marL="457200" marR="0" rtl="0" algn="l">
              <a:lnSpc>
                <a:spcPct val="100000"/>
              </a:lnSpc>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drift, version, and compliance</a:t>
            </a:r>
            <a:endParaRPr sz="1200">
              <a:latin typeface="Red Hat Display"/>
              <a:ea typeface="Red Hat Display"/>
              <a:cs typeface="Red Hat Display"/>
              <a:sym typeface="Red Hat Display"/>
            </a:endParaRPr>
          </a:p>
          <a:p>
            <a:pPr indent="0" lvl="0" marL="457200" marR="0" rtl="0" algn="l">
              <a:lnSpc>
                <a:spcPct val="100000"/>
              </a:lnSpc>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fleet or system level remediation</a:t>
            </a:r>
            <a:endParaRPr sz="1200">
              <a:solidFill>
                <a:srgbClr val="EE0000"/>
              </a:solidFill>
              <a:latin typeface="Red Hat Display"/>
              <a:ea typeface="Red Hat Display"/>
              <a:cs typeface="Red Hat Display"/>
              <a:sym typeface="Red Hat Display"/>
            </a:endParaRPr>
          </a:p>
        </p:txBody>
      </p:sp>
      <p:sp>
        <p:nvSpPr>
          <p:cNvPr id="2179" name="Google Shape;2179;p94"/>
          <p:cNvSpPr/>
          <p:nvPr/>
        </p:nvSpPr>
        <p:spPr>
          <a:xfrm>
            <a:off x="4279500" y="3893968"/>
            <a:ext cx="3785400" cy="824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Standardize </a:t>
            </a:r>
            <a:endParaRPr b="1">
              <a:solidFill>
                <a:srgbClr val="000000"/>
              </a:solidFill>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c</a:t>
            </a:r>
            <a:r>
              <a:rPr lang="en" sz="1200">
                <a:latin typeface="Red Hat Display"/>
                <a:ea typeface="Red Hat Display"/>
                <a:cs typeface="Red Hat Display"/>
                <a:sym typeface="Red Hat Display"/>
              </a:rPr>
              <a:t>odify </a:t>
            </a:r>
            <a:r>
              <a:rPr lang="en" sz="1200">
                <a:latin typeface="Red Hat Display"/>
                <a:ea typeface="Red Hat Display"/>
                <a:cs typeface="Red Hat Display"/>
                <a:sym typeface="Red Hat Display"/>
              </a:rPr>
              <a:t>content delivery </a:t>
            </a:r>
            <a:endParaRPr sz="1200">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configuration</a:t>
            </a:r>
            <a:r>
              <a:rPr lang="en" sz="1200">
                <a:latin typeface="Red Hat Display"/>
                <a:ea typeface="Red Hat Display"/>
                <a:cs typeface="Red Hat Display"/>
                <a:sym typeface="Red Hat Display"/>
              </a:rPr>
              <a:t> </a:t>
            </a:r>
            <a:endParaRPr sz="1200">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lifecycle management</a:t>
            </a:r>
            <a:endParaRPr sz="1200">
              <a:solidFill>
                <a:srgbClr val="FFFFFF"/>
              </a:solidFill>
              <a:latin typeface="Red Hat Display"/>
              <a:ea typeface="Red Hat Display"/>
              <a:cs typeface="Red Hat Display"/>
              <a:sym typeface="Red Hat Display"/>
            </a:endParaRPr>
          </a:p>
        </p:txBody>
      </p:sp>
      <p:sp>
        <p:nvSpPr>
          <p:cNvPr id="2180" name="Google Shape;2180;p94"/>
          <p:cNvSpPr/>
          <p:nvPr/>
        </p:nvSpPr>
        <p:spPr>
          <a:xfrm>
            <a:off x="646500" y="4922137"/>
            <a:ext cx="3633000" cy="833100"/>
          </a:xfrm>
          <a:prstGeom prst="homePlate">
            <a:avLst>
              <a:gd fmla="val 20993" name="adj"/>
            </a:avLst>
          </a:prstGeom>
          <a:solidFill>
            <a:srgbClr val="BFBFBF">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chemeClr val="accent1"/>
                </a:solidFill>
                <a:latin typeface="Red Hat Display"/>
                <a:ea typeface="Red Hat Display"/>
                <a:cs typeface="Red Hat Display"/>
                <a:sym typeface="Red Hat Display"/>
              </a:rPr>
              <a:t>Complexity</a:t>
            </a:r>
            <a:endParaRPr b="1" sz="1200">
              <a:solidFill>
                <a:schemeClr val="accent1"/>
              </a:solidFill>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m</a:t>
            </a:r>
            <a:r>
              <a:rPr lang="en" sz="1200">
                <a:latin typeface="Red Hat Display"/>
                <a:ea typeface="Red Hat Display"/>
                <a:cs typeface="Red Hat Display"/>
                <a:sym typeface="Red Hat Display"/>
              </a:rPr>
              <a:t>anual processes </a:t>
            </a:r>
            <a:endParaRPr sz="1200">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complex </a:t>
            </a:r>
            <a:r>
              <a:rPr lang="en" sz="1200">
                <a:latin typeface="Red Hat Display"/>
                <a:ea typeface="Red Hat Display"/>
                <a:cs typeface="Red Hat Display"/>
                <a:sym typeface="Red Hat Display"/>
              </a:rPr>
              <a:t>script</a:t>
            </a:r>
            <a:r>
              <a:rPr lang="en" sz="1200">
                <a:latin typeface="Red Hat Display"/>
                <a:ea typeface="Red Hat Display"/>
                <a:cs typeface="Red Hat Display"/>
                <a:sym typeface="Red Hat Display"/>
              </a:rPr>
              <a:t>s </a:t>
            </a:r>
            <a:endParaRPr sz="1200">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hard to isolate and resolve errors</a:t>
            </a:r>
            <a:endParaRPr sz="1200">
              <a:solidFill>
                <a:srgbClr val="000000"/>
              </a:solidFill>
              <a:latin typeface="Red Hat Display"/>
              <a:ea typeface="Red Hat Display"/>
              <a:cs typeface="Red Hat Display"/>
              <a:sym typeface="Red Hat Display"/>
            </a:endParaRPr>
          </a:p>
        </p:txBody>
      </p:sp>
      <p:sp>
        <p:nvSpPr>
          <p:cNvPr id="2181" name="Google Shape;2181;p94"/>
          <p:cNvSpPr/>
          <p:nvPr/>
        </p:nvSpPr>
        <p:spPr>
          <a:xfrm>
            <a:off x="8064900" y="4922137"/>
            <a:ext cx="36330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Reliability </a:t>
            </a:r>
            <a:endParaRPr b="1">
              <a:solidFill>
                <a:srgbClr val="000000"/>
              </a:solidFill>
              <a:latin typeface="Red Hat Display"/>
              <a:ea typeface="Red Hat Display"/>
              <a:cs typeface="Red Hat Display"/>
              <a:sym typeface="Red Hat Display"/>
            </a:endParaRPr>
          </a:p>
          <a:p>
            <a:pPr indent="457200" lvl="0" marL="0" marR="0" rtl="0" algn="l">
              <a:lnSpc>
                <a:spcPct val="100000"/>
              </a:lnSpc>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Rapid and repeatable processes</a:t>
            </a:r>
            <a:endParaRPr sz="1200">
              <a:latin typeface="Red Hat Display"/>
              <a:ea typeface="Red Hat Display"/>
              <a:cs typeface="Red Hat Display"/>
              <a:sym typeface="Red Hat Display"/>
            </a:endParaRPr>
          </a:p>
          <a:p>
            <a:pPr indent="457200" lvl="0" marL="0" marR="0" rtl="0" algn="l">
              <a:lnSpc>
                <a:spcPct val="100000"/>
              </a:lnSpc>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trusted automation</a:t>
            </a:r>
            <a:endParaRPr sz="1200">
              <a:latin typeface="Red Hat Display"/>
              <a:ea typeface="Red Hat Display"/>
              <a:cs typeface="Red Hat Display"/>
              <a:sym typeface="Red Hat Display"/>
            </a:endParaRPr>
          </a:p>
          <a:p>
            <a:pPr indent="457200" lvl="0" marL="0" marR="0" rtl="0" algn="l">
              <a:lnSpc>
                <a:spcPct val="100000"/>
              </a:lnSpc>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validated patterns</a:t>
            </a:r>
            <a:endParaRPr sz="1200">
              <a:latin typeface="Red Hat Display"/>
              <a:ea typeface="Red Hat Display"/>
              <a:cs typeface="Red Hat Display"/>
              <a:sym typeface="Red Hat Display"/>
            </a:endParaRPr>
          </a:p>
        </p:txBody>
      </p:sp>
      <p:sp>
        <p:nvSpPr>
          <p:cNvPr id="2182" name="Google Shape;2182;p94"/>
          <p:cNvSpPr/>
          <p:nvPr/>
        </p:nvSpPr>
        <p:spPr>
          <a:xfrm>
            <a:off x="4279500" y="4922130"/>
            <a:ext cx="37854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Automate </a:t>
            </a:r>
            <a:endParaRPr b="1">
              <a:solidFill>
                <a:srgbClr val="000000"/>
              </a:solidFill>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s</a:t>
            </a:r>
            <a:r>
              <a:rPr lang="en" sz="1200">
                <a:latin typeface="Red Hat Display"/>
                <a:ea typeface="Red Hat Display"/>
                <a:cs typeface="Red Hat Display"/>
                <a:sym typeface="Red Hat Display"/>
              </a:rPr>
              <a:t>pecify system build and config</a:t>
            </a:r>
            <a:endParaRPr sz="1200">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human readable </a:t>
            </a:r>
            <a:endParaRPr sz="1200">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test and validate delivery in lab</a:t>
            </a:r>
            <a:endParaRPr sz="1200">
              <a:solidFill>
                <a:srgbClr val="FFFFFF"/>
              </a:solidFill>
              <a:latin typeface="Red Hat Display"/>
              <a:ea typeface="Red Hat Display"/>
              <a:cs typeface="Red Hat Display"/>
              <a:sym typeface="Red Hat Display"/>
            </a:endParaRPr>
          </a:p>
        </p:txBody>
      </p:sp>
      <p:pic>
        <p:nvPicPr>
          <p:cNvPr id="2183" name="Google Shape;2183;p94"/>
          <p:cNvPicPr preferRelativeResize="0"/>
          <p:nvPr/>
        </p:nvPicPr>
        <p:blipFill>
          <a:blip r:embed="rId3">
            <a:alphaModFix/>
          </a:blip>
          <a:stretch>
            <a:fillRect/>
          </a:stretch>
        </p:blipFill>
        <p:spPr>
          <a:xfrm>
            <a:off x="695750" y="1885425"/>
            <a:ext cx="715325" cy="715325"/>
          </a:xfrm>
          <a:prstGeom prst="rect">
            <a:avLst/>
          </a:prstGeom>
          <a:noFill/>
          <a:ln>
            <a:noFill/>
          </a:ln>
        </p:spPr>
      </p:pic>
      <p:grpSp>
        <p:nvGrpSpPr>
          <p:cNvPr id="2184" name="Google Shape;2184;p94"/>
          <p:cNvGrpSpPr/>
          <p:nvPr/>
        </p:nvGrpSpPr>
        <p:grpSpPr>
          <a:xfrm>
            <a:off x="7972307" y="1880344"/>
            <a:ext cx="729105" cy="729105"/>
            <a:chOff x="1104900" y="4690337"/>
            <a:chExt cx="1215175" cy="1215175"/>
          </a:xfrm>
        </p:grpSpPr>
        <p:pic>
          <p:nvPicPr>
            <p:cNvPr id="2185" name="Google Shape;2185;p94"/>
            <p:cNvPicPr preferRelativeResize="0"/>
            <p:nvPr/>
          </p:nvPicPr>
          <p:blipFill>
            <a:blip r:embed="rId4">
              <a:alphaModFix/>
            </a:blip>
            <a:stretch>
              <a:fillRect/>
            </a:stretch>
          </p:blipFill>
          <p:spPr>
            <a:xfrm>
              <a:off x="1104900" y="4690337"/>
              <a:ext cx="1215175" cy="1215175"/>
            </a:xfrm>
            <a:prstGeom prst="rect">
              <a:avLst/>
            </a:prstGeom>
            <a:noFill/>
            <a:ln>
              <a:noFill/>
            </a:ln>
          </p:spPr>
        </p:pic>
        <p:pic>
          <p:nvPicPr>
            <p:cNvPr id="2186" name="Google Shape;2186;p94"/>
            <p:cNvPicPr preferRelativeResize="0"/>
            <p:nvPr/>
          </p:nvPicPr>
          <p:blipFill rotWithShape="1">
            <a:blip r:embed="rId5">
              <a:alphaModFix/>
            </a:blip>
            <a:srcRect b="9001" l="10213" r="8854" t="9392"/>
            <a:stretch/>
          </p:blipFill>
          <p:spPr>
            <a:xfrm>
              <a:off x="1290556" y="5382490"/>
              <a:ext cx="341850" cy="341825"/>
            </a:xfrm>
            <a:prstGeom prst="rect">
              <a:avLst/>
            </a:prstGeom>
            <a:noFill/>
            <a:ln cap="flat" cmpd="sng" w="19050">
              <a:solidFill>
                <a:schemeClr val="accent1"/>
              </a:solidFill>
              <a:prstDash val="solid"/>
              <a:round/>
              <a:headEnd len="sm" w="sm" type="none"/>
              <a:tailEnd len="sm" w="sm" type="none"/>
            </a:ln>
          </p:spPr>
        </p:pic>
      </p:grpSp>
      <p:pic>
        <p:nvPicPr>
          <p:cNvPr id="2187" name="Google Shape;2187;p94"/>
          <p:cNvPicPr preferRelativeResize="0"/>
          <p:nvPr/>
        </p:nvPicPr>
        <p:blipFill>
          <a:blip r:embed="rId6">
            <a:alphaModFix/>
          </a:blip>
          <a:stretch>
            <a:fillRect/>
          </a:stretch>
        </p:blipFill>
        <p:spPr>
          <a:xfrm>
            <a:off x="4202538" y="1840338"/>
            <a:ext cx="824100" cy="8241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1" name="Shape 2191"/>
        <p:cNvGrpSpPr/>
        <p:nvPr/>
      </p:nvGrpSpPr>
      <p:grpSpPr>
        <a:xfrm>
          <a:off x="0" y="0"/>
          <a:ext cx="0" cy="0"/>
          <a:chOff x="0" y="0"/>
          <a:chExt cx="0" cy="0"/>
        </a:xfrm>
      </p:grpSpPr>
      <p:sp>
        <p:nvSpPr>
          <p:cNvPr id="2192" name="Google Shape;2192;p95"/>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p>
            <a:pPr indent="0" lvl="0" marL="0" rtl="0" algn="l">
              <a:spcBef>
                <a:spcPts val="0"/>
              </a:spcBef>
              <a:spcAft>
                <a:spcPts val="0"/>
              </a:spcAft>
              <a:buClr>
                <a:schemeClr val="dk1"/>
              </a:buClr>
              <a:buSzPts val="1500"/>
              <a:buFont typeface="Arial"/>
              <a:buNone/>
            </a:pPr>
            <a:r>
              <a:rPr b="1" lang="en" sz="4800"/>
              <a:t>Red Hat COP</a:t>
            </a:r>
            <a:endParaRPr b="1" sz="4800"/>
          </a:p>
          <a:p>
            <a:pPr indent="0" lvl="0" marL="0" rtl="0" algn="l">
              <a:spcBef>
                <a:spcPts val="0"/>
              </a:spcBef>
              <a:spcAft>
                <a:spcPts val="0"/>
              </a:spcAft>
              <a:buClr>
                <a:schemeClr val="dk1"/>
              </a:buClr>
              <a:buSzPts val="1500"/>
              <a:buFont typeface="Arial"/>
              <a:buNone/>
            </a:pPr>
            <a:r>
              <a:rPr b="1" lang="en" sz="4800"/>
              <a:t>rhis-code</a:t>
            </a:r>
            <a:endParaRPr b="1" sz="4800"/>
          </a:p>
          <a:p>
            <a:pPr indent="0" lvl="0" marL="0" rtl="0" algn="l">
              <a:spcBef>
                <a:spcPts val="0"/>
              </a:spcBef>
              <a:spcAft>
                <a:spcPts val="0"/>
              </a:spcAft>
              <a:buClr>
                <a:schemeClr val="dk1"/>
              </a:buClr>
              <a:buSzPts val="1500"/>
              <a:buFont typeface="Arial"/>
              <a:buNone/>
            </a:pPr>
            <a:r>
              <a:rPr b="1" lang="en" sz="4800"/>
              <a:t>Enablement</a:t>
            </a:r>
            <a:endParaRPr b="1" sz="4800"/>
          </a:p>
          <a:p>
            <a:pPr indent="0" lvl="0" marL="0" rtl="0" algn="l">
              <a:lnSpc>
                <a:spcPct val="100000"/>
              </a:lnSpc>
              <a:spcBef>
                <a:spcPts val="0"/>
              </a:spcBef>
              <a:spcAft>
                <a:spcPts val="0"/>
              </a:spcAft>
              <a:buNone/>
            </a:pPr>
            <a:r>
              <a:t/>
            </a:r>
            <a:endParaRPr/>
          </a:p>
          <a:p>
            <a:pPr indent="0" lvl="0" marL="0" rtl="0" algn="l">
              <a:spcBef>
                <a:spcPts val="0"/>
              </a:spcBef>
              <a:spcAft>
                <a:spcPts val="0"/>
              </a:spcAft>
              <a:buNone/>
            </a:pPr>
            <a:r>
              <a:t/>
            </a:r>
            <a:endParaRPr b="1" i="1">
              <a:latin typeface="Red Hat Display"/>
              <a:ea typeface="Red Hat Display"/>
              <a:cs typeface="Red Hat Display"/>
              <a:sym typeface="Red Hat Display"/>
            </a:endParaRPr>
          </a:p>
        </p:txBody>
      </p:sp>
      <p:sp>
        <p:nvSpPr>
          <p:cNvPr id="2193" name="Google Shape;2193;p9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2194" name="Google Shape;2194;p9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2195" name="Google Shape;2195;p95"/>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9" name="Shape 2199"/>
        <p:cNvGrpSpPr/>
        <p:nvPr/>
      </p:nvGrpSpPr>
      <p:grpSpPr>
        <a:xfrm>
          <a:off x="0" y="0"/>
          <a:ext cx="0" cy="0"/>
          <a:chOff x="0" y="0"/>
          <a:chExt cx="0" cy="0"/>
        </a:xfrm>
      </p:grpSpPr>
      <p:sp>
        <p:nvSpPr>
          <p:cNvPr id="2200" name="Google Shape;2200;p9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sz="900">
                <a:latin typeface="Red Hat Text Medium"/>
                <a:ea typeface="Red Hat Text Medium"/>
                <a:cs typeface="Red Hat Text Medium"/>
                <a:sym typeface="Red Hat Text Medium"/>
              </a:rPr>
              <a:t>Red Hat Infrastructure Standard Adoption Model</a:t>
            </a:r>
            <a:endParaRPr/>
          </a:p>
        </p:txBody>
      </p:sp>
      <p:sp>
        <p:nvSpPr>
          <p:cNvPr id="2201" name="Google Shape;2201;p9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202" name="Google Shape;2202;p96"/>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1200"/>
              <a:t>If you are looking for building in your own lab see: </a:t>
            </a:r>
            <a:r>
              <a:rPr lang="en" sz="1200" u="sng">
                <a:solidFill>
                  <a:schemeClr val="hlink"/>
                </a:solidFill>
                <a:hlinkClick action="ppaction://hlinksldjump" r:id="rId3"/>
              </a:rPr>
              <a:t>Upstream Repos</a:t>
            </a:r>
            <a:endParaRPr sz="1200"/>
          </a:p>
        </p:txBody>
      </p:sp>
      <p:sp>
        <p:nvSpPr>
          <p:cNvPr id="2203" name="Google Shape;2203;p96"/>
          <p:cNvSpPr txBox="1"/>
          <p:nvPr>
            <p:ph idx="4" type="body"/>
          </p:nvPr>
        </p:nvSpPr>
        <p:spPr>
          <a:xfrm>
            <a:off x="5486400" y="1600200"/>
            <a:ext cx="5839500" cy="4563300"/>
          </a:xfrm>
          <a:prstGeom prst="rect">
            <a:avLst/>
          </a:prstGeom>
        </p:spPr>
        <p:txBody>
          <a:bodyPr anchorCtr="0" anchor="t" bIns="0" lIns="0" spcFirstLastPara="1" rIns="0" wrap="square" tIns="0">
            <a:noAutofit/>
          </a:bodyPr>
          <a:lstStyle/>
          <a:p>
            <a:pPr indent="0" lvl="0" marL="457200" rtl="0" algn="l">
              <a:spcBef>
                <a:spcPts val="0"/>
              </a:spcBef>
              <a:spcAft>
                <a:spcPts val="0"/>
              </a:spcAft>
              <a:buNone/>
            </a:pPr>
            <a:r>
              <a:rPr lang="en" sz="2700">
                <a:latin typeface="Red Hat Display Medium"/>
                <a:ea typeface="Red Hat Display Medium"/>
                <a:cs typeface="Red Hat Display Medium"/>
                <a:sym typeface="Red Hat Display Medium"/>
              </a:rPr>
              <a:t>Day 1</a:t>
            </a:r>
            <a:endParaRPr sz="2700">
              <a:latin typeface="Red Hat Display Medium"/>
              <a:ea typeface="Red Hat Display Medium"/>
              <a:cs typeface="Red Hat Display Medium"/>
              <a:sym typeface="Red Hat Display Medium"/>
            </a:endParaRPr>
          </a:p>
          <a:p>
            <a:pPr indent="-342900" lvl="0" marL="457200" rtl="0" algn="l">
              <a:spcBef>
                <a:spcPts val="2000"/>
              </a:spcBef>
              <a:spcAft>
                <a:spcPts val="0"/>
              </a:spcAft>
              <a:buSzPts val="1800"/>
              <a:buChar char="▸"/>
            </a:pPr>
            <a:r>
              <a:rPr lang="en"/>
              <a:t>Getting repo</a:t>
            </a:r>
            <a:endParaRPr/>
          </a:p>
          <a:p>
            <a:pPr indent="-342900" lvl="0" marL="457200" rtl="0" algn="l">
              <a:spcBef>
                <a:spcPts val="0"/>
              </a:spcBef>
              <a:spcAft>
                <a:spcPts val="0"/>
              </a:spcAft>
              <a:buSzPts val="1800"/>
              <a:buChar char="▸"/>
            </a:pPr>
            <a:r>
              <a:rPr lang="en"/>
              <a:t>The repo (current) organization</a:t>
            </a:r>
            <a:endParaRPr/>
          </a:p>
          <a:p>
            <a:pPr indent="-342900" lvl="0" marL="457200" rtl="0" algn="l">
              <a:spcBef>
                <a:spcPts val="0"/>
              </a:spcBef>
              <a:spcAft>
                <a:spcPts val="0"/>
              </a:spcAft>
              <a:buSzPts val="1800"/>
              <a:buChar char="▸"/>
            </a:pPr>
            <a:r>
              <a:rPr lang="en"/>
              <a:t>The bootstrap targets</a:t>
            </a:r>
            <a:endParaRPr/>
          </a:p>
          <a:p>
            <a:pPr indent="-342900" lvl="0" marL="457200" rtl="0" algn="l">
              <a:spcBef>
                <a:spcPts val="0"/>
              </a:spcBef>
              <a:spcAft>
                <a:spcPts val="0"/>
              </a:spcAft>
              <a:buSzPts val="1800"/>
              <a:buChar char="▸"/>
            </a:pPr>
            <a:r>
              <a:rPr lang="en"/>
              <a:t>The rhisbuilder_vars.yml file and variables</a:t>
            </a:r>
            <a:endParaRPr/>
          </a:p>
          <a:p>
            <a:pPr indent="-342900" lvl="0" marL="457200" rtl="0" algn="l">
              <a:spcBef>
                <a:spcPts val="0"/>
              </a:spcBef>
              <a:spcAft>
                <a:spcPts val="0"/>
              </a:spcAft>
              <a:buSzPts val="1800"/>
              <a:buChar char="▸"/>
            </a:pPr>
            <a:r>
              <a:rPr lang="en"/>
              <a:t>Builder variables</a:t>
            </a:r>
            <a:endParaRPr/>
          </a:p>
          <a:p>
            <a:pPr indent="-342900" lvl="0" marL="457200" rtl="0" algn="l">
              <a:spcBef>
                <a:spcPts val="0"/>
              </a:spcBef>
              <a:spcAft>
                <a:spcPts val="0"/>
              </a:spcAft>
              <a:buSzPts val="1800"/>
              <a:buChar char="▸"/>
            </a:pPr>
            <a:r>
              <a:rPr lang="en"/>
              <a:t>AWS Variables</a:t>
            </a:r>
            <a:endParaRPr/>
          </a:p>
          <a:p>
            <a:pPr indent="-342900" lvl="0" marL="457200" rtl="0" algn="l">
              <a:spcBef>
                <a:spcPts val="0"/>
              </a:spcBef>
              <a:spcAft>
                <a:spcPts val="0"/>
              </a:spcAft>
              <a:buSzPts val="1800"/>
              <a:buChar char="▸"/>
            </a:pPr>
            <a:r>
              <a:rPr lang="en"/>
              <a:t>VMware Variables</a:t>
            </a:r>
            <a:endParaRPr/>
          </a:p>
          <a:p>
            <a:pPr indent="-342900" lvl="0" marL="457200" rtl="0" algn="l">
              <a:spcBef>
                <a:spcPts val="0"/>
              </a:spcBef>
              <a:spcAft>
                <a:spcPts val="0"/>
              </a:spcAft>
              <a:buSzPts val="1800"/>
              <a:buChar char="▸"/>
            </a:pPr>
            <a:r>
              <a:rPr b="1" lang="en">
                <a:solidFill>
                  <a:schemeClr val="dk1"/>
                </a:solidFill>
              </a:rPr>
              <a:t>Running Phase 1</a:t>
            </a:r>
            <a:endParaRPr b="1"/>
          </a:p>
          <a:p>
            <a:pPr indent="-342900" lvl="0" marL="457200" rtl="0" algn="l">
              <a:spcBef>
                <a:spcPts val="0"/>
              </a:spcBef>
              <a:spcAft>
                <a:spcPts val="0"/>
              </a:spcAft>
              <a:buSzPts val="1800"/>
              <a:buChar char="▸"/>
            </a:pPr>
            <a:r>
              <a:rPr lang="en"/>
              <a:t>Identity Management Variables</a:t>
            </a:r>
            <a:endParaRPr/>
          </a:p>
          <a:p>
            <a:pPr indent="-342900" lvl="0" marL="457200" rtl="0" algn="l">
              <a:spcBef>
                <a:spcPts val="0"/>
              </a:spcBef>
              <a:spcAft>
                <a:spcPts val="0"/>
              </a:spcAft>
              <a:buSzPts val="1800"/>
              <a:buChar char="▸"/>
            </a:pPr>
            <a:r>
              <a:rPr b="1" lang="en">
                <a:solidFill>
                  <a:schemeClr val="dk1"/>
                </a:solidFill>
              </a:rPr>
              <a:t>Running Phase 2</a:t>
            </a:r>
            <a:endParaRPr b="1"/>
          </a:p>
          <a:p>
            <a:pPr indent="-342900" lvl="0" marL="457200" rtl="0" algn="l">
              <a:spcBef>
                <a:spcPts val="0"/>
              </a:spcBef>
              <a:spcAft>
                <a:spcPts val="0"/>
              </a:spcAft>
              <a:buSzPts val="1800"/>
              <a:buChar char="▸"/>
            </a:pPr>
            <a:r>
              <a:rPr lang="en"/>
              <a:t>Satellite Variables</a:t>
            </a:r>
            <a:endParaRPr/>
          </a:p>
          <a:p>
            <a:pPr indent="-342900" lvl="0" marL="457200" rtl="0" algn="l">
              <a:spcBef>
                <a:spcPts val="0"/>
              </a:spcBef>
              <a:spcAft>
                <a:spcPts val="0"/>
              </a:spcAft>
              <a:buSzPts val="1800"/>
              <a:buChar char="▸"/>
            </a:pPr>
            <a:r>
              <a:rPr b="1" lang="en">
                <a:solidFill>
                  <a:schemeClr val="dk1"/>
                </a:solidFill>
              </a:rPr>
              <a:t>Running Phase 3</a:t>
            </a:r>
            <a:endParaRPr b="1">
              <a:solidFill>
                <a:schemeClr val="dk1"/>
              </a:solidFill>
            </a:endParaRPr>
          </a:p>
          <a:p>
            <a:pPr indent="0" lvl="0" marL="457200" rtl="0" algn="l">
              <a:spcBef>
                <a:spcPts val="2000"/>
              </a:spcBef>
              <a:spcAft>
                <a:spcPts val="2000"/>
              </a:spcAft>
              <a:buNone/>
            </a:pPr>
            <a:r>
              <a:t/>
            </a:r>
            <a:endParaRPr>
              <a:solidFill>
                <a:schemeClr val="dk1"/>
              </a:solidFill>
            </a:endParaRPr>
          </a:p>
        </p:txBody>
      </p:sp>
      <p:sp>
        <p:nvSpPr>
          <p:cNvPr id="2204" name="Google Shape;2204;p96"/>
          <p:cNvSpPr txBox="1"/>
          <p:nvPr>
            <p:ph type="title"/>
          </p:nvPr>
        </p:nvSpPr>
        <p:spPr>
          <a:xfrm>
            <a:off x="900275" y="1736428"/>
            <a:ext cx="3885900" cy="1617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How to get there…</a:t>
            </a:r>
            <a:endParaRPr/>
          </a:p>
        </p:txBody>
      </p:sp>
      <p:sp>
        <p:nvSpPr>
          <p:cNvPr id="2205" name="Google Shape;2205;p96"/>
          <p:cNvSpPr txBox="1"/>
          <p:nvPr/>
        </p:nvSpPr>
        <p:spPr>
          <a:xfrm>
            <a:off x="1127900" y="3353425"/>
            <a:ext cx="2759400" cy="42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rhis-code is </a:t>
            </a:r>
            <a:r>
              <a:rPr lang="en" sz="1800">
                <a:latin typeface="Red Hat Display"/>
                <a:ea typeface="Red Hat Display"/>
                <a:cs typeface="Red Hat Display"/>
                <a:sym typeface="Red Hat Display"/>
              </a:rPr>
              <a:t>currently</a:t>
            </a:r>
            <a:r>
              <a:rPr lang="en" sz="1800">
                <a:latin typeface="Red Hat Display"/>
                <a:ea typeface="Red Hat Display"/>
                <a:cs typeface="Red Hat Display"/>
                <a:sym typeface="Red Hat Display"/>
              </a:rPr>
              <a:t> specific to Azure</a:t>
            </a:r>
            <a:endParaRPr sz="1800">
              <a:latin typeface="Red Hat Display"/>
              <a:ea typeface="Red Hat Display"/>
              <a:cs typeface="Red Hat Display"/>
              <a:sym typeface="Red Hat Display"/>
            </a:endParaRPr>
          </a:p>
          <a:p>
            <a:pPr indent="0" lvl="0" marL="0" rtl="0" algn="l">
              <a:spcBef>
                <a:spcPts val="0"/>
              </a:spcBef>
              <a:spcAft>
                <a:spcPts val="0"/>
              </a:spcAft>
              <a:buNone/>
            </a:pPr>
            <a:r>
              <a:t/>
            </a:r>
            <a:endParaRPr sz="1800">
              <a:latin typeface="Red Hat Display"/>
              <a:ea typeface="Red Hat Display"/>
              <a:cs typeface="Red Hat Display"/>
              <a:sym typeface="Red Hat Display"/>
            </a:endParaRPr>
          </a:p>
          <a:p>
            <a:pPr indent="0" lvl="0" marL="0" rtl="0" algn="l">
              <a:spcBef>
                <a:spcPts val="0"/>
              </a:spcBef>
              <a:spcAft>
                <a:spcPts val="0"/>
              </a:spcAft>
              <a:buNone/>
            </a:pPr>
            <a:r>
              <a:rPr lang="en" sz="1800">
                <a:latin typeface="Red Hat Display"/>
                <a:ea typeface="Red Hat Display"/>
                <a:cs typeface="Red Hat Display"/>
                <a:sym typeface="Red Hat Display"/>
              </a:rPr>
              <a:t>Day 0</a:t>
            </a:r>
            <a:endParaRPr sz="1800">
              <a:latin typeface="Red Hat Display"/>
              <a:ea typeface="Red Hat Display"/>
              <a:cs typeface="Red Hat Display"/>
              <a:sym typeface="Red Hat Display"/>
            </a:endParaRPr>
          </a:p>
          <a:p>
            <a:pPr indent="-342900" lvl="0" marL="457200" rtl="0" algn="l">
              <a:spcBef>
                <a:spcPts val="0"/>
              </a:spcBef>
              <a:spcAft>
                <a:spcPts val="0"/>
              </a:spcAft>
              <a:buSzPts val="1800"/>
              <a:buFont typeface="Red Hat Display"/>
              <a:buChar char="-"/>
            </a:pPr>
            <a:r>
              <a:rPr lang="en" sz="1800">
                <a:latin typeface="Red Hat Display"/>
                <a:ea typeface="Red Hat Display"/>
                <a:cs typeface="Red Hat Display"/>
                <a:sym typeface="Red Hat Display"/>
              </a:rPr>
              <a:t>Get an Azure account :-)</a:t>
            </a:r>
            <a:endParaRPr sz="1800">
              <a:latin typeface="Red Hat Display"/>
              <a:ea typeface="Red Hat Display"/>
              <a:cs typeface="Red Hat Display"/>
              <a:sym typeface="Red Hat Display"/>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9" name="Shape 2209"/>
        <p:cNvGrpSpPr/>
        <p:nvPr/>
      </p:nvGrpSpPr>
      <p:grpSpPr>
        <a:xfrm>
          <a:off x="0" y="0"/>
          <a:ext cx="0" cy="0"/>
          <a:chOff x="0" y="0"/>
          <a:chExt cx="0" cy="0"/>
        </a:xfrm>
      </p:grpSpPr>
      <p:sp>
        <p:nvSpPr>
          <p:cNvPr id="2210" name="Google Shape;2210;p9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sz="900">
                <a:latin typeface="Red Hat Text Medium"/>
                <a:ea typeface="Red Hat Text Medium"/>
                <a:cs typeface="Red Hat Text Medium"/>
                <a:sym typeface="Red Hat Text Medium"/>
              </a:rPr>
              <a:t>Red Hat Infrastructure Standard Adoption Model</a:t>
            </a:r>
            <a:endParaRPr/>
          </a:p>
        </p:txBody>
      </p:sp>
      <p:sp>
        <p:nvSpPr>
          <p:cNvPr id="2211" name="Google Shape;2211;p9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212" name="Google Shape;2212;p97"/>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2213" name="Google Shape;2213;p97"/>
          <p:cNvSpPr txBox="1"/>
          <p:nvPr>
            <p:ph idx="4" type="body"/>
          </p:nvPr>
        </p:nvSpPr>
        <p:spPr>
          <a:xfrm>
            <a:off x="5486400" y="1600200"/>
            <a:ext cx="5839500" cy="3305100"/>
          </a:xfrm>
          <a:prstGeom prst="rect">
            <a:avLst/>
          </a:prstGeom>
        </p:spPr>
        <p:txBody>
          <a:bodyPr anchorCtr="0" anchor="t" bIns="0" lIns="0" spcFirstLastPara="1" rIns="0" wrap="square" tIns="0">
            <a:noAutofit/>
          </a:bodyPr>
          <a:lstStyle/>
          <a:p>
            <a:pPr indent="0" lvl="0" marL="457200" rtl="0" algn="l">
              <a:spcBef>
                <a:spcPts val="0"/>
              </a:spcBef>
              <a:spcAft>
                <a:spcPts val="0"/>
              </a:spcAft>
              <a:buNone/>
            </a:pPr>
            <a:r>
              <a:rPr lang="en" sz="2700">
                <a:solidFill>
                  <a:schemeClr val="dk1"/>
                </a:solidFill>
                <a:latin typeface="Red Hat Display Medium"/>
                <a:ea typeface="Red Hat Display Medium"/>
                <a:cs typeface="Red Hat Display Medium"/>
                <a:sym typeface="Red Hat Display Medium"/>
              </a:rPr>
              <a:t>Day 2</a:t>
            </a:r>
            <a:endParaRPr sz="2700">
              <a:solidFill>
                <a:schemeClr val="dk1"/>
              </a:solidFill>
              <a:latin typeface="Red Hat Display Medium"/>
              <a:ea typeface="Red Hat Display Medium"/>
              <a:cs typeface="Red Hat Display Medium"/>
              <a:sym typeface="Red Hat Display Medium"/>
            </a:endParaRPr>
          </a:p>
          <a:p>
            <a:pPr indent="-342900" lvl="0" marL="457200" rtl="0" algn="l">
              <a:spcBef>
                <a:spcPts val="2000"/>
              </a:spcBef>
              <a:spcAft>
                <a:spcPts val="0"/>
              </a:spcAft>
              <a:buSzPts val="1800"/>
              <a:buChar char="▸"/>
            </a:pPr>
            <a:r>
              <a:rPr lang="en">
                <a:solidFill>
                  <a:schemeClr val="dk1"/>
                </a:solidFill>
              </a:rPr>
              <a:t>Creating Hosts with Satellite Automation</a:t>
            </a:r>
            <a:endParaRPr>
              <a:solidFill>
                <a:schemeClr val="dk1"/>
              </a:solidFill>
            </a:endParaRPr>
          </a:p>
          <a:p>
            <a:pPr indent="-342900" lvl="0" marL="457200" rtl="0" algn="l">
              <a:spcBef>
                <a:spcPts val="0"/>
              </a:spcBef>
              <a:spcAft>
                <a:spcPts val="0"/>
              </a:spcAft>
              <a:buSzPts val="1800"/>
              <a:buChar char="▸"/>
            </a:pPr>
            <a:r>
              <a:rPr lang="en">
                <a:solidFill>
                  <a:schemeClr val="dk1"/>
                </a:solidFill>
              </a:rPr>
              <a:t>AAP, Hub, and Container System Variables</a:t>
            </a:r>
            <a:endParaRPr>
              <a:solidFill>
                <a:schemeClr val="dk1"/>
              </a:solidFill>
            </a:endParaRPr>
          </a:p>
          <a:p>
            <a:pPr indent="-342900" lvl="0" marL="457200" rtl="0" algn="l">
              <a:spcBef>
                <a:spcPts val="0"/>
              </a:spcBef>
              <a:spcAft>
                <a:spcPts val="0"/>
              </a:spcAft>
              <a:buSzPts val="1800"/>
              <a:buChar char="▸"/>
            </a:pPr>
            <a:r>
              <a:rPr lang="en">
                <a:solidFill>
                  <a:schemeClr val="dk1"/>
                </a:solidFill>
              </a:rPr>
              <a:t>RHIS Post variables</a:t>
            </a:r>
            <a:endParaRPr>
              <a:solidFill>
                <a:schemeClr val="dk1"/>
              </a:solidFill>
            </a:endParaRPr>
          </a:p>
          <a:p>
            <a:pPr indent="-342900" lvl="0" marL="457200" rtl="0" algn="l">
              <a:spcBef>
                <a:spcPts val="0"/>
              </a:spcBef>
              <a:spcAft>
                <a:spcPts val="0"/>
              </a:spcAft>
              <a:buSzPts val="1800"/>
              <a:buChar char="▸"/>
            </a:pPr>
            <a:r>
              <a:rPr b="1" lang="en">
                <a:solidFill>
                  <a:schemeClr val="dk1"/>
                </a:solidFill>
              </a:rPr>
              <a:t>Running Phase 4</a:t>
            </a:r>
            <a:endParaRPr b="1">
              <a:solidFill>
                <a:schemeClr val="dk1"/>
              </a:solidFill>
            </a:endParaRPr>
          </a:p>
          <a:p>
            <a:pPr indent="-342900" lvl="0" marL="457200" rtl="0" algn="l">
              <a:spcBef>
                <a:spcPts val="0"/>
              </a:spcBef>
              <a:spcAft>
                <a:spcPts val="0"/>
              </a:spcAft>
              <a:buSzPts val="1800"/>
              <a:buChar char="▸"/>
            </a:pPr>
            <a:r>
              <a:rPr lang="en">
                <a:solidFill>
                  <a:schemeClr val="dk1"/>
                </a:solidFill>
              </a:rPr>
              <a:t>Validating the Configuration</a:t>
            </a:r>
            <a:endParaRPr>
              <a:solidFill>
                <a:schemeClr val="dk1"/>
              </a:solidFill>
            </a:endParaRPr>
          </a:p>
          <a:p>
            <a:pPr indent="-342900" lvl="0" marL="457200" rtl="0" algn="l">
              <a:spcBef>
                <a:spcPts val="0"/>
              </a:spcBef>
              <a:spcAft>
                <a:spcPts val="0"/>
              </a:spcAft>
              <a:buSzPts val="1800"/>
              <a:buChar char="▸"/>
            </a:pPr>
            <a:r>
              <a:rPr lang="en">
                <a:solidFill>
                  <a:schemeClr val="dk1"/>
                </a:solidFill>
              </a:rPr>
              <a:t>Handling Failures</a:t>
            </a:r>
            <a:endParaRPr>
              <a:solidFill>
                <a:schemeClr val="dk1"/>
              </a:solidFill>
            </a:endParaRPr>
          </a:p>
          <a:p>
            <a:pPr indent="-342900" lvl="0" marL="457200" rtl="0" algn="l">
              <a:spcBef>
                <a:spcPts val="0"/>
              </a:spcBef>
              <a:spcAft>
                <a:spcPts val="0"/>
              </a:spcAft>
              <a:buSzPts val="1800"/>
              <a:buChar char="▸"/>
            </a:pPr>
            <a:r>
              <a:rPr b="1" lang="en">
                <a:solidFill>
                  <a:schemeClr val="dk1"/>
                </a:solidFill>
              </a:rPr>
              <a:t>Running Phase 5</a:t>
            </a:r>
            <a:r>
              <a:rPr lang="en">
                <a:solidFill>
                  <a:schemeClr val="dk1"/>
                </a:solidFill>
              </a:rPr>
              <a:t> - Launching the Workflow</a:t>
            </a:r>
            <a:endParaRPr/>
          </a:p>
          <a:p>
            <a:pPr indent="0" lvl="0" marL="457200" rtl="0" algn="l">
              <a:spcBef>
                <a:spcPts val="2000"/>
              </a:spcBef>
              <a:spcAft>
                <a:spcPts val="2000"/>
              </a:spcAft>
              <a:buNone/>
            </a:pPr>
            <a:r>
              <a:rPr lang="en">
                <a:solidFill>
                  <a:schemeClr val="dk1"/>
                </a:solidFill>
              </a:rPr>
              <a:t>Questions</a:t>
            </a:r>
            <a:endParaRPr>
              <a:solidFill>
                <a:schemeClr val="dk1"/>
              </a:solidFill>
            </a:endParaRPr>
          </a:p>
        </p:txBody>
      </p:sp>
      <p:sp>
        <p:nvSpPr>
          <p:cNvPr id="2214" name="Google Shape;2214;p97"/>
          <p:cNvSpPr txBox="1"/>
          <p:nvPr>
            <p:ph type="title"/>
          </p:nvPr>
        </p:nvSpPr>
        <p:spPr>
          <a:xfrm>
            <a:off x="900275" y="1736433"/>
            <a:ext cx="3885900" cy="2698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How to get there…</a:t>
            </a:r>
            <a:endParaRPr/>
          </a:p>
        </p:txBody>
      </p:sp>
      <p:sp>
        <p:nvSpPr>
          <p:cNvPr id="2215" name="Google Shape;2215;p97"/>
          <p:cNvSpPr txBox="1"/>
          <p:nvPr/>
        </p:nvSpPr>
        <p:spPr>
          <a:xfrm>
            <a:off x="900275" y="5299300"/>
            <a:ext cx="6167700" cy="63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hlink"/>
                </a:solidFill>
                <a:latin typeface="Red Hat Display"/>
                <a:ea typeface="Red Hat Display"/>
                <a:cs typeface="Red Hat Display"/>
                <a:sym typeface="Red Hat Display"/>
                <a:hlinkClick r:id="rId3"/>
              </a:rPr>
              <a:t>https://github.com/redhat-cop/rhis-builder</a:t>
            </a:r>
            <a:endParaRPr sz="1800">
              <a:latin typeface="Red Hat Display"/>
              <a:ea typeface="Red Hat Display"/>
              <a:cs typeface="Red Hat Display"/>
              <a:sym typeface="Red Hat Display"/>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9" name="Shape 2219"/>
        <p:cNvGrpSpPr/>
        <p:nvPr/>
      </p:nvGrpSpPr>
      <p:grpSpPr>
        <a:xfrm>
          <a:off x="0" y="0"/>
          <a:ext cx="0" cy="0"/>
          <a:chOff x="0" y="0"/>
          <a:chExt cx="0" cy="0"/>
        </a:xfrm>
      </p:grpSpPr>
      <p:sp>
        <p:nvSpPr>
          <p:cNvPr id="2220" name="Google Shape;2220;p98"/>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p>
            <a:pPr indent="0" lvl="0" marL="0" rtl="0" algn="l">
              <a:spcBef>
                <a:spcPts val="0"/>
              </a:spcBef>
              <a:spcAft>
                <a:spcPts val="0"/>
              </a:spcAft>
              <a:buClr>
                <a:schemeClr val="dk1"/>
              </a:buClr>
              <a:buSzPts val="1500"/>
              <a:buFont typeface="Arial"/>
              <a:buNone/>
            </a:pPr>
            <a:r>
              <a:rPr b="1" lang="en" sz="4800"/>
              <a:t>Upstream</a:t>
            </a:r>
            <a:endParaRPr b="1" sz="4800"/>
          </a:p>
          <a:p>
            <a:pPr indent="0" lvl="0" marL="0" rtl="0" algn="l">
              <a:spcBef>
                <a:spcPts val="0"/>
              </a:spcBef>
              <a:spcAft>
                <a:spcPts val="0"/>
              </a:spcAft>
              <a:buClr>
                <a:schemeClr val="dk1"/>
              </a:buClr>
              <a:buSzPts val="1500"/>
              <a:buFont typeface="Arial"/>
              <a:buNone/>
            </a:pPr>
            <a:r>
              <a:rPr b="1" lang="en" sz="4800"/>
              <a:t>rhis-builder</a:t>
            </a:r>
            <a:endParaRPr b="1" sz="4800"/>
          </a:p>
          <a:p>
            <a:pPr indent="0" lvl="0" marL="0" rtl="0" algn="l">
              <a:spcBef>
                <a:spcPts val="0"/>
              </a:spcBef>
              <a:spcAft>
                <a:spcPts val="0"/>
              </a:spcAft>
              <a:buClr>
                <a:schemeClr val="dk1"/>
              </a:buClr>
              <a:buSzPts val="1500"/>
              <a:buFont typeface="Arial"/>
              <a:buNone/>
            </a:pPr>
            <a:r>
              <a:rPr b="1" lang="en" sz="4800"/>
              <a:t>Enablement</a:t>
            </a:r>
            <a:endParaRPr b="1" sz="4800"/>
          </a:p>
          <a:p>
            <a:pPr indent="0" lvl="0" marL="0" rtl="0" algn="l">
              <a:lnSpc>
                <a:spcPct val="100000"/>
              </a:lnSpc>
              <a:spcBef>
                <a:spcPts val="0"/>
              </a:spcBef>
              <a:spcAft>
                <a:spcPts val="0"/>
              </a:spcAft>
              <a:buNone/>
            </a:pPr>
            <a:r>
              <a:t/>
            </a:r>
            <a:endParaRPr/>
          </a:p>
          <a:p>
            <a:pPr indent="0" lvl="0" marL="0" rtl="0" algn="l">
              <a:spcBef>
                <a:spcPts val="0"/>
              </a:spcBef>
              <a:spcAft>
                <a:spcPts val="0"/>
              </a:spcAft>
              <a:buNone/>
            </a:pPr>
            <a:r>
              <a:t/>
            </a:r>
            <a:endParaRPr b="1" i="1">
              <a:latin typeface="Red Hat Display"/>
              <a:ea typeface="Red Hat Display"/>
              <a:cs typeface="Red Hat Display"/>
              <a:sym typeface="Red Hat Display"/>
            </a:endParaRPr>
          </a:p>
        </p:txBody>
      </p:sp>
      <p:sp>
        <p:nvSpPr>
          <p:cNvPr id="2221" name="Google Shape;2221;p9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2222" name="Google Shape;2222;p9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2223" name="Google Shape;2223;p98"/>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7" name="Shape 2227"/>
        <p:cNvGrpSpPr/>
        <p:nvPr/>
      </p:nvGrpSpPr>
      <p:grpSpPr>
        <a:xfrm>
          <a:off x="0" y="0"/>
          <a:ext cx="0" cy="0"/>
          <a:chOff x="0" y="0"/>
          <a:chExt cx="0" cy="0"/>
        </a:xfrm>
      </p:grpSpPr>
      <p:sp>
        <p:nvSpPr>
          <p:cNvPr id="2228" name="Google Shape;2228;p99"/>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p>
            <a:pPr indent="0" lvl="0" marL="0" rtl="0" algn="l">
              <a:spcBef>
                <a:spcPts val="0"/>
              </a:spcBef>
              <a:spcAft>
                <a:spcPts val="0"/>
              </a:spcAft>
              <a:buNone/>
            </a:pPr>
            <a:r>
              <a:rPr lang="en"/>
              <a:t>An Introduction to the rhis-builder-* repos</a:t>
            </a:r>
            <a:endParaRPr/>
          </a:p>
        </p:txBody>
      </p:sp>
      <p:sp>
        <p:nvSpPr>
          <p:cNvPr id="2229" name="Google Shape;2229;p9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rhis-builder projects</a:t>
            </a:r>
            <a:endParaRPr/>
          </a:p>
        </p:txBody>
      </p:sp>
      <p:sp>
        <p:nvSpPr>
          <p:cNvPr id="2230" name="Google Shape;2230;p9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2231" name="Google Shape;2231;p99"/>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5" name="Shape 2235"/>
        <p:cNvGrpSpPr/>
        <p:nvPr/>
      </p:nvGrpSpPr>
      <p:grpSpPr>
        <a:xfrm>
          <a:off x="0" y="0"/>
          <a:ext cx="0" cy="0"/>
          <a:chOff x="0" y="0"/>
          <a:chExt cx="0" cy="0"/>
        </a:xfrm>
      </p:grpSpPr>
      <p:sp>
        <p:nvSpPr>
          <p:cNvPr id="2236" name="Google Shape;2236;p100"/>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rhis-builder enablement</a:t>
            </a:r>
            <a:endParaRPr/>
          </a:p>
        </p:txBody>
      </p:sp>
      <p:sp>
        <p:nvSpPr>
          <p:cNvPr id="2237" name="Google Shape;2237;p10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238" name="Google Shape;2238;p100"/>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2239" name="Google Shape;2239;p100"/>
          <p:cNvSpPr txBox="1"/>
          <p:nvPr>
            <p:ph idx="3" type="body"/>
          </p:nvPr>
        </p:nvSpPr>
        <p:spPr>
          <a:xfrm>
            <a:off x="2438400" y="1540778"/>
            <a:ext cx="7309800" cy="1218600"/>
          </a:xfrm>
          <a:prstGeom prst="rect">
            <a:avLst/>
          </a:prstGeom>
        </p:spPr>
        <p:txBody>
          <a:bodyPr anchorCtr="0" anchor="t" bIns="0" lIns="0" spcFirstLastPara="1" rIns="0" wrap="square" tIns="0">
            <a:noAutofit/>
          </a:bodyPr>
          <a:lstStyle/>
          <a:p>
            <a:pPr indent="0" lvl="0" marL="0" rtl="0" algn="l">
              <a:spcBef>
                <a:spcPts val="1000"/>
              </a:spcBef>
              <a:spcAft>
                <a:spcPts val="1000"/>
              </a:spcAft>
              <a:buNone/>
            </a:pPr>
            <a:r>
              <a:rPr lang="en"/>
              <a:t>In the </a:t>
            </a:r>
            <a:r>
              <a:rPr lang="en"/>
              <a:t>current</a:t>
            </a:r>
            <a:r>
              <a:rPr lang="en"/>
              <a:t> iteration of rhis-builder we have separated each of the components into their own repos to allow for better isolation and ease of development. The rhis-provisioner container pulls them all together with a </a:t>
            </a:r>
            <a:r>
              <a:rPr lang="en"/>
              <a:t>single</a:t>
            </a:r>
            <a:r>
              <a:rPr lang="en"/>
              <a:t> </a:t>
            </a:r>
            <a:r>
              <a:rPr lang="en"/>
              <a:t>unified</a:t>
            </a:r>
            <a:r>
              <a:rPr lang="en"/>
              <a:t> inventory - rhis-builder-inventory</a:t>
            </a:r>
            <a:endParaRPr/>
          </a:p>
        </p:txBody>
      </p:sp>
      <p:sp>
        <p:nvSpPr>
          <p:cNvPr id="2240" name="Google Shape;2240;p100"/>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The basic set of repositories</a:t>
            </a:r>
            <a:endParaRPr/>
          </a:p>
        </p:txBody>
      </p:sp>
      <p:sp>
        <p:nvSpPr>
          <p:cNvPr id="2241" name="Google Shape;2241;p100"/>
          <p:cNvSpPr txBox="1"/>
          <p:nvPr>
            <p:ph idx="3" type="body"/>
          </p:nvPr>
        </p:nvSpPr>
        <p:spPr>
          <a:xfrm>
            <a:off x="2382350" y="3097045"/>
            <a:ext cx="3401100" cy="2442600"/>
          </a:xfrm>
          <a:prstGeom prst="rect">
            <a:avLst/>
          </a:prstGeom>
        </p:spPr>
        <p:txBody>
          <a:bodyPr anchorCtr="0" anchor="t" bIns="0" lIns="0" spcFirstLastPara="1" rIns="0" wrap="square" tIns="0">
            <a:noAutofit/>
          </a:bodyPr>
          <a:lstStyle/>
          <a:p>
            <a:pPr indent="-342900" lvl="0" marL="457200" rtl="0" algn="l">
              <a:spcBef>
                <a:spcPts val="1000"/>
              </a:spcBef>
              <a:spcAft>
                <a:spcPts val="0"/>
              </a:spcAft>
              <a:buClr>
                <a:srgbClr val="274E13"/>
              </a:buClr>
              <a:buSzPts val="1800"/>
              <a:buChar char="▸"/>
            </a:pPr>
            <a:r>
              <a:rPr b="1" lang="en">
                <a:solidFill>
                  <a:srgbClr val="274E13"/>
                </a:solidFill>
              </a:rPr>
              <a:t>rhis-builder-idm</a:t>
            </a:r>
            <a:endParaRPr b="1">
              <a:solidFill>
                <a:srgbClr val="274E13"/>
              </a:solidFill>
            </a:endParaRPr>
          </a:p>
          <a:p>
            <a:pPr indent="-342900" lvl="0" marL="457200" rtl="0" algn="l">
              <a:spcBef>
                <a:spcPts val="0"/>
              </a:spcBef>
              <a:spcAft>
                <a:spcPts val="0"/>
              </a:spcAft>
              <a:buClr>
                <a:srgbClr val="274E13"/>
              </a:buClr>
              <a:buSzPts val="1800"/>
              <a:buChar char="▸"/>
            </a:pPr>
            <a:r>
              <a:rPr b="1" lang="en">
                <a:solidFill>
                  <a:srgbClr val="274E13"/>
                </a:solidFill>
              </a:rPr>
              <a:t>rhis-builder-satellite</a:t>
            </a:r>
            <a:endParaRPr b="1">
              <a:solidFill>
                <a:srgbClr val="274E13"/>
              </a:solidFill>
            </a:endParaRPr>
          </a:p>
          <a:p>
            <a:pPr indent="-342900" lvl="0" marL="457200" rtl="0" algn="l">
              <a:spcBef>
                <a:spcPts val="0"/>
              </a:spcBef>
              <a:spcAft>
                <a:spcPts val="0"/>
              </a:spcAft>
              <a:buClr>
                <a:srgbClr val="274E13"/>
              </a:buClr>
              <a:buSzPts val="1800"/>
              <a:buChar char="▸"/>
            </a:pPr>
            <a:r>
              <a:rPr b="1" lang="en">
                <a:solidFill>
                  <a:srgbClr val="274E13"/>
                </a:solidFill>
              </a:rPr>
              <a:t>rhis-builder-aap</a:t>
            </a:r>
            <a:endParaRPr b="1">
              <a:solidFill>
                <a:srgbClr val="274E13"/>
              </a:solidFill>
            </a:endParaRPr>
          </a:p>
          <a:p>
            <a:pPr indent="-342900" lvl="0" marL="457200" rtl="0" algn="l">
              <a:spcBef>
                <a:spcPts val="0"/>
              </a:spcBef>
              <a:spcAft>
                <a:spcPts val="0"/>
              </a:spcAft>
              <a:buClr>
                <a:srgbClr val="274E13"/>
              </a:buClr>
              <a:buSzPts val="1800"/>
              <a:buChar char="▸"/>
            </a:pPr>
            <a:r>
              <a:rPr b="1" lang="en">
                <a:solidFill>
                  <a:srgbClr val="274E13"/>
                </a:solidFill>
              </a:rPr>
              <a:t>rhis-builder-pipelines</a:t>
            </a:r>
            <a:endParaRPr b="1">
              <a:solidFill>
                <a:srgbClr val="274E13"/>
              </a:solidFill>
            </a:endParaRPr>
          </a:p>
          <a:p>
            <a:pPr indent="-342900" lvl="0" marL="457200" rtl="0" algn="l">
              <a:spcBef>
                <a:spcPts val="0"/>
              </a:spcBef>
              <a:spcAft>
                <a:spcPts val="0"/>
              </a:spcAft>
              <a:buClr>
                <a:srgbClr val="274E13"/>
              </a:buClr>
              <a:buSzPts val="1800"/>
              <a:buChar char="▸"/>
            </a:pPr>
            <a:r>
              <a:rPr b="1" lang="en">
                <a:solidFill>
                  <a:srgbClr val="274E13"/>
                </a:solidFill>
              </a:rPr>
              <a:t>rhis-builder-nbde</a:t>
            </a:r>
            <a:endParaRPr b="1">
              <a:solidFill>
                <a:srgbClr val="274E13"/>
              </a:solidFill>
            </a:endParaRPr>
          </a:p>
          <a:p>
            <a:pPr indent="-342900" lvl="0" marL="457200" rtl="0" algn="l">
              <a:spcBef>
                <a:spcPts val="0"/>
              </a:spcBef>
              <a:spcAft>
                <a:spcPts val="0"/>
              </a:spcAft>
              <a:buClr>
                <a:srgbClr val="274E13"/>
              </a:buClr>
              <a:buSzPts val="1800"/>
              <a:buChar char="▸"/>
            </a:pPr>
            <a:r>
              <a:rPr b="1" lang="en">
                <a:solidFill>
                  <a:srgbClr val="274E13"/>
                </a:solidFill>
              </a:rPr>
              <a:t>rhis-builder-day-2-ops</a:t>
            </a:r>
            <a:endParaRPr b="1">
              <a:solidFill>
                <a:srgbClr val="274E13"/>
              </a:solidFill>
            </a:endParaRPr>
          </a:p>
        </p:txBody>
      </p:sp>
      <p:sp>
        <p:nvSpPr>
          <p:cNvPr id="2242" name="Google Shape;2242;p100"/>
          <p:cNvSpPr txBox="1"/>
          <p:nvPr>
            <p:ph idx="3" type="body"/>
          </p:nvPr>
        </p:nvSpPr>
        <p:spPr>
          <a:xfrm>
            <a:off x="6096000" y="3097045"/>
            <a:ext cx="3510600" cy="2442600"/>
          </a:xfrm>
          <a:prstGeom prst="rect">
            <a:avLst/>
          </a:prstGeom>
        </p:spPr>
        <p:txBody>
          <a:bodyPr anchorCtr="0" anchor="t" bIns="0" lIns="0" spcFirstLastPara="1" rIns="0" wrap="square" tIns="0">
            <a:noAutofit/>
          </a:bodyPr>
          <a:lstStyle/>
          <a:p>
            <a:pPr indent="-342900" lvl="0" marL="457200" rtl="0" algn="l">
              <a:spcBef>
                <a:spcPts val="1000"/>
              </a:spcBef>
              <a:spcAft>
                <a:spcPts val="0"/>
              </a:spcAft>
              <a:buClr>
                <a:srgbClr val="274E13"/>
              </a:buClr>
              <a:buSzPts val="1800"/>
              <a:buChar char="▸"/>
            </a:pPr>
            <a:r>
              <a:rPr b="1" lang="en">
                <a:solidFill>
                  <a:srgbClr val="274E13"/>
                </a:solidFill>
              </a:rPr>
              <a:t>rhis-builder-imagebuilder</a:t>
            </a:r>
            <a:endParaRPr b="1">
              <a:solidFill>
                <a:srgbClr val="274E13"/>
              </a:solidFill>
            </a:endParaRPr>
          </a:p>
          <a:p>
            <a:pPr indent="-342900" lvl="0" marL="457200" rtl="0" algn="l">
              <a:spcBef>
                <a:spcPts val="0"/>
              </a:spcBef>
              <a:spcAft>
                <a:spcPts val="0"/>
              </a:spcAft>
              <a:buClr>
                <a:srgbClr val="274E13"/>
              </a:buClr>
              <a:buSzPts val="1800"/>
              <a:buChar char="▸"/>
            </a:pPr>
            <a:r>
              <a:rPr b="1" lang="en">
                <a:solidFill>
                  <a:srgbClr val="274E13"/>
                </a:solidFill>
              </a:rPr>
              <a:t>rhis_ansible_ee</a:t>
            </a:r>
            <a:endParaRPr b="1">
              <a:solidFill>
                <a:srgbClr val="274E13"/>
              </a:solidFill>
            </a:endParaRPr>
          </a:p>
          <a:p>
            <a:pPr indent="-342900" lvl="0" marL="457200" rtl="0" algn="l">
              <a:spcBef>
                <a:spcPts val="0"/>
              </a:spcBef>
              <a:spcAft>
                <a:spcPts val="0"/>
              </a:spcAft>
              <a:buClr>
                <a:srgbClr val="274E13"/>
              </a:buClr>
              <a:buSzPts val="1800"/>
              <a:buChar char="▸"/>
            </a:pPr>
            <a:r>
              <a:rPr b="1" lang="en">
                <a:solidFill>
                  <a:srgbClr val="274E13"/>
                </a:solidFill>
              </a:rPr>
              <a:t>rhis-builder-yubi (PIV)</a:t>
            </a:r>
            <a:endParaRPr b="1">
              <a:solidFill>
                <a:srgbClr val="274E13"/>
              </a:solidFill>
            </a:endParaRPr>
          </a:p>
          <a:p>
            <a:pPr indent="-342900" lvl="0" marL="457200" rtl="0" algn="l">
              <a:spcBef>
                <a:spcPts val="0"/>
              </a:spcBef>
              <a:spcAft>
                <a:spcPts val="0"/>
              </a:spcAft>
              <a:buClr>
                <a:schemeClr val="accent4"/>
              </a:buClr>
              <a:buSzPts val="1800"/>
              <a:buChar char="▸"/>
            </a:pPr>
            <a:r>
              <a:rPr lang="en">
                <a:solidFill>
                  <a:schemeClr val="accent4"/>
                </a:solidFill>
              </a:rPr>
              <a:t>rhis-builder-ipu</a:t>
            </a:r>
            <a:endParaRPr>
              <a:solidFill>
                <a:schemeClr val="accent4"/>
              </a:solidFill>
            </a:endParaRPr>
          </a:p>
          <a:p>
            <a:pPr indent="-342900" lvl="0" marL="457200" rtl="0" algn="l">
              <a:spcBef>
                <a:spcPts val="0"/>
              </a:spcBef>
              <a:spcAft>
                <a:spcPts val="0"/>
              </a:spcAft>
              <a:buClr>
                <a:schemeClr val="accent4"/>
              </a:buClr>
              <a:buSzPts val="1800"/>
              <a:buChar char="▸"/>
            </a:pPr>
            <a:r>
              <a:rPr lang="en">
                <a:solidFill>
                  <a:schemeClr val="accent4"/>
                </a:solidFill>
              </a:rPr>
              <a:t>rhis-builder-azurelz*</a:t>
            </a:r>
            <a:endParaRPr>
              <a:solidFill>
                <a:schemeClr val="accent4"/>
              </a:solidFill>
            </a:endParaRPr>
          </a:p>
          <a:p>
            <a:pPr indent="-342900" lvl="0" marL="457200" rtl="0" algn="l">
              <a:spcBef>
                <a:spcPts val="0"/>
              </a:spcBef>
              <a:spcAft>
                <a:spcPts val="0"/>
              </a:spcAft>
              <a:buClr>
                <a:schemeClr val="accent4"/>
              </a:buClr>
              <a:buSzPts val="1800"/>
              <a:buChar char="▸"/>
            </a:pPr>
            <a:r>
              <a:rPr lang="en">
                <a:solidFill>
                  <a:schemeClr val="accent4"/>
                </a:solidFill>
              </a:rPr>
              <a:t>rhis-builder-awslz*</a:t>
            </a:r>
            <a:endParaRPr>
              <a:solidFill>
                <a:schemeClr val="accent4"/>
              </a:solidFill>
            </a:endParaRPr>
          </a:p>
          <a:p>
            <a:pPr indent="-342900" lvl="0" marL="457200" rtl="0" algn="l">
              <a:spcBef>
                <a:spcPts val="0"/>
              </a:spcBef>
              <a:spcAft>
                <a:spcPts val="0"/>
              </a:spcAft>
              <a:buClr>
                <a:schemeClr val="accent4"/>
              </a:buClr>
              <a:buSzPts val="1800"/>
              <a:buChar char="▸"/>
            </a:pPr>
            <a:r>
              <a:rPr lang="en">
                <a:solidFill>
                  <a:schemeClr val="accent4"/>
                </a:solidFill>
              </a:rPr>
              <a:t>rhis-builder-gcplz*</a:t>
            </a:r>
            <a:endParaRPr>
              <a:solidFill>
                <a:schemeClr val="accent4"/>
              </a:solidFill>
            </a:endParaRPr>
          </a:p>
        </p:txBody>
      </p:sp>
      <p:sp>
        <p:nvSpPr>
          <p:cNvPr id="2243" name="Google Shape;2243;p100"/>
          <p:cNvSpPr txBox="1"/>
          <p:nvPr/>
        </p:nvSpPr>
        <p:spPr>
          <a:xfrm>
            <a:off x="2499150" y="5720025"/>
            <a:ext cx="1158000" cy="39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274E13"/>
                </a:solidFill>
                <a:latin typeface="Red Hat Display"/>
                <a:ea typeface="Red Hat Display"/>
                <a:cs typeface="Red Hat Display"/>
                <a:sym typeface="Red Hat Display"/>
              </a:rPr>
              <a:t>Complete</a:t>
            </a:r>
            <a:endParaRPr b="1" sz="1300">
              <a:solidFill>
                <a:srgbClr val="274E13"/>
              </a:solidFill>
              <a:latin typeface="Red Hat Display"/>
              <a:ea typeface="Red Hat Display"/>
              <a:cs typeface="Red Hat Display"/>
              <a:sym typeface="Red Hat Display"/>
            </a:endParaRPr>
          </a:p>
        </p:txBody>
      </p:sp>
      <p:sp>
        <p:nvSpPr>
          <p:cNvPr id="2244" name="Google Shape;2244;p100"/>
          <p:cNvSpPr txBox="1"/>
          <p:nvPr/>
        </p:nvSpPr>
        <p:spPr>
          <a:xfrm>
            <a:off x="6918750" y="5720025"/>
            <a:ext cx="2301300" cy="39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4"/>
                </a:solidFill>
                <a:latin typeface="Red Hat Display"/>
                <a:ea typeface="Red Hat Display"/>
                <a:cs typeface="Red Hat Display"/>
                <a:sym typeface="Red Hat Display"/>
              </a:rPr>
              <a:t>In-Progress / Planned</a:t>
            </a:r>
            <a:endParaRPr sz="1300">
              <a:solidFill>
                <a:schemeClr val="accent4"/>
              </a:solidFill>
              <a:latin typeface="Red Hat Display"/>
              <a:ea typeface="Red Hat Display"/>
              <a:cs typeface="Red Hat Display"/>
              <a:sym typeface="Red Hat Display"/>
            </a:endParaRPr>
          </a:p>
        </p:txBody>
      </p:sp>
      <p:pic>
        <p:nvPicPr>
          <p:cNvPr id="2245" name="Google Shape;2245;p100"/>
          <p:cNvPicPr preferRelativeResize="0"/>
          <p:nvPr/>
        </p:nvPicPr>
        <p:blipFill>
          <a:blip r:embed="rId3">
            <a:alphaModFix/>
          </a:blip>
          <a:stretch>
            <a:fillRect/>
          </a:stretch>
        </p:blipFill>
        <p:spPr>
          <a:xfrm>
            <a:off x="9440850" y="4057525"/>
            <a:ext cx="2552700" cy="1790700"/>
          </a:xfrm>
          <a:prstGeom prst="rect">
            <a:avLst/>
          </a:prstGeom>
          <a:noFill/>
          <a:ln>
            <a:noFill/>
          </a:ln>
        </p:spPr>
      </p:pic>
      <p:sp>
        <p:nvSpPr>
          <p:cNvPr id="2246" name="Google Shape;2246;p100"/>
          <p:cNvSpPr/>
          <p:nvPr/>
        </p:nvSpPr>
        <p:spPr>
          <a:xfrm rot="737038">
            <a:off x="8888934" y="2348129"/>
            <a:ext cx="3074408" cy="3759879"/>
          </a:xfrm>
          <a:prstGeom prst="irregularSeal1">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lt1"/>
                </a:solidFill>
                <a:latin typeface="Red Hat Display"/>
                <a:ea typeface="Red Hat Display"/>
                <a:cs typeface="Red Hat Display"/>
                <a:sym typeface="Red Hat Display"/>
              </a:rPr>
              <a:t>Now delivered in a</a:t>
            </a:r>
            <a:br>
              <a:rPr b="1" lang="en" sz="2100">
                <a:solidFill>
                  <a:schemeClr val="lt1"/>
                </a:solidFill>
                <a:latin typeface="Red Hat Display"/>
                <a:ea typeface="Red Hat Display"/>
                <a:cs typeface="Red Hat Display"/>
                <a:sym typeface="Red Hat Display"/>
              </a:rPr>
            </a:br>
            <a:r>
              <a:rPr b="1" lang="en" sz="2100">
                <a:solidFill>
                  <a:schemeClr val="lt1"/>
                </a:solidFill>
                <a:latin typeface="Red Hat Display"/>
                <a:ea typeface="Red Hat Display"/>
                <a:cs typeface="Red Hat Display"/>
                <a:sym typeface="Red Hat Display"/>
              </a:rPr>
              <a:t>Container!</a:t>
            </a:r>
            <a:endParaRPr b="1" sz="2100">
              <a:solidFill>
                <a:schemeClr val="lt1"/>
              </a:solidFill>
              <a:latin typeface="Red Hat Display"/>
              <a:ea typeface="Red Hat Display"/>
              <a:cs typeface="Red Hat Display"/>
              <a:sym typeface="Red Hat Display"/>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0" name="Shape 2250"/>
        <p:cNvGrpSpPr/>
        <p:nvPr/>
      </p:nvGrpSpPr>
      <p:grpSpPr>
        <a:xfrm>
          <a:off x="0" y="0"/>
          <a:ext cx="0" cy="0"/>
          <a:chOff x="0" y="0"/>
          <a:chExt cx="0" cy="0"/>
        </a:xfrm>
      </p:grpSpPr>
      <p:sp>
        <p:nvSpPr>
          <p:cNvPr id="2251" name="Google Shape;2251;p10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252" name="Google Shape;2252;p101"/>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2253" name="Google Shape;2253;p101"/>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rhis-builder enablement</a:t>
            </a:r>
            <a:endParaRPr/>
          </a:p>
          <a:p>
            <a:pPr indent="0" lvl="0" marL="0" rtl="0" algn="l">
              <a:spcBef>
                <a:spcPts val="0"/>
              </a:spcBef>
              <a:spcAft>
                <a:spcPts val="0"/>
              </a:spcAft>
              <a:buNone/>
            </a:pPr>
            <a:r>
              <a:t/>
            </a:r>
            <a:endParaRPr/>
          </a:p>
        </p:txBody>
      </p:sp>
      <p:sp>
        <p:nvSpPr>
          <p:cNvPr id="2254" name="Google Shape;2254;p101"/>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Basic Upstream Repository Model</a:t>
            </a:r>
            <a:endParaRPr/>
          </a:p>
        </p:txBody>
      </p:sp>
      <p:sp>
        <p:nvSpPr>
          <p:cNvPr id="2255" name="Google Shape;2255;p101"/>
          <p:cNvSpPr txBox="1"/>
          <p:nvPr/>
        </p:nvSpPr>
        <p:spPr>
          <a:xfrm>
            <a:off x="2024175" y="2291700"/>
            <a:ext cx="8630400" cy="2336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Red Hat Display"/>
              <a:buChar char="●"/>
            </a:pPr>
            <a:r>
              <a:rPr lang="en" sz="1800">
                <a:latin typeface="Red Hat Display"/>
                <a:ea typeface="Red Hat Display"/>
                <a:cs typeface="Red Hat Display"/>
                <a:sym typeface="Red Hat Display"/>
              </a:rPr>
              <a:t>Follows ansible project standards for the most part.</a:t>
            </a:r>
            <a:endParaRPr sz="1800">
              <a:latin typeface="Red Hat Display"/>
              <a:ea typeface="Red Hat Display"/>
              <a:cs typeface="Red Hat Display"/>
              <a:sym typeface="Red Hat Display"/>
            </a:endParaRPr>
          </a:p>
          <a:p>
            <a:pPr indent="-342900" lvl="0" marL="457200" rtl="0" algn="l">
              <a:spcBef>
                <a:spcPts val="0"/>
              </a:spcBef>
              <a:spcAft>
                <a:spcPts val="0"/>
              </a:spcAft>
              <a:buSzPts val="1800"/>
              <a:buFont typeface="Red Hat Display"/>
              <a:buChar char="●"/>
            </a:pPr>
            <a:r>
              <a:rPr lang="en" sz="1800">
                <a:latin typeface="Red Hat Display"/>
                <a:ea typeface="Red Hat Display"/>
                <a:cs typeface="Red Hat Display"/>
                <a:sym typeface="Red Hat Display"/>
              </a:rPr>
              <a:t>Secrets are typically stored in the executing users home directory</a:t>
            </a:r>
            <a:endParaRPr sz="1800">
              <a:latin typeface="Red Hat Display"/>
              <a:ea typeface="Red Hat Display"/>
              <a:cs typeface="Red Hat Display"/>
              <a:sym typeface="Red Hat Display"/>
            </a:endParaRPr>
          </a:p>
          <a:p>
            <a:pPr indent="-342900" lvl="0" marL="457200" rtl="0" algn="l">
              <a:spcBef>
                <a:spcPts val="0"/>
              </a:spcBef>
              <a:spcAft>
                <a:spcPts val="0"/>
              </a:spcAft>
              <a:buSzPts val="1800"/>
              <a:buFont typeface="Red Hat Display"/>
              <a:buChar char="●"/>
            </a:pPr>
            <a:r>
              <a:rPr lang="en" sz="1800">
                <a:latin typeface="Red Hat Display"/>
                <a:ea typeface="Red Hat Display"/>
                <a:cs typeface="Red Hat Display"/>
                <a:sym typeface="Red Hat Display"/>
              </a:rPr>
              <a:t>should always be 3 helper plays.</a:t>
            </a:r>
            <a:endParaRPr sz="1800">
              <a:latin typeface="Red Hat Display"/>
              <a:ea typeface="Red Hat Display"/>
              <a:cs typeface="Red Hat Display"/>
              <a:sym typeface="Red Hat Display"/>
            </a:endParaRPr>
          </a:p>
          <a:p>
            <a:pPr indent="-342900" lvl="1" marL="914400" rtl="0" algn="l">
              <a:spcBef>
                <a:spcPts val="0"/>
              </a:spcBef>
              <a:spcAft>
                <a:spcPts val="0"/>
              </a:spcAft>
              <a:buSzPts val="1800"/>
              <a:buFont typeface="Red Hat Display"/>
              <a:buChar char="○"/>
            </a:pPr>
            <a:r>
              <a:rPr lang="en" sz="1800">
                <a:latin typeface="Red Hat Display"/>
                <a:ea typeface="Red Hat Display"/>
                <a:cs typeface="Red Hat Display"/>
                <a:sym typeface="Red Hat Display"/>
              </a:rPr>
              <a:t>run_role.yml</a:t>
            </a:r>
            <a:endParaRPr sz="1800">
              <a:latin typeface="Red Hat Display"/>
              <a:ea typeface="Red Hat Display"/>
              <a:cs typeface="Red Hat Display"/>
              <a:sym typeface="Red Hat Display"/>
            </a:endParaRPr>
          </a:p>
          <a:p>
            <a:pPr indent="-342900" lvl="1" marL="914400" rtl="0" algn="l">
              <a:spcBef>
                <a:spcPts val="0"/>
              </a:spcBef>
              <a:spcAft>
                <a:spcPts val="0"/>
              </a:spcAft>
              <a:buSzPts val="1800"/>
              <a:buFont typeface="Red Hat Display"/>
              <a:buChar char="○"/>
            </a:pPr>
            <a:r>
              <a:rPr lang="en" sz="1800">
                <a:latin typeface="Red Hat Display"/>
                <a:ea typeface="Red Hat Display"/>
                <a:cs typeface="Red Hat Display"/>
                <a:sym typeface="Red Hat Display"/>
              </a:rPr>
              <a:t>run_role_task.yml</a:t>
            </a:r>
            <a:endParaRPr sz="1800">
              <a:latin typeface="Red Hat Display"/>
              <a:ea typeface="Red Hat Display"/>
              <a:cs typeface="Red Hat Display"/>
              <a:sym typeface="Red Hat Display"/>
            </a:endParaRPr>
          </a:p>
          <a:p>
            <a:pPr indent="-342900" lvl="1" marL="914400" rtl="0" algn="l">
              <a:spcBef>
                <a:spcPts val="0"/>
              </a:spcBef>
              <a:spcAft>
                <a:spcPts val="0"/>
              </a:spcAft>
              <a:buSzPts val="1800"/>
              <a:buFont typeface="Red Hat Display"/>
              <a:buChar char="○"/>
            </a:pPr>
            <a:r>
              <a:rPr lang="en" sz="1800">
                <a:latin typeface="Red Hat Display"/>
                <a:ea typeface="Red Hat Display"/>
                <a:cs typeface="Red Hat Display"/>
                <a:sym typeface="Red Hat Display"/>
              </a:rPr>
              <a:t>run_task.yml</a:t>
            </a:r>
            <a:endParaRPr sz="1800">
              <a:latin typeface="Red Hat Display"/>
              <a:ea typeface="Red Hat Display"/>
              <a:cs typeface="Red Hat Display"/>
              <a:sym typeface="Red Hat Display"/>
            </a:endParaRPr>
          </a:p>
          <a:p>
            <a:pPr indent="0" lvl="0" marL="0" rtl="0" algn="l">
              <a:spcBef>
                <a:spcPts val="0"/>
              </a:spcBef>
              <a:spcAft>
                <a:spcPts val="0"/>
              </a:spcAft>
              <a:buNone/>
            </a:pPr>
            <a:r>
              <a:t/>
            </a:r>
            <a:endParaRPr sz="1800">
              <a:latin typeface="Red Hat Display"/>
              <a:ea typeface="Red Hat Display"/>
              <a:cs typeface="Red Hat Display"/>
              <a:sym typeface="Red Hat Display"/>
            </a:endParaRPr>
          </a:p>
          <a:p>
            <a:pPr indent="0" lvl="0" marL="0" rtl="0" algn="l">
              <a:spcBef>
                <a:spcPts val="0"/>
              </a:spcBef>
              <a:spcAft>
                <a:spcPts val="0"/>
              </a:spcAft>
              <a:buNone/>
            </a:pPr>
            <a:r>
              <a:rPr lang="en" sz="1800">
                <a:latin typeface="Red Hat Display"/>
                <a:ea typeface="Red Hat Display"/>
                <a:cs typeface="Red Hat Display"/>
                <a:sym typeface="Red Hat Display"/>
              </a:rPr>
              <a:t>The helper plays are great for debugging, but also really useful for targeting code execution when tags can be too cumbersome. </a:t>
            </a:r>
            <a:endParaRPr sz="1800">
              <a:latin typeface="Red Hat Display"/>
              <a:ea typeface="Red Hat Display"/>
              <a:cs typeface="Red Hat Display"/>
              <a:sym typeface="Red Hat Display"/>
            </a:endParaRPr>
          </a:p>
          <a:p>
            <a:pPr indent="0" lvl="0" marL="0" rtl="0" algn="l">
              <a:spcBef>
                <a:spcPts val="0"/>
              </a:spcBef>
              <a:spcAft>
                <a:spcPts val="0"/>
              </a:spcAft>
              <a:buNone/>
            </a:pPr>
            <a:r>
              <a:t/>
            </a:r>
            <a:endParaRPr sz="1800">
              <a:latin typeface="Red Hat Display"/>
              <a:ea typeface="Red Hat Display"/>
              <a:cs typeface="Red Hat Display"/>
              <a:sym typeface="Red Hat Display"/>
            </a:endParaRPr>
          </a:p>
          <a:p>
            <a:pPr indent="0" lvl="0" marL="0" rtl="0" algn="l">
              <a:spcBef>
                <a:spcPts val="0"/>
              </a:spcBef>
              <a:spcAft>
                <a:spcPts val="0"/>
              </a:spcAft>
              <a:buNone/>
            </a:pPr>
            <a:r>
              <a:rPr lang="en" sz="1800">
                <a:latin typeface="Red Hat Display"/>
                <a:ea typeface="Red Hat Display"/>
                <a:cs typeface="Red Hat Display"/>
                <a:sym typeface="Red Hat Display"/>
              </a:rPr>
              <a:t>The helper plays accept specific vault files and variable directories or files as parameters. </a:t>
            </a:r>
            <a:br>
              <a:rPr lang="en" sz="1800">
                <a:latin typeface="Red Hat Display"/>
                <a:ea typeface="Red Hat Display"/>
                <a:cs typeface="Red Hat Display"/>
                <a:sym typeface="Red Hat Display"/>
              </a:rPr>
            </a:br>
            <a:br>
              <a:rPr lang="en" sz="1800">
                <a:latin typeface="Red Hat Display"/>
                <a:ea typeface="Red Hat Display"/>
                <a:cs typeface="Red Hat Display"/>
                <a:sym typeface="Red Hat Display"/>
              </a:rPr>
            </a:br>
            <a:endParaRPr sz="1800">
              <a:latin typeface="Red Hat Display"/>
              <a:ea typeface="Red Hat Display"/>
              <a:cs typeface="Red Hat Display"/>
              <a:sym typeface="Red Hat Display"/>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9" name="Shape 2259"/>
        <p:cNvGrpSpPr/>
        <p:nvPr/>
      </p:nvGrpSpPr>
      <p:grpSpPr>
        <a:xfrm>
          <a:off x="0" y="0"/>
          <a:ext cx="0" cy="0"/>
          <a:chOff x="0" y="0"/>
          <a:chExt cx="0" cy="0"/>
        </a:xfrm>
      </p:grpSpPr>
      <p:pic>
        <p:nvPicPr>
          <p:cNvPr id="2260" name="Google Shape;2260;p102" title="LifeIsBetterWithRHIS.jpg"/>
          <p:cNvPicPr preferRelativeResize="0"/>
          <p:nvPr/>
        </p:nvPicPr>
        <p:blipFill>
          <a:blip r:embed="rId3">
            <a:alphaModFix/>
          </a:blip>
          <a:stretch>
            <a:fillRect/>
          </a:stretch>
        </p:blipFill>
        <p:spPr>
          <a:xfrm>
            <a:off x="1371600" y="152400"/>
            <a:ext cx="9853860" cy="6553202"/>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64" name="Shape 2264"/>
        <p:cNvGrpSpPr/>
        <p:nvPr/>
      </p:nvGrpSpPr>
      <p:grpSpPr>
        <a:xfrm>
          <a:off x="0" y="0"/>
          <a:ext cx="0" cy="0"/>
          <a:chOff x="0" y="0"/>
          <a:chExt cx="0" cy="0"/>
        </a:xfrm>
      </p:grpSpPr>
      <p:sp>
        <p:nvSpPr>
          <p:cNvPr id="2265" name="Google Shape;2265;p103"/>
          <p:cNvSpPr txBox="1"/>
          <p:nvPr>
            <p:ph type="title"/>
          </p:nvPr>
        </p:nvSpPr>
        <p:spPr>
          <a:xfrm>
            <a:off x="2125133" y="2135100"/>
            <a:ext cx="9461700" cy="23169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500"/>
              <a:buFont typeface="Arial"/>
              <a:buNone/>
            </a:pPr>
            <a:r>
              <a:rPr b="1" lang="en">
                <a:latin typeface="Red Hat Display"/>
                <a:ea typeface="Red Hat Display"/>
                <a:cs typeface="Red Hat Display"/>
                <a:sym typeface="Red Hat Display"/>
              </a:rPr>
              <a:t>Internal Appendix:</a:t>
            </a:r>
            <a:endParaRPr b="1">
              <a:latin typeface="Red Hat Display"/>
              <a:ea typeface="Red Hat Display"/>
              <a:cs typeface="Red Hat Display"/>
              <a:sym typeface="Red Hat Display"/>
            </a:endParaRPr>
          </a:p>
          <a:p>
            <a:pPr indent="0" lvl="0" marL="0" rtl="0" algn="l">
              <a:lnSpc>
                <a:spcPct val="100000"/>
              </a:lnSpc>
              <a:spcBef>
                <a:spcPts val="0"/>
              </a:spcBef>
              <a:spcAft>
                <a:spcPts val="0"/>
              </a:spcAft>
              <a:buNone/>
            </a:pPr>
            <a:r>
              <a:t/>
            </a:r>
            <a:endParaRPr/>
          </a:p>
          <a:p>
            <a:pPr indent="0" lvl="0" marL="0" rtl="0" algn="l">
              <a:spcBef>
                <a:spcPts val="0"/>
              </a:spcBef>
              <a:spcAft>
                <a:spcPts val="0"/>
              </a:spcAft>
              <a:buNone/>
            </a:pPr>
            <a:r>
              <a:t/>
            </a:r>
            <a:endParaRPr b="1" i="1">
              <a:latin typeface="Red Hat Display"/>
              <a:ea typeface="Red Hat Display"/>
              <a:cs typeface="Red Hat Display"/>
              <a:sym typeface="Red Hat Display"/>
            </a:endParaRPr>
          </a:p>
        </p:txBody>
      </p:sp>
      <p:sp>
        <p:nvSpPr>
          <p:cNvPr id="2266" name="Google Shape;2266;p10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70" name="Shape 2270"/>
        <p:cNvGrpSpPr/>
        <p:nvPr/>
      </p:nvGrpSpPr>
      <p:grpSpPr>
        <a:xfrm>
          <a:off x="0" y="0"/>
          <a:ext cx="0" cy="0"/>
          <a:chOff x="0" y="0"/>
          <a:chExt cx="0" cy="0"/>
        </a:xfrm>
      </p:grpSpPr>
      <p:sp>
        <p:nvSpPr>
          <p:cNvPr id="2271" name="Google Shape;2271;p104"/>
          <p:cNvSpPr txBox="1"/>
          <p:nvPr>
            <p:ph idx="1" type="subTitle"/>
          </p:nvPr>
        </p:nvSpPr>
        <p:spPr>
          <a:xfrm>
            <a:off x="1169325" y="2074025"/>
            <a:ext cx="10726500" cy="423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Editing</a:t>
            </a:r>
            <a:r>
              <a:rPr lang="en"/>
              <a:t> - please add slides that you would like to see to the deck. If they need a section, add the section separator slide. Tag your slide in the content notes section with:</a:t>
            </a:r>
            <a:endParaRPr/>
          </a:p>
          <a:p>
            <a:pPr indent="0" lvl="0" marL="0" rtl="0" algn="l">
              <a:spcBef>
                <a:spcPts val="0"/>
              </a:spcBef>
              <a:spcAft>
                <a:spcPts val="0"/>
              </a:spcAft>
              <a:buNone/>
            </a:pPr>
            <a:r>
              <a:rPr lang="en"/>
              <a:t>[Content Owner]: &lt;Your Name&gt;</a:t>
            </a:r>
            <a:endParaRPr/>
          </a:p>
          <a:p>
            <a:pPr indent="0" lvl="0" marL="0" rtl="0" algn="l">
              <a:spcBef>
                <a:spcPts val="0"/>
              </a:spcBef>
              <a:spcAft>
                <a:spcPts val="0"/>
              </a:spcAft>
              <a:buNone/>
            </a:pPr>
            <a:r>
              <a:rPr lang="en"/>
              <a:t>This helps in collaborating with others. There are lots of editors :-)</a:t>
            </a:r>
            <a:endParaRPr/>
          </a:p>
          <a:p>
            <a:pPr indent="0" lvl="0" marL="0" rtl="0" algn="l">
              <a:spcBef>
                <a:spcPts val="0"/>
              </a:spcBef>
              <a:spcAft>
                <a:spcPts val="0"/>
              </a:spcAft>
              <a:buNone/>
            </a:pPr>
            <a:r>
              <a:rPr lang="en"/>
              <a:t>You are responsible for maintaining your content in this deck. </a:t>
            </a:r>
            <a:r>
              <a:rPr b="1" lang="en"/>
              <a:t>Please only edit your own content.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need to make changes for a customer presentation, please make a copy to your own drive. </a:t>
            </a:r>
            <a:endParaRPr/>
          </a:p>
          <a:p>
            <a:pPr indent="0" lvl="0" marL="0" rtl="0" algn="l">
              <a:spcBef>
                <a:spcPts val="0"/>
              </a:spcBef>
              <a:spcAft>
                <a:spcPts val="0"/>
              </a:spcAft>
              <a:buNone/>
            </a:pPr>
            <a:r>
              <a:t/>
            </a:r>
            <a:endParaRPr b="1" sz="1200"/>
          </a:p>
          <a:p>
            <a:pPr indent="0" lvl="0" marL="0" rtl="0" algn="l">
              <a:spcBef>
                <a:spcPts val="0"/>
              </a:spcBef>
              <a:spcAft>
                <a:spcPts val="0"/>
              </a:spcAft>
              <a:buNone/>
            </a:pPr>
            <a:r>
              <a:t/>
            </a:r>
            <a:endParaRPr b="1"/>
          </a:p>
          <a:p>
            <a:pPr indent="0" lvl="0" marL="0" rtl="0" algn="l">
              <a:spcBef>
                <a:spcPts val="0"/>
              </a:spcBef>
              <a:spcAft>
                <a:spcPts val="0"/>
              </a:spcAft>
              <a:buNone/>
            </a:pPr>
            <a:r>
              <a:t/>
            </a:r>
            <a:endParaRPr/>
          </a:p>
        </p:txBody>
      </p:sp>
      <p:sp>
        <p:nvSpPr>
          <p:cNvPr id="2272" name="Google Shape;2272;p104"/>
          <p:cNvSpPr txBox="1"/>
          <p:nvPr>
            <p:ph type="title"/>
          </p:nvPr>
        </p:nvSpPr>
        <p:spPr>
          <a:xfrm>
            <a:off x="1169475" y="1419750"/>
            <a:ext cx="9871800" cy="552600"/>
          </a:xfrm>
          <a:prstGeom prst="rect">
            <a:avLst/>
          </a:prstGeom>
        </p:spPr>
        <p:txBody>
          <a:bodyPr anchorCtr="0" anchor="b" bIns="0" lIns="0" spcFirstLastPara="1" rIns="0" wrap="square" tIns="0">
            <a:noAutofit/>
          </a:bodyPr>
          <a:lstStyle/>
          <a:p>
            <a:pPr indent="0" lvl="0" marL="0" rtl="0" algn="l">
              <a:lnSpc>
                <a:spcPct val="105000"/>
              </a:lnSpc>
              <a:spcBef>
                <a:spcPts val="0"/>
              </a:spcBef>
              <a:spcAft>
                <a:spcPts val="0"/>
              </a:spcAft>
              <a:buClr>
                <a:schemeClr val="dk1"/>
              </a:buClr>
              <a:buSzPts val="1100"/>
              <a:buFont typeface="Arial"/>
              <a:buNone/>
            </a:pPr>
            <a:r>
              <a:rPr lang="en" sz="3500"/>
              <a:t>Contributing:</a:t>
            </a:r>
            <a:endParaRPr sz="3500"/>
          </a:p>
        </p:txBody>
      </p:sp>
      <p:sp>
        <p:nvSpPr>
          <p:cNvPr id="2273" name="Google Shape;2273;p10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77" name="Shape 2277"/>
        <p:cNvGrpSpPr/>
        <p:nvPr/>
      </p:nvGrpSpPr>
      <p:grpSpPr>
        <a:xfrm>
          <a:off x="0" y="0"/>
          <a:ext cx="0" cy="0"/>
          <a:chOff x="0" y="0"/>
          <a:chExt cx="0" cy="0"/>
        </a:xfrm>
      </p:grpSpPr>
      <p:sp>
        <p:nvSpPr>
          <p:cNvPr id="2278" name="Google Shape;2278;p105"/>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solidFill>
                  <a:srgbClr val="000000"/>
                </a:solidFill>
              </a:rPr>
              <a:t>The following people had a hand in contributing to and/or reviewing this content. *</a:t>
            </a:r>
            <a:endParaRPr/>
          </a:p>
        </p:txBody>
      </p:sp>
      <p:sp>
        <p:nvSpPr>
          <p:cNvPr id="2279" name="Google Shape;2279;p10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graphicFrame>
        <p:nvGraphicFramePr>
          <p:cNvPr id="2280" name="Google Shape;2280;p105"/>
          <p:cNvGraphicFramePr/>
          <p:nvPr/>
        </p:nvGraphicFramePr>
        <p:xfrm>
          <a:off x="1662450" y="2311550"/>
          <a:ext cx="3000000" cy="3000000"/>
        </p:xfrm>
        <a:graphic>
          <a:graphicData uri="http://schemas.openxmlformats.org/drawingml/2006/table">
            <a:tbl>
              <a:tblPr>
                <a:noFill/>
                <a:tableStyleId>{B2CCDBCE-84D9-4A40-BC3B-0CA6A1612C20}</a:tableStyleId>
              </a:tblPr>
              <a:tblGrid>
                <a:gridCol w="1604125"/>
                <a:gridCol w="1697575"/>
                <a:gridCol w="4230525"/>
                <a:gridCol w="1334850"/>
              </a:tblGrid>
              <a:tr h="416325">
                <a:tc>
                  <a:txBody>
                    <a:bodyPr/>
                    <a:lstStyle/>
                    <a:p>
                      <a:pPr indent="0" lvl="0" marL="0" rtl="0" algn="l">
                        <a:spcBef>
                          <a:spcPts val="0"/>
                        </a:spcBef>
                        <a:spcAft>
                          <a:spcPts val="0"/>
                        </a:spcAft>
                        <a:buNone/>
                      </a:pPr>
                      <a:r>
                        <a:rPr lang="en">
                          <a:solidFill>
                            <a:schemeClr val="lt1"/>
                          </a:solidFill>
                        </a:rPr>
                        <a:t>Name</a:t>
                      </a:r>
                      <a:endParaRPr>
                        <a:solidFill>
                          <a:schemeClr val="lt1"/>
                        </a:solidFill>
                      </a:endParaRPr>
                    </a:p>
                  </a:txBody>
                  <a:tcPr marT="91425" marB="91425" marR="91425" marL="91425">
                    <a:solidFill>
                      <a:srgbClr val="6FA8DC"/>
                    </a:solidFill>
                  </a:tcPr>
                </a:tc>
                <a:tc>
                  <a:txBody>
                    <a:bodyPr/>
                    <a:lstStyle/>
                    <a:p>
                      <a:pPr indent="0" lvl="0" marL="0" rtl="0" algn="l">
                        <a:spcBef>
                          <a:spcPts val="0"/>
                        </a:spcBef>
                        <a:spcAft>
                          <a:spcPts val="0"/>
                        </a:spcAft>
                        <a:buNone/>
                      </a:pPr>
                      <a:r>
                        <a:rPr lang="en">
                          <a:solidFill>
                            <a:schemeClr val="lt1"/>
                          </a:solidFill>
                        </a:rPr>
                        <a:t>Email</a:t>
                      </a:r>
                      <a:endParaRPr>
                        <a:solidFill>
                          <a:schemeClr val="lt1"/>
                        </a:solidFill>
                      </a:endParaRPr>
                    </a:p>
                  </a:txBody>
                  <a:tcPr marT="91425" marB="91425" marR="91425" marL="91425">
                    <a:solidFill>
                      <a:srgbClr val="6FA8DC"/>
                    </a:solidFill>
                  </a:tcPr>
                </a:tc>
                <a:tc>
                  <a:txBody>
                    <a:bodyPr/>
                    <a:lstStyle/>
                    <a:p>
                      <a:pPr indent="0" lvl="0" marL="0" rtl="0" algn="l">
                        <a:spcBef>
                          <a:spcPts val="0"/>
                        </a:spcBef>
                        <a:spcAft>
                          <a:spcPts val="0"/>
                        </a:spcAft>
                        <a:buNone/>
                      </a:pPr>
                      <a:r>
                        <a:rPr lang="en">
                          <a:solidFill>
                            <a:schemeClr val="lt1"/>
                          </a:solidFill>
                        </a:rPr>
                        <a:t>Title + Org</a:t>
                      </a:r>
                      <a:endParaRPr>
                        <a:solidFill>
                          <a:schemeClr val="lt1"/>
                        </a:solidFill>
                      </a:endParaRPr>
                    </a:p>
                  </a:txBody>
                  <a:tcPr marT="91425" marB="91425" marR="91425" marL="91425">
                    <a:solidFill>
                      <a:srgbClr val="6FA8DC"/>
                    </a:solidFill>
                  </a:tcPr>
                </a:tc>
                <a:tc>
                  <a:txBody>
                    <a:bodyPr/>
                    <a:lstStyle/>
                    <a:p>
                      <a:pPr indent="0" lvl="0" marL="0" rtl="0" algn="l">
                        <a:spcBef>
                          <a:spcPts val="0"/>
                        </a:spcBef>
                        <a:spcAft>
                          <a:spcPts val="0"/>
                        </a:spcAft>
                        <a:buNone/>
                      </a:pPr>
                      <a:r>
                        <a:rPr lang="en">
                          <a:solidFill>
                            <a:schemeClr val="lt1"/>
                          </a:solidFill>
                        </a:rPr>
                        <a:t>Role</a:t>
                      </a:r>
                      <a:endParaRPr>
                        <a:solidFill>
                          <a:schemeClr val="lt1"/>
                        </a:solidFill>
                      </a:endParaRPr>
                    </a:p>
                  </a:txBody>
                  <a:tcPr marT="91425" marB="91425" marR="91425" marL="91425">
                    <a:solidFill>
                      <a:srgbClr val="6FA8DC"/>
                    </a:solidFill>
                  </a:tcPr>
                </a:tc>
              </a:tr>
              <a:tr h="400375">
                <a:tc>
                  <a:txBody>
                    <a:bodyPr/>
                    <a:lstStyle/>
                    <a:p>
                      <a:pPr indent="0" lvl="0" marL="0" rtl="0" algn="l">
                        <a:spcBef>
                          <a:spcPts val="0"/>
                        </a:spcBef>
                        <a:spcAft>
                          <a:spcPts val="500"/>
                        </a:spcAft>
                        <a:buNone/>
                      </a:pPr>
                      <a:r>
                        <a:rPr lang="en" sz="1100">
                          <a:solidFill>
                            <a:schemeClr val="dk1"/>
                          </a:solidFill>
                          <a:latin typeface="Red Hat Display"/>
                          <a:ea typeface="Red Hat Display"/>
                          <a:cs typeface="Red Hat Display"/>
                          <a:sym typeface="Red Hat Display"/>
                        </a:rPr>
                        <a:t>Paul Armstrong</a:t>
                      </a:r>
                      <a:endParaRPr sz="1100">
                        <a:latin typeface="Red Hat Display"/>
                        <a:ea typeface="Red Hat Display"/>
                        <a:cs typeface="Red Hat Display"/>
                        <a:sym typeface="Red Hat Displ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u="sng">
                          <a:solidFill>
                            <a:schemeClr val="hlink"/>
                          </a:solidFill>
                          <a:latin typeface="Red Hat Display"/>
                          <a:ea typeface="Red Hat Display"/>
                          <a:cs typeface="Red Hat Display"/>
                          <a:sym typeface="Red Hat Display"/>
                          <a:hlinkClick r:id="rId3"/>
                        </a:rPr>
                        <a:t>parmstro@redhat.com</a:t>
                      </a:r>
                      <a:r>
                        <a:rPr lang="en" sz="1100">
                          <a:latin typeface="Red Hat Display"/>
                          <a:ea typeface="Red Hat Display"/>
                          <a:cs typeface="Red Hat Display"/>
                          <a:sym typeface="Red Hat Display"/>
                        </a:rPr>
                        <a:t> </a:t>
                      </a:r>
                      <a:endParaRPr sz="1100">
                        <a:latin typeface="Red Hat Display"/>
                        <a:ea typeface="Red Hat Display"/>
                        <a:cs typeface="Red Hat Display"/>
                        <a:sym typeface="Red Hat Displ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500"/>
                        </a:spcAft>
                        <a:buNone/>
                      </a:pPr>
                      <a:r>
                        <a:rPr lang="en" sz="1200">
                          <a:solidFill>
                            <a:schemeClr val="dk1"/>
                          </a:solidFill>
                          <a:latin typeface="Red Hat Display"/>
                          <a:ea typeface="Red Hat Display"/>
                          <a:cs typeface="Red Hat Display"/>
                          <a:sym typeface="Red Hat Display"/>
                        </a:rPr>
                        <a:t>Principal Technical Specialist - RoOT Canada</a:t>
                      </a:r>
                      <a:endParaRPr sz="1100">
                        <a:latin typeface="Red Hat Display"/>
                        <a:ea typeface="Red Hat Display"/>
                        <a:cs typeface="Red Hat Display"/>
                        <a:sym typeface="Red Hat Displ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Contributor</a:t>
                      </a:r>
                      <a:endParaRPr sz="1100">
                        <a:latin typeface="Red Hat Display"/>
                        <a:ea typeface="Red Hat Display"/>
                        <a:cs typeface="Red Hat Display"/>
                        <a:sym typeface="Red Hat Displ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r>
              <a:tr h="400375">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Mike Savage</a:t>
                      </a:r>
                      <a:endParaRPr sz="1100">
                        <a:latin typeface="Red Hat Display"/>
                        <a:ea typeface="Red Hat Display"/>
                        <a:cs typeface="Red Hat Display"/>
                        <a:sym typeface="Red Hat Display"/>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100" u="sng">
                          <a:solidFill>
                            <a:schemeClr val="hlink"/>
                          </a:solidFill>
                          <a:latin typeface="Red Hat Display"/>
                          <a:ea typeface="Red Hat Display"/>
                          <a:cs typeface="Red Hat Display"/>
                          <a:sym typeface="Red Hat Display"/>
                          <a:hlinkClick r:id="rId4"/>
                        </a:rPr>
                        <a:t>msavage@redhat.com</a:t>
                      </a:r>
                      <a:r>
                        <a:rPr lang="en" sz="1100">
                          <a:latin typeface="Red Hat Display"/>
                          <a:ea typeface="Red Hat Display"/>
                          <a:cs typeface="Red Hat Display"/>
                          <a:sym typeface="Red Hat Display"/>
                        </a:rPr>
                        <a:t> </a:t>
                      </a:r>
                      <a:endParaRPr sz="1100">
                        <a:latin typeface="Red Hat Display"/>
                        <a:ea typeface="Red Hat Display"/>
                        <a:cs typeface="Red Hat Display"/>
                        <a:sym typeface="Red Hat Display"/>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Chief Architect - CTO Org: Customer-led Open Innovation</a:t>
                      </a:r>
                      <a:endParaRPr sz="1100">
                        <a:latin typeface="Red Hat Display"/>
                        <a:ea typeface="Red Hat Display"/>
                        <a:cs typeface="Red Hat Display"/>
                        <a:sym typeface="Red Hat Display"/>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Reviewer</a:t>
                      </a:r>
                      <a:endParaRPr sz="1100">
                        <a:latin typeface="Red Hat Display"/>
                        <a:ea typeface="Red Hat Display"/>
                        <a:cs typeface="Red Hat Display"/>
                        <a:sym typeface="Red Hat Display"/>
                      </a:endParaRPr>
                    </a:p>
                  </a:txBody>
                  <a:tcPr marT="91425" marB="91425" marR="91425" marL="91425">
                    <a:lnT cap="flat" cmpd="sng" w="9525">
                      <a:solidFill>
                        <a:srgbClr val="9E9E9E"/>
                      </a:solidFill>
                      <a:prstDash val="solid"/>
                      <a:round/>
                      <a:headEnd len="sm" w="sm" type="none"/>
                      <a:tailEnd len="sm" w="sm" type="none"/>
                    </a:lnT>
                  </a:tcPr>
                </a:tc>
              </a:tr>
            </a:tbl>
          </a:graphicData>
        </a:graphic>
      </p:graphicFrame>
      <p:sp>
        <p:nvSpPr>
          <p:cNvPr id="2281" name="Google Shape;2281;p105"/>
          <p:cNvSpPr txBox="1"/>
          <p:nvPr>
            <p:ph idx="1" type="subTitle"/>
          </p:nvPr>
        </p:nvSpPr>
        <p:spPr>
          <a:xfrm>
            <a:off x="885050" y="6169550"/>
            <a:ext cx="8002500" cy="55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100"/>
              <a:t>* Contributors and Reviewers - Please add your information and Role to the above table</a:t>
            </a:r>
            <a:endParaRPr sz="1100"/>
          </a:p>
        </p:txBody>
      </p:sp>
      <p:sp>
        <p:nvSpPr>
          <p:cNvPr id="2282" name="Google Shape;2282;p105"/>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2283" name="Google Shape;2283;p105"/>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Contributors and Reviewers</a:t>
            </a:r>
            <a:endParaRPr/>
          </a:p>
        </p:txBody>
      </p:sp>
      <p:sp>
        <p:nvSpPr>
          <p:cNvPr id="2284" name="Google Shape;2284;p105"/>
          <p:cNvSpPr txBox="1"/>
          <p:nvPr/>
        </p:nvSpPr>
        <p:spPr>
          <a:xfrm>
            <a:off x="1732550" y="4919200"/>
            <a:ext cx="8867100" cy="55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latin typeface="Red Hat Display"/>
              <a:ea typeface="Red Hat Display"/>
              <a:cs typeface="Red Hat Display"/>
              <a:sym typeface="Red Hat Display"/>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88" name="Shape 2288"/>
        <p:cNvGrpSpPr/>
        <p:nvPr/>
      </p:nvGrpSpPr>
      <p:grpSpPr>
        <a:xfrm>
          <a:off x="0" y="0"/>
          <a:ext cx="0" cy="0"/>
          <a:chOff x="0" y="0"/>
          <a:chExt cx="0" cy="0"/>
        </a:xfrm>
      </p:grpSpPr>
      <p:sp>
        <p:nvSpPr>
          <p:cNvPr id="2289" name="Google Shape;2289;p10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290" name="Google Shape;2290;p106"/>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1200"/>
              <a:t>* If you are not in Canada, you can name your domain however you choose, eh.</a:t>
            </a:r>
            <a:endParaRPr sz="1200"/>
          </a:p>
        </p:txBody>
      </p:sp>
      <p:sp>
        <p:nvSpPr>
          <p:cNvPr id="2291" name="Google Shape;2291;p106"/>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rhis-builder enablement</a:t>
            </a:r>
            <a:endParaRPr/>
          </a:p>
          <a:p>
            <a:pPr indent="0" lvl="0" marL="0" rtl="0" algn="l">
              <a:spcBef>
                <a:spcPts val="0"/>
              </a:spcBef>
              <a:spcAft>
                <a:spcPts val="0"/>
              </a:spcAft>
              <a:buNone/>
            </a:pPr>
            <a:r>
              <a:t/>
            </a:r>
            <a:endParaRPr/>
          </a:p>
        </p:txBody>
      </p:sp>
      <p:sp>
        <p:nvSpPr>
          <p:cNvPr id="2292" name="Google Shape;2292;p106"/>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The Optimal Path for Upstream Repos</a:t>
            </a:r>
            <a:endParaRPr/>
          </a:p>
        </p:txBody>
      </p:sp>
      <p:sp>
        <p:nvSpPr>
          <p:cNvPr id="2293" name="Google Shape;2293;p106"/>
          <p:cNvSpPr/>
          <p:nvPr/>
        </p:nvSpPr>
        <p:spPr>
          <a:xfrm>
            <a:off x="233625" y="2236068"/>
            <a:ext cx="731700" cy="734400"/>
          </a:xfrm>
          <a:prstGeom prst="ellipse">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latin typeface="Red Hat Display"/>
                <a:ea typeface="Red Hat Display"/>
                <a:cs typeface="Red Hat Display"/>
                <a:sym typeface="Red Hat Display"/>
              </a:rPr>
              <a:t>Start</a:t>
            </a:r>
            <a:endParaRPr b="1" sz="1100">
              <a:solidFill>
                <a:schemeClr val="lt1"/>
              </a:solidFill>
              <a:latin typeface="Red Hat Display"/>
              <a:ea typeface="Red Hat Display"/>
              <a:cs typeface="Red Hat Display"/>
              <a:sym typeface="Red Hat Display"/>
            </a:endParaRPr>
          </a:p>
        </p:txBody>
      </p:sp>
      <p:sp>
        <p:nvSpPr>
          <p:cNvPr id="2294" name="Google Shape;2294;p106"/>
          <p:cNvSpPr/>
          <p:nvPr/>
        </p:nvSpPr>
        <p:spPr>
          <a:xfrm>
            <a:off x="1373275" y="21450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Use your laptop or deploy a machine to serve as your provisioner node.</a:t>
            </a:r>
            <a:endParaRPr b="1">
              <a:latin typeface="Red Hat Display"/>
              <a:ea typeface="Red Hat Display"/>
              <a:cs typeface="Red Hat Display"/>
              <a:sym typeface="Red Hat Display"/>
            </a:endParaRPr>
          </a:p>
        </p:txBody>
      </p:sp>
      <p:sp>
        <p:nvSpPr>
          <p:cNvPr id="2295" name="Google Shape;2295;p106"/>
          <p:cNvSpPr/>
          <p:nvPr/>
        </p:nvSpPr>
        <p:spPr>
          <a:xfrm>
            <a:off x="3659275" y="21450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Fork the rhis-builder-* repos that you want to use to your github account.</a:t>
            </a:r>
            <a:endParaRPr>
              <a:latin typeface="Red Hat Display"/>
              <a:ea typeface="Red Hat Display"/>
              <a:cs typeface="Red Hat Display"/>
              <a:sym typeface="Red Hat Display"/>
            </a:endParaRPr>
          </a:p>
        </p:txBody>
      </p:sp>
      <p:sp>
        <p:nvSpPr>
          <p:cNvPr id="2296" name="Google Shape;2296;p106"/>
          <p:cNvSpPr/>
          <p:nvPr/>
        </p:nvSpPr>
        <p:spPr>
          <a:xfrm>
            <a:off x="8536075" y="21450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accent3"/>
                </a:solidFill>
                <a:latin typeface="Red Hat Display"/>
                <a:ea typeface="Red Hat Display"/>
                <a:cs typeface="Red Hat Display"/>
                <a:sym typeface="Red Hat Display"/>
              </a:rPr>
              <a:t>Start with the rhis-builder-provisioner repo</a:t>
            </a:r>
            <a:r>
              <a:rPr lang="en">
                <a:latin typeface="Red Hat Display"/>
                <a:ea typeface="Red Hat Display"/>
                <a:cs typeface="Red Hat Display"/>
                <a:sym typeface="Red Hat Display"/>
              </a:rPr>
              <a:t>. Set up your inventory.</a:t>
            </a:r>
            <a:endParaRPr>
              <a:latin typeface="Red Hat Display"/>
              <a:ea typeface="Red Hat Display"/>
              <a:cs typeface="Red Hat Display"/>
              <a:sym typeface="Red Hat Display"/>
            </a:endParaRPr>
          </a:p>
        </p:txBody>
      </p:sp>
      <p:sp>
        <p:nvSpPr>
          <p:cNvPr id="2297" name="Google Shape;2297;p106"/>
          <p:cNvSpPr/>
          <p:nvPr/>
        </p:nvSpPr>
        <p:spPr>
          <a:xfrm>
            <a:off x="5945275" y="2145025"/>
            <a:ext cx="21918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Clone the rhis-builder-provisioner  repo to your provisioner node.</a:t>
            </a:r>
            <a:endParaRPr>
              <a:latin typeface="Red Hat Display"/>
              <a:ea typeface="Red Hat Display"/>
              <a:cs typeface="Red Hat Display"/>
              <a:sym typeface="Red Hat Display"/>
            </a:endParaRPr>
          </a:p>
        </p:txBody>
      </p:sp>
      <p:sp>
        <p:nvSpPr>
          <p:cNvPr id="2298" name="Google Shape;2298;p106"/>
          <p:cNvSpPr/>
          <p:nvPr/>
        </p:nvSpPr>
        <p:spPr>
          <a:xfrm>
            <a:off x="9831475" y="34404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Examine the variable files under group_vars for </a:t>
            </a:r>
            <a:r>
              <a:rPr b="1" lang="en">
                <a:latin typeface="Red Hat Display"/>
                <a:ea typeface="Red Hat Display"/>
                <a:cs typeface="Red Hat Display"/>
                <a:sym typeface="Red Hat Display"/>
              </a:rPr>
              <a:t>provisioner</a:t>
            </a:r>
            <a:endParaRPr b="1">
              <a:latin typeface="Red Hat Display"/>
              <a:ea typeface="Red Hat Display"/>
              <a:cs typeface="Red Hat Display"/>
              <a:sym typeface="Red Hat Display"/>
            </a:endParaRPr>
          </a:p>
        </p:txBody>
      </p:sp>
      <p:sp>
        <p:nvSpPr>
          <p:cNvPr id="2299" name="Google Shape;2299;p106"/>
          <p:cNvSpPr/>
          <p:nvPr/>
        </p:nvSpPr>
        <p:spPr>
          <a:xfrm>
            <a:off x="7538189" y="34404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Configure the variables to meet your specifications.</a:t>
            </a:r>
            <a:endParaRPr b="1">
              <a:latin typeface="Red Hat Display"/>
              <a:ea typeface="Red Hat Display"/>
              <a:cs typeface="Red Hat Display"/>
              <a:sym typeface="Red Hat Display"/>
            </a:endParaRPr>
          </a:p>
        </p:txBody>
      </p:sp>
      <p:sp>
        <p:nvSpPr>
          <p:cNvPr id="2300" name="Google Shape;2300;p106"/>
          <p:cNvSpPr/>
          <p:nvPr/>
        </p:nvSpPr>
        <p:spPr>
          <a:xfrm>
            <a:off x="3207902" y="3440425"/>
            <a:ext cx="4020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Copy rhis_builder_vault_SAMPLE.yml to the home directory of the user that will run your automation on the provisioner node. Rename the file rhis_builder_vault.yml or something similar.</a:t>
            </a:r>
            <a:endParaRPr>
              <a:latin typeface="Red Hat Display"/>
              <a:ea typeface="Red Hat Display"/>
              <a:cs typeface="Red Hat Display"/>
              <a:sym typeface="Red Hat Display"/>
            </a:endParaRPr>
          </a:p>
        </p:txBody>
      </p:sp>
      <p:sp>
        <p:nvSpPr>
          <p:cNvPr id="2301" name="Google Shape;2301;p106"/>
          <p:cNvSpPr/>
          <p:nvPr/>
        </p:nvSpPr>
        <p:spPr>
          <a:xfrm>
            <a:off x="631416" y="3440425"/>
            <a:ext cx="22671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READ THE FILE. Set up your global variables. Reference this in all your rhis-builder-*  plays.</a:t>
            </a:r>
            <a:endParaRPr>
              <a:latin typeface="Red Hat Display"/>
              <a:ea typeface="Red Hat Display"/>
              <a:cs typeface="Red Hat Display"/>
              <a:sym typeface="Red Hat Display"/>
            </a:endParaRPr>
          </a:p>
        </p:txBody>
      </p:sp>
      <p:sp>
        <p:nvSpPr>
          <p:cNvPr id="2302" name="Google Shape;2302;p106"/>
          <p:cNvSpPr/>
          <p:nvPr/>
        </p:nvSpPr>
        <p:spPr>
          <a:xfrm>
            <a:off x="5947285" y="47358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It will allow you to build your idm and satellite baremetal servers with a base build.</a:t>
            </a:r>
            <a:endParaRPr b="1">
              <a:latin typeface="Red Hat Display"/>
              <a:ea typeface="Red Hat Display"/>
              <a:cs typeface="Red Hat Display"/>
              <a:sym typeface="Red Hat Display"/>
            </a:endParaRPr>
          </a:p>
        </p:txBody>
      </p:sp>
      <p:sp>
        <p:nvSpPr>
          <p:cNvPr id="2303" name="Google Shape;2303;p106"/>
          <p:cNvSpPr/>
          <p:nvPr/>
        </p:nvSpPr>
        <p:spPr>
          <a:xfrm>
            <a:off x="8229255" y="47358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Validate connectivity to your systems</a:t>
            </a:r>
            <a:endParaRPr b="1">
              <a:latin typeface="Red Hat Display"/>
              <a:ea typeface="Red Hat Display"/>
              <a:cs typeface="Red Hat Display"/>
              <a:sym typeface="Red Hat Display"/>
            </a:endParaRPr>
          </a:p>
        </p:txBody>
      </p:sp>
      <p:sp>
        <p:nvSpPr>
          <p:cNvPr id="2304" name="Google Shape;2304;p106"/>
          <p:cNvSpPr/>
          <p:nvPr/>
        </p:nvSpPr>
        <p:spPr>
          <a:xfrm>
            <a:off x="10511225" y="4826868"/>
            <a:ext cx="731700" cy="734400"/>
          </a:xfrm>
          <a:prstGeom prst="ellipse">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latin typeface="Red Hat Display"/>
                <a:ea typeface="Red Hat Display"/>
                <a:cs typeface="Red Hat Display"/>
                <a:sym typeface="Red Hat Display"/>
              </a:rPr>
              <a:t>Stop</a:t>
            </a:r>
            <a:endParaRPr b="1" sz="1100">
              <a:solidFill>
                <a:schemeClr val="lt1"/>
              </a:solidFill>
              <a:latin typeface="Red Hat Display"/>
              <a:ea typeface="Red Hat Display"/>
              <a:cs typeface="Red Hat Display"/>
              <a:sym typeface="Red Hat Display"/>
            </a:endParaRPr>
          </a:p>
        </p:txBody>
      </p:sp>
      <p:cxnSp>
        <p:nvCxnSpPr>
          <p:cNvPr id="2305" name="Google Shape;2305;p106"/>
          <p:cNvCxnSpPr>
            <a:stCxn id="2293" idx="6"/>
            <a:endCxn id="2294" idx="1"/>
          </p:cNvCxnSpPr>
          <p:nvPr/>
        </p:nvCxnSpPr>
        <p:spPr>
          <a:xfrm>
            <a:off x="965325" y="2603268"/>
            <a:ext cx="408000" cy="0"/>
          </a:xfrm>
          <a:prstGeom prst="straightConnector1">
            <a:avLst/>
          </a:prstGeom>
          <a:noFill/>
          <a:ln cap="flat" cmpd="sng" w="9525">
            <a:solidFill>
              <a:schemeClr val="dk2"/>
            </a:solidFill>
            <a:prstDash val="solid"/>
            <a:round/>
            <a:headEnd len="med" w="med" type="none"/>
            <a:tailEnd len="med" w="med" type="triangle"/>
          </a:ln>
        </p:spPr>
      </p:cxnSp>
      <p:cxnSp>
        <p:nvCxnSpPr>
          <p:cNvPr id="2306" name="Google Shape;2306;p106"/>
          <p:cNvCxnSpPr>
            <a:stCxn id="2294" idx="3"/>
            <a:endCxn id="2295" idx="1"/>
          </p:cNvCxnSpPr>
          <p:nvPr/>
        </p:nvCxnSpPr>
        <p:spPr>
          <a:xfrm>
            <a:off x="3357175" y="2603268"/>
            <a:ext cx="302100" cy="0"/>
          </a:xfrm>
          <a:prstGeom prst="straightConnector1">
            <a:avLst/>
          </a:prstGeom>
          <a:noFill/>
          <a:ln cap="flat" cmpd="sng" w="9525">
            <a:solidFill>
              <a:schemeClr val="dk2"/>
            </a:solidFill>
            <a:prstDash val="solid"/>
            <a:round/>
            <a:headEnd len="med" w="med" type="none"/>
            <a:tailEnd len="med" w="med" type="triangle"/>
          </a:ln>
        </p:spPr>
      </p:cxnSp>
      <p:cxnSp>
        <p:nvCxnSpPr>
          <p:cNvPr id="2307" name="Google Shape;2307;p106"/>
          <p:cNvCxnSpPr>
            <a:stCxn id="2295" idx="3"/>
            <a:endCxn id="2297" idx="1"/>
          </p:cNvCxnSpPr>
          <p:nvPr/>
        </p:nvCxnSpPr>
        <p:spPr>
          <a:xfrm>
            <a:off x="5643175" y="2603268"/>
            <a:ext cx="302100" cy="0"/>
          </a:xfrm>
          <a:prstGeom prst="straightConnector1">
            <a:avLst/>
          </a:prstGeom>
          <a:noFill/>
          <a:ln cap="flat" cmpd="sng" w="9525">
            <a:solidFill>
              <a:schemeClr val="dk2"/>
            </a:solidFill>
            <a:prstDash val="solid"/>
            <a:round/>
            <a:headEnd len="med" w="med" type="none"/>
            <a:tailEnd len="med" w="med" type="triangle"/>
          </a:ln>
        </p:spPr>
      </p:cxnSp>
      <p:cxnSp>
        <p:nvCxnSpPr>
          <p:cNvPr id="2308" name="Google Shape;2308;p106"/>
          <p:cNvCxnSpPr>
            <a:stCxn id="2297" idx="3"/>
            <a:endCxn id="2296" idx="1"/>
          </p:cNvCxnSpPr>
          <p:nvPr/>
        </p:nvCxnSpPr>
        <p:spPr>
          <a:xfrm>
            <a:off x="8137075" y="2603275"/>
            <a:ext cx="399000" cy="0"/>
          </a:xfrm>
          <a:prstGeom prst="straightConnector1">
            <a:avLst/>
          </a:prstGeom>
          <a:noFill/>
          <a:ln cap="flat" cmpd="sng" w="9525">
            <a:solidFill>
              <a:schemeClr val="dk2"/>
            </a:solidFill>
            <a:prstDash val="solid"/>
            <a:round/>
            <a:headEnd len="med" w="med" type="none"/>
            <a:tailEnd len="med" w="med" type="triangle"/>
          </a:ln>
        </p:spPr>
      </p:cxnSp>
      <p:cxnSp>
        <p:nvCxnSpPr>
          <p:cNvPr id="2309" name="Google Shape;2309;p106"/>
          <p:cNvCxnSpPr>
            <a:stCxn id="2299" idx="1"/>
            <a:endCxn id="2300" idx="3"/>
          </p:cNvCxnSpPr>
          <p:nvPr/>
        </p:nvCxnSpPr>
        <p:spPr>
          <a:xfrm rot="10800000">
            <a:off x="7228889" y="3898668"/>
            <a:ext cx="309300" cy="0"/>
          </a:xfrm>
          <a:prstGeom prst="straightConnector1">
            <a:avLst/>
          </a:prstGeom>
          <a:noFill/>
          <a:ln cap="flat" cmpd="sng" w="9525">
            <a:solidFill>
              <a:schemeClr val="dk2"/>
            </a:solidFill>
            <a:prstDash val="solid"/>
            <a:round/>
            <a:headEnd len="med" w="med" type="none"/>
            <a:tailEnd len="med" w="med" type="triangle"/>
          </a:ln>
        </p:spPr>
      </p:cxnSp>
      <p:cxnSp>
        <p:nvCxnSpPr>
          <p:cNvPr id="2310" name="Google Shape;2310;p106"/>
          <p:cNvCxnSpPr>
            <a:stCxn id="2302" idx="3"/>
            <a:endCxn id="2303" idx="1"/>
          </p:cNvCxnSpPr>
          <p:nvPr/>
        </p:nvCxnSpPr>
        <p:spPr>
          <a:xfrm>
            <a:off x="7931185" y="5194068"/>
            <a:ext cx="298200" cy="0"/>
          </a:xfrm>
          <a:prstGeom prst="straightConnector1">
            <a:avLst/>
          </a:prstGeom>
          <a:noFill/>
          <a:ln cap="flat" cmpd="sng" w="9525">
            <a:solidFill>
              <a:schemeClr val="dk2"/>
            </a:solidFill>
            <a:prstDash val="solid"/>
            <a:round/>
            <a:headEnd len="med" w="med" type="none"/>
            <a:tailEnd len="med" w="med" type="triangle"/>
          </a:ln>
        </p:spPr>
      </p:cxnSp>
      <p:cxnSp>
        <p:nvCxnSpPr>
          <p:cNvPr id="2311" name="Google Shape;2311;p106"/>
          <p:cNvCxnSpPr>
            <a:stCxn id="2303" idx="3"/>
            <a:endCxn id="2304" idx="2"/>
          </p:cNvCxnSpPr>
          <p:nvPr/>
        </p:nvCxnSpPr>
        <p:spPr>
          <a:xfrm>
            <a:off x="10213155" y="5194068"/>
            <a:ext cx="298200" cy="0"/>
          </a:xfrm>
          <a:prstGeom prst="straightConnector1">
            <a:avLst/>
          </a:prstGeom>
          <a:noFill/>
          <a:ln cap="flat" cmpd="sng" w="9525">
            <a:solidFill>
              <a:schemeClr val="dk2"/>
            </a:solidFill>
            <a:prstDash val="solid"/>
            <a:round/>
            <a:headEnd len="med" w="med" type="none"/>
            <a:tailEnd len="med" w="med" type="triangle"/>
          </a:ln>
        </p:spPr>
      </p:cxnSp>
      <p:sp>
        <p:nvSpPr>
          <p:cNvPr id="2312" name="Google Shape;2312;p106"/>
          <p:cNvSpPr/>
          <p:nvPr/>
        </p:nvSpPr>
        <p:spPr>
          <a:xfrm>
            <a:off x="1383345" y="47358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Examine and Run provisioner_prep.yml on your provisioner node.</a:t>
            </a:r>
            <a:endParaRPr b="1">
              <a:latin typeface="Red Hat Display"/>
              <a:ea typeface="Red Hat Display"/>
              <a:cs typeface="Red Hat Display"/>
              <a:sym typeface="Red Hat Display"/>
            </a:endParaRPr>
          </a:p>
        </p:txBody>
      </p:sp>
      <p:sp>
        <p:nvSpPr>
          <p:cNvPr id="2313" name="Google Shape;2313;p106"/>
          <p:cNvSpPr/>
          <p:nvPr/>
        </p:nvSpPr>
        <p:spPr>
          <a:xfrm>
            <a:off x="3665315" y="47358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If you are running bare metal, you may find rhis-builder-baremetal-init repo useful.</a:t>
            </a:r>
            <a:endParaRPr b="1">
              <a:latin typeface="Red Hat Display"/>
              <a:ea typeface="Red Hat Display"/>
              <a:cs typeface="Red Hat Display"/>
              <a:sym typeface="Red Hat Display"/>
            </a:endParaRPr>
          </a:p>
        </p:txBody>
      </p:sp>
      <p:cxnSp>
        <p:nvCxnSpPr>
          <p:cNvPr id="2314" name="Google Shape;2314;p106"/>
          <p:cNvCxnSpPr>
            <a:stCxn id="2298" idx="1"/>
            <a:endCxn id="2299" idx="3"/>
          </p:cNvCxnSpPr>
          <p:nvPr/>
        </p:nvCxnSpPr>
        <p:spPr>
          <a:xfrm rot="10800000">
            <a:off x="9522175" y="3898668"/>
            <a:ext cx="309300" cy="0"/>
          </a:xfrm>
          <a:prstGeom prst="straightConnector1">
            <a:avLst/>
          </a:prstGeom>
          <a:noFill/>
          <a:ln cap="flat" cmpd="sng" w="9525">
            <a:solidFill>
              <a:schemeClr val="dk2"/>
            </a:solidFill>
            <a:prstDash val="solid"/>
            <a:round/>
            <a:headEnd len="med" w="med" type="none"/>
            <a:tailEnd len="med" w="med" type="triangle"/>
          </a:ln>
        </p:spPr>
      </p:cxnSp>
      <p:cxnSp>
        <p:nvCxnSpPr>
          <p:cNvPr id="2315" name="Google Shape;2315;p106"/>
          <p:cNvCxnSpPr>
            <a:stCxn id="2300" idx="1"/>
            <a:endCxn id="2301" idx="3"/>
          </p:cNvCxnSpPr>
          <p:nvPr/>
        </p:nvCxnSpPr>
        <p:spPr>
          <a:xfrm rot="10800000">
            <a:off x="2898602" y="3898675"/>
            <a:ext cx="309300" cy="0"/>
          </a:xfrm>
          <a:prstGeom prst="straightConnector1">
            <a:avLst/>
          </a:prstGeom>
          <a:noFill/>
          <a:ln cap="flat" cmpd="sng" w="9525">
            <a:solidFill>
              <a:schemeClr val="dk2"/>
            </a:solidFill>
            <a:prstDash val="solid"/>
            <a:round/>
            <a:headEnd len="med" w="med" type="none"/>
            <a:tailEnd len="med" w="med" type="triangle"/>
          </a:ln>
        </p:spPr>
      </p:cxnSp>
      <p:cxnSp>
        <p:nvCxnSpPr>
          <p:cNvPr id="2316" name="Google Shape;2316;p106"/>
          <p:cNvCxnSpPr>
            <a:stCxn id="2312" idx="3"/>
            <a:endCxn id="2313" idx="1"/>
          </p:cNvCxnSpPr>
          <p:nvPr/>
        </p:nvCxnSpPr>
        <p:spPr>
          <a:xfrm>
            <a:off x="3367245" y="5194068"/>
            <a:ext cx="298200" cy="0"/>
          </a:xfrm>
          <a:prstGeom prst="straightConnector1">
            <a:avLst/>
          </a:prstGeom>
          <a:noFill/>
          <a:ln cap="flat" cmpd="sng" w="9525">
            <a:solidFill>
              <a:schemeClr val="dk2"/>
            </a:solidFill>
            <a:prstDash val="solid"/>
            <a:round/>
            <a:headEnd len="med" w="med" type="none"/>
            <a:tailEnd len="med" w="med" type="triangle"/>
          </a:ln>
        </p:spPr>
      </p:cxnSp>
      <p:cxnSp>
        <p:nvCxnSpPr>
          <p:cNvPr id="2317" name="Google Shape;2317;p106"/>
          <p:cNvCxnSpPr>
            <a:stCxn id="2313" idx="3"/>
            <a:endCxn id="2302" idx="1"/>
          </p:cNvCxnSpPr>
          <p:nvPr/>
        </p:nvCxnSpPr>
        <p:spPr>
          <a:xfrm>
            <a:off x="5649215" y="5194068"/>
            <a:ext cx="298200" cy="0"/>
          </a:xfrm>
          <a:prstGeom prst="straightConnector1">
            <a:avLst/>
          </a:prstGeom>
          <a:noFill/>
          <a:ln cap="flat" cmpd="sng" w="9525">
            <a:solidFill>
              <a:schemeClr val="dk2"/>
            </a:solidFill>
            <a:prstDash val="solid"/>
            <a:round/>
            <a:headEnd len="med" w="med" type="none"/>
            <a:tailEnd len="med" w="med" type="triangle"/>
          </a:ln>
        </p:spPr>
      </p:cxnSp>
      <p:cxnSp>
        <p:nvCxnSpPr>
          <p:cNvPr id="2318" name="Google Shape;2318;p106"/>
          <p:cNvCxnSpPr>
            <a:stCxn id="2296" idx="3"/>
            <a:endCxn id="2298" idx="3"/>
          </p:cNvCxnSpPr>
          <p:nvPr/>
        </p:nvCxnSpPr>
        <p:spPr>
          <a:xfrm>
            <a:off x="10519975" y="2603268"/>
            <a:ext cx="1295400" cy="1295400"/>
          </a:xfrm>
          <a:prstGeom prst="curvedConnector3">
            <a:avLst>
              <a:gd fmla="val 118382" name="adj1"/>
            </a:avLst>
          </a:prstGeom>
          <a:noFill/>
          <a:ln cap="flat" cmpd="sng" w="9525">
            <a:solidFill>
              <a:schemeClr val="dk2"/>
            </a:solidFill>
            <a:prstDash val="solid"/>
            <a:round/>
            <a:headEnd len="med" w="med" type="none"/>
            <a:tailEnd len="med" w="med" type="triangle"/>
          </a:ln>
        </p:spPr>
      </p:cxnSp>
      <p:cxnSp>
        <p:nvCxnSpPr>
          <p:cNvPr id="2319" name="Google Shape;2319;p106"/>
          <p:cNvCxnSpPr>
            <a:stCxn id="2301" idx="1"/>
            <a:endCxn id="2312" idx="1"/>
          </p:cNvCxnSpPr>
          <p:nvPr/>
        </p:nvCxnSpPr>
        <p:spPr>
          <a:xfrm>
            <a:off x="631416" y="3898675"/>
            <a:ext cx="751800" cy="1295400"/>
          </a:xfrm>
          <a:prstGeom prst="curvedConnector3">
            <a:avLst>
              <a:gd fmla="val -31674" name="adj1"/>
            </a:avLst>
          </a:prstGeom>
          <a:noFill/>
          <a:ln cap="flat" cmpd="sng" w="9525">
            <a:solidFill>
              <a:schemeClr val="dk2"/>
            </a:solidFill>
            <a:prstDash val="solid"/>
            <a:round/>
            <a:headEnd len="med" w="med" type="none"/>
            <a:tailEnd len="med" w="med" type="triangle"/>
          </a:ln>
        </p:spPr>
      </p:cxnSp>
      <p:sp>
        <p:nvSpPr>
          <p:cNvPr id="2320" name="Google Shape;2320;p106"/>
          <p:cNvSpPr txBox="1"/>
          <p:nvPr/>
        </p:nvSpPr>
        <p:spPr>
          <a:xfrm>
            <a:off x="306450" y="1491813"/>
            <a:ext cx="4456800" cy="49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Start Here: </a:t>
            </a:r>
            <a:r>
              <a:rPr lang="en" sz="1800" u="sng">
                <a:solidFill>
                  <a:schemeClr val="hlink"/>
                </a:solidFill>
                <a:latin typeface="Red Hat Display"/>
                <a:ea typeface="Red Hat Display"/>
                <a:cs typeface="Red Hat Display"/>
                <a:sym typeface="Red Hat Display"/>
                <a:hlinkClick r:id="rId3"/>
              </a:rPr>
              <a:t>rhis-builder-provisioner/wiki</a:t>
            </a:r>
            <a:endParaRPr sz="1800">
              <a:latin typeface="Red Hat Display"/>
              <a:ea typeface="Red Hat Display"/>
              <a:cs typeface="Red Hat Display"/>
              <a:sym typeface="Red Hat Display"/>
            </a:endParaRPr>
          </a:p>
        </p:txBody>
      </p:sp>
      <p:sp>
        <p:nvSpPr>
          <p:cNvPr id="2321" name="Google Shape;2321;p106"/>
          <p:cNvSpPr/>
          <p:nvPr/>
        </p:nvSpPr>
        <p:spPr>
          <a:xfrm rot="5394760">
            <a:off x="4544075" y="-1287000"/>
            <a:ext cx="196800" cy="6606300"/>
          </a:xfrm>
          <a:prstGeom prst="leftBrace">
            <a:avLst>
              <a:gd fmla="val 50000" name="adj1"/>
              <a:gd fmla="val 75653" name="adj2"/>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25" name="Shape 2325"/>
        <p:cNvGrpSpPr/>
        <p:nvPr/>
      </p:nvGrpSpPr>
      <p:grpSpPr>
        <a:xfrm>
          <a:off x="0" y="0"/>
          <a:ext cx="0" cy="0"/>
          <a:chOff x="0" y="0"/>
          <a:chExt cx="0" cy="0"/>
        </a:xfrm>
      </p:grpSpPr>
      <p:sp>
        <p:nvSpPr>
          <p:cNvPr id="2326" name="Google Shape;2326;p10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327" name="Google Shape;2327;p107"/>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sz="1200"/>
          </a:p>
        </p:txBody>
      </p:sp>
      <p:sp>
        <p:nvSpPr>
          <p:cNvPr id="2328" name="Google Shape;2328;p107"/>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rhis-builder enablement</a:t>
            </a:r>
            <a:endParaRPr/>
          </a:p>
          <a:p>
            <a:pPr indent="0" lvl="0" marL="0" rtl="0" algn="l">
              <a:spcBef>
                <a:spcPts val="0"/>
              </a:spcBef>
              <a:spcAft>
                <a:spcPts val="0"/>
              </a:spcAft>
              <a:buNone/>
            </a:pPr>
            <a:r>
              <a:t/>
            </a:r>
            <a:endParaRPr/>
          </a:p>
        </p:txBody>
      </p:sp>
      <p:sp>
        <p:nvSpPr>
          <p:cNvPr id="2329" name="Google Shape;2329;p107"/>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The Optimal Path for Upstream Repos</a:t>
            </a:r>
            <a:endParaRPr/>
          </a:p>
        </p:txBody>
      </p:sp>
      <p:sp>
        <p:nvSpPr>
          <p:cNvPr id="2330" name="Google Shape;2330;p107"/>
          <p:cNvSpPr/>
          <p:nvPr/>
        </p:nvSpPr>
        <p:spPr>
          <a:xfrm>
            <a:off x="1148025" y="2236068"/>
            <a:ext cx="731700" cy="734400"/>
          </a:xfrm>
          <a:prstGeom prst="ellipse">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latin typeface="Red Hat Display"/>
                <a:ea typeface="Red Hat Display"/>
                <a:cs typeface="Red Hat Display"/>
                <a:sym typeface="Red Hat Display"/>
              </a:rPr>
              <a:t>Start</a:t>
            </a:r>
            <a:endParaRPr b="1" sz="1100">
              <a:solidFill>
                <a:schemeClr val="lt1"/>
              </a:solidFill>
              <a:latin typeface="Red Hat Display"/>
              <a:ea typeface="Red Hat Display"/>
              <a:cs typeface="Red Hat Display"/>
              <a:sym typeface="Red Hat Display"/>
            </a:endParaRPr>
          </a:p>
        </p:txBody>
      </p:sp>
      <p:sp>
        <p:nvSpPr>
          <p:cNvPr id="2331" name="Google Shape;2331;p107"/>
          <p:cNvSpPr/>
          <p:nvPr/>
        </p:nvSpPr>
        <p:spPr>
          <a:xfrm>
            <a:off x="2287675" y="21450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accent3"/>
                </a:solidFill>
                <a:latin typeface="Red Hat Display"/>
                <a:ea typeface="Red Hat Display"/>
                <a:cs typeface="Red Hat Display"/>
                <a:sym typeface="Red Hat Display"/>
              </a:rPr>
              <a:t>Next, use the rhis-builder-satellite repo</a:t>
            </a:r>
            <a:endParaRPr b="1">
              <a:solidFill>
                <a:schemeClr val="accent3"/>
              </a:solidFill>
              <a:latin typeface="Red Hat Display"/>
              <a:ea typeface="Red Hat Display"/>
              <a:cs typeface="Red Hat Display"/>
              <a:sym typeface="Red Hat Display"/>
            </a:endParaRPr>
          </a:p>
        </p:txBody>
      </p:sp>
      <p:sp>
        <p:nvSpPr>
          <p:cNvPr id="2332" name="Google Shape;2332;p107"/>
          <p:cNvSpPr/>
          <p:nvPr/>
        </p:nvSpPr>
        <p:spPr>
          <a:xfrm>
            <a:off x="4573675" y="21450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Red Hat Display"/>
                <a:ea typeface="Red Hat Display"/>
                <a:cs typeface="Red Hat Display"/>
                <a:sym typeface="Red Hat Display"/>
              </a:rPr>
              <a:t>Examine the variable files under host_vars for </a:t>
            </a:r>
            <a:r>
              <a:rPr b="1" lang="en">
                <a:solidFill>
                  <a:schemeClr val="dk1"/>
                </a:solidFill>
                <a:latin typeface="Red Hat Display"/>
                <a:ea typeface="Red Hat Display"/>
                <a:cs typeface="Red Hat Display"/>
                <a:sym typeface="Red Hat Display"/>
              </a:rPr>
              <a:t>satellite.example.ca</a:t>
            </a:r>
            <a:endParaRPr>
              <a:latin typeface="Red Hat Display"/>
              <a:ea typeface="Red Hat Display"/>
              <a:cs typeface="Red Hat Display"/>
              <a:sym typeface="Red Hat Display"/>
            </a:endParaRPr>
          </a:p>
        </p:txBody>
      </p:sp>
      <p:sp>
        <p:nvSpPr>
          <p:cNvPr id="2333" name="Google Shape;2333;p107"/>
          <p:cNvSpPr/>
          <p:nvPr/>
        </p:nvSpPr>
        <p:spPr>
          <a:xfrm>
            <a:off x="9145675" y="21450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accent3"/>
                </a:solidFill>
                <a:latin typeface="Red Hat Display"/>
                <a:ea typeface="Red Hat Display"/>
                <a:cs typeface="Red Hat Display"/>
                <a:sym typeface="Red Hat Display"/>
              </a:rPr>
              <a:t>This repo has been built with rhisam and user configs. See next slide.</a:t>
            </a:r>
            <a:endParaRPr>
              <a:latin typeface="Red Hat Display"/>
              <a:ea typeface="Red Hat Display"/>
              <a:cs typeface="Red Hat Display"/>
              <a:sym typeface="Red Hat Display"/>
            </a:endParaRPr>
          </a:p>
        </p:txBody>
      </p:sp>
      <p:sp>
        <p:nvSpPr>
          <p:cNvPr id="2334" name="Google Shape;2334;p107"/>
          <p:cNvSpPr/>
          <p:nvPr/>
        </p:nvSpPr>
        <p:spPr>
          <a:xfrm>
            <a:off x="6859675" y="21450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WARNING: THERE IS LOTS OF CONFIG</a:t>
            </a:r>
            <a:endParaRPr>
              <a:latin typeface="Red Hat Display"/>
              <a:ea typeface="Red Hat Display"/>
              <a:cs typeface="Red Hat Display"/>
              <a:sym typeface="Red Hat Display"/>
            </a:endParaRPr>
          </a:p>
          <a:p>
            <a:pPr indent="0" lvl="0" marL="0" rtl="0" algn="l">
              <a:spcBef>
                <a:spcPts val="0"/>
              </a:spcBef>
              <a:spcAft>
                <a:spcPts val="0"/>
              </a:spcAft>
              <a:buNone/>
            </a:pPr>
            <a:r>
              <a:rPr lang="en" sz="1200">
                <a:latin typeface="Red Hat Display"/>
                <a:ea typeface="Red Hat Display"/>
                <a:cs typeface="Red Hat Display"/>
                <a:sym typeface="Red Hat Display"/>
              </a:rPr>
              <a:t>if you are not a satellite person - get one to help</a:t>
            </a:r>
            <a:endParaRPr sz="1200">
              <a:latin typeface="Red Hat Display"/>
              <a:ea typeface="Red Hat Display"/>
              <a:cs typeface="Red Hat Display"/>
              <a:sym typeface="Red Hat Display"/>
            </a:endParaRPr>
          </a:p>
        </p:txBody>
      </p:sp>
      <p:sp>
        <p:nvSpPr>
          <p:cNvPr id="2335" name="Google Shape;2335;p107"/>
          <p:cNvSpPr/>
          <p:nvPr/>
        </p:nvSpPr>
        <p:spPr>
          <a:xfrm>
            <a:off x="8764675" y="34404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Define user variables </a:t>
            </a:r>
            <a:r>
              <a:rPr b="1" lang="en">
                <a:latin typeface="Red Hat Display"/>
                <a:ea typeface="Red Hat Display"/>
                <a:cs typeface="Red Hat Display"/>
                <a:sym typeface="Red Hat Display"/>
              </a:rPr>
              <a:t>after you investigate</a:t>
            </a:r>
            <a:endParaRPr b="1">
              <a:latin typeface="Red Hat Display"/>
              <a:ea typeface="Red Hat Display"/>
              <a:cs typeface="Red Hat Display"/>
              <a:sym typeface="Red Hat Display"/>
            </a:endParaRPr>
          </a:p>
        </p:txBody>
      </p:sp>
      <p:sp>
        <p:nvSpPr>
          <p:cNvPr id="2336" name="Google Shape;2336;p107"/>
          <p:cNvSpPr/>
          <p:nvPr/>
        </p:nvSpPr>
        <p:spPr>
          <a:xfrm>
            <a:off x="3887875" y="3443110"/>
            <a:ext cx="4269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Set up your global variables in rhisbuilder-vault.yml</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This will contain usernames, passwords and cdn credentials that we don’t want to publish.</a:t>
            </a:r>
            <a:endParaRPr>
              <a:latin typeface="Red Hat Display"/>
              <a:ea typeface="Red Hat Display"/>
              <a:cs typeface="Red Hat Display"/>
              <a:sym typeface="Red Hat Display"/>
            </a:endParaRPr>
          </a:p>
        </p:txBody>
      </p:sp>
      <p:sp>
        <p:nvSpPr>
          <p:cNvPr id="2337" name="Google Shape;2337;p107"/>
          <p:cNvSpPr/>
          <p:nvPr/>
        </p:nvSpPr>
        <p:spPr>
          <a:xfrm>
            <a:off x="5028850" y="47358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Run main.yml</a:t>
            </a:r>
            <a:endParaRPr b="1">
              <a:latin typeface="Red Hat Display"/>
              <a:ea typeface="Red Hat Display"/>
              <a:cs typeface="Red Hat Display"/>
              <a:sym typeface="Red Hat Display"/>
            </a:endParaRPr>
          </a:p>
        </p:txBody>
      </p:sp>
      <p:sp>
        <p:nvSpPr>
          <p:cNvPr id="2338" name="Google Shape;2338;p107"/>
          <p:cNvSpPr/>
          <p:nvPr/>
        </p:nvSpPr>
        <p:spPr>
          <a:xfrm>
            <a:off x="7770038" y="47358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Validate your Satellite Server</a:t>
            </a:r>
            <a:endParaRPr b="1">
              <a:latin typeface="Red Hat Display"/>
              <a:ea typeface="Red Hat Display"/>
              <a:cs typeface="Red Hat Display"/>
              <a:sym typeface="Red Hat Display"/>
            </a:endParaRPr>
          </a:p>
        </p:txBody>
      </p:sp>
      <p:sp>
        <p:nvSpPr>
          <p:cNvPr id="2339" name="Google Shape;2339;p107"/>
          <p:cNvSpPr/>
          <p:nvPr/>
        </p:nvSpPr>
        <p:spPr>
          <a:xfrm>
            <a:off x="10511225" y="4826868"/>
            <a:ext cx="731700" cy="734400"/>
          </a:xfrm>
          <a:prstGeom prst="ellipse">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latin typeface="Red Hat Display"/>
                <a:ea typeface="Red Hat Display"/>
                <a:cs typeface="Red Hat Display"/>
                <a:sym typeface="Red Hat Display"/>
              </a:rPr>
              <a:t>Stop</a:t>
            </a:r>
            <a:endParaRPr b="1" sz="1100">
              <a:solidFill>
                <a:schemeClr val="lt1"/>
              </a:solidFill>
              <a:latin typeface="Red Hat Display"/>
              <a:ea typeface="Red Hat Display"/>
              <a:cs typeface="Red Hat Display"/>
              <a:sym typeface="Red Hat Display"/>
            </a:endParaRPr>
          </a:p>
        </p:txBody>
      </p:sp>
      <p:cxnSp>
        <p:nvCxnSpPr>
          <p:cNvPr id="2340" name="Google Shape;2340;p107"/>
          <p:cNvCxnSpPr>
            <a:stCxn id="2330" idx="6"/>
            <a:endCxn id="2331" idx="1"/>
          </p:cNvCxnSpPr>
          <p:nvPr/>
        </p:nvCxnSpPr>
        <p:spPr>
          <a:xfrm>
            <a:off x="1879725" y="2603268"/>
            <a:ext cx="408000" cy="0"/>
          </a:xfrm>
          <a:prstGeom prst="straightConnector1">
            <a:avLst/>
          </a:prstGeom>
          <a:noFill/>
          <a:ln cap="flat" cmpd="sng" w="9525">
            <a:solidFill>
              <a:schemeClr val="dk2"/>
            </a:solidFill>
            <a:prstDash val="solid"/>
            <a:round/>
            <a:headEnd len="med" w="med" type="none"/>
            <a:tailEnd len="med" w="med" type="triangle"/>
          </a:ln>
        </p:spPr>
      </p:cxnSp>
      <p:cxnSp>
        <p:nvCxnSpPr>
          <p:cNvPr id="2341" name="Google Shape;2341;p107"/>
          <p:cNvCxnSpPr>
            <a:stCxn id="2331" idx="3"/>
            <a:endCxn id="2332" idx="1"/>
          </p:cNvCxnSpPr>
          <p:nvPr/>
        </p:nvCxnSpPr>
        <p:spPr>
          <a:xfrm>
            <a:off x="4271575" y="2603268"/>
            <a:ext cx="302100" cy="0"/>
          </a:xfrm>
          <a:prstGeom prst="straightConnector1">
            <a:avLst/>
          </a:prstGeom>
          <a:noFill/>
          <a:ln cap="flat" cmpd="sng" w="9525">
            <a:solidFill>
              <a:schemeClr val="dk2"/>
            </a:solidFill>
            <a:prstDash val="solid"/>
            <a:round/>
            <a:headEnd len="med" w="med" type="none"/>
            <a:tailEnd len="med" w="med" type="triangle"/>
          </a:ln>
        </p:spPr>
      </p:cxnSp>
      <p:cxnSp>
        <p:nvCxnSpPr>
          <p:cNvPr id="2342" name="Google Shape;2342;p107"/>
          <p:cNvCxnSpPr>
            <a:stCxn id="2332" idx="3"/>
            <a:endCxn id="2334" idx="1"/>
          </p:cNvCxnSpPr>
          <p:nvPr/>
        </p:nvCxnSpPr>
        <p:spPr>
          <a:xfrm>
            <a:off x="6557575" y="2603268"/>
            <a:ext cx="302100" cy="0"/>
          </a:xfrm>
          <a:prstGeom prst="straightConnector1">
            <a:avLst/>
          </a:prstGeom>
          <a:noFill/>
          <a:ln cap="flat" cmpd="sng" w="9525">
            <a:solidFill>
              <a:schemeClr val="dk2"/>
            </a:solidFill>
            <a:prstDash val="solid"/>
            <a:round/>
            <a:headEnd len="med" w="med" type="none"/>
            <a:tailEnd len="med" w="med" type="triangle"/>
          </a:ln>
        </p:spPr>
      </p:cxnSp>
      <p:cxnSp>
        <p:nvCxnSpPr>
          <p:cNvPr id="2343" name="Google Shape;2343;p107"/>
          <p:cNvCxnSpPr>
            <a:stCxn id="2334" idx="3"/>
            <a:endCxn id="2333" idx="1"/>
          </p:cNvCxnSpPr>
          <p:nvPr/>
        </p:nvCxnSpPr>
        <p:spPr>
          <a:xfrm>
            <a:off x="8843575" y="2603268"/>
            <a:ext cx="302100" cy="0"/>
          </a:xfrm>
          <a:prstGeom prst="straightConnector1">
            <a:avLst/>
          </a:prstGeom>
          <a:noFill/>
          <a:ln cap="flat" cmpd="sng" w="9525">
            <a:solidFill>
              <a:schemeClr val="dk2"/>
            </a:solidFill>
            <a:prstDash val="solid"/>
            <a:round/>
            <a:headEnd len="med" w="med" type="none"/>
            <a:tailEnd len="med" w="med" type="triangle"/>
          </a:ln>
        </p:spPr>
      </p:cxnSp>
      <p:cxnSp>
        <p:nvCxnSpPr>
          <p:cNvPr id="2344" name="Google Shape;2344;p107"/>
          <p:cNvCxnSpPr>
            <a:stCxn id="2333" idx="3"/>
            <a:endCxn id="2335" idx="3"/>
          </p:cNvCxnSpPr>
          <p:nvPr/>
        </p:nvCxnSpPr>
        <p:spPr>
          <a:xfrm flipH="1">
            <a:off x="10748575" y="2603268"/>
            <a:ext cx="381000" cy="1295400"/>
          </a:xfrm>
          <a:prstGeom prst="curvedConnector3">
            <a:avLst>
              <a:gd fmla="val -62500" name="adj1"/>
            </a:avLst>
          </a:prstGeom>
          <a:noFill/>
          <a:ln cap="flat" cmpd="sng" w="9525">
            <a:solidFill>
              <a:schemeClr val="dk2"/>
            </a:solidFill>
            <a:prstDash val="solid"/>
            <a:round/>
            <a:headEnd len="med" w="med" type="none"/>
            <a:tailEnd len="med" w="med" type="triangle"/>
          </a:ln>
        </p:spPr>
      </p:cxnSp>
      <p:cxnSp>
        <p:nvCxnSpPr>
          <p:cNvPr id="2345" name="Google Shape;2345;p107"/>
          <p:cNvCxnSpPr>
            <a:stCxn id="2335" idx="1"/>
            <a:endCxn id="2336" idx="3"/>
          </p:cNvCxnSpPr>
          <p:nvPr/>
        </p:nvCxnSpPr>
        <p:spPr>
          <a:xfrm flipH="1">
            <a:off x="8157775" y="3898668"/>
            <a:ext cx="606900" cy="2700"/>
          </a:xfrm>
          <a:prstGeom prst="straightConnector1">
            <a:avLst/>
          </a:prstGeom>
          <a:noFill/>
          <a:ln cap="flat" cmpd="sng" w="9525">
            <a:solidFill>
              <a:schemeClr val="dk2"/>
            </a:solidFill>
            <a:prstDash val="solid"/>
            <a:round/>
            <a:headEnd len="med" w="med" type="none"/>
            <a:tailEnd len="med" w="med" type="triangle"/>
          </a:ln>
        </p:spPr>
      </p:cxnSp>
      <p:cxnSp>
        <p:nvCxnSpPr>
          <p:cNvPr id="2346" name="Google Shape;2346;p107"/>
          <p:cNvCxnSpPr>
            <a:stCxn id="2347" idx="3"/>
            <a:endCxn id="2337" idx="1"/>
          </p:cNvCxnSpPr>
          <p:nvPr/>
        </p:nvCxnSpPr>
        <p:spPr>
          <a:xfrm flipH="1" rot="10800000">
            <a:off x="4271563" y="5194018"/>
            <a:ext cx="757200" cy="5400"/>
          </a:xfrm>
          <a:prstGeom prst="straightConnector1">
            <a:avLst/>
          </a:prstGeom>
          <a:noFill/>
          <a:ln cap="flat" cmpd="sng" w="9525">
            <a:solidFill>
              <a:schemeClr val="dk2"/>
            </a:solidFill>
            <a:prstDash val="solid"/>
            <a:round/>
            <a:headEnd len="med" w="med" type="none"/>
            <a:tailEnd len="med" w="med" type="triangle"/>
          </a:ln>
        </p:spPr>
      </p:cxnSp>
      <p:cxnSp>
        <p:nvCxnSpPr>
          <p:cNvPr id="2348" name="Google Shape;2348;p107"/>
          <p:cNvCxnSpPr>
            <a:stCxn id="2337" idx="3"/>
            <a:endCxn id="2338" idx="1"/>
          </p:cNvCxnSpPr>
          <p:nvPr/>
        </p:nvCxnSpPr>
        <p:spPr>
          <a:xfrm>
            <a:off x="7012750" y="5194068"/>
            <a:ext cx="757200" cy="0"/>
          </a:xfrm>
          <a:prstGeom prst="straightConnector1">
            <a:avLst/>
          </a:prstGeom>
          <a:noFill/>
          <a:ln cap="flat" cmpd="sng" w="9525">
            <a:solidFill>
              <a:schemeClr val="dk2"/>
            </a:solidFill>
            <a:prstDash val="solid"/>
            <a:round/>
            <a:headEnd len="med" w="med" type="none"/>
            <a:tailEnd len="med" w="med" type="triangle"/>
          </a:ln>
        </p:spPr>
      </p:cxnSp>
      <p:cxnSp>
        <p:nvCxnSpPr>
          <p:cNvPr id="2349" name="Google Shape;2349;p107"/>
          <p:cNvCxnSpPr>
            <a:stCxn id="2338" idx="3"/>
            <a:endCxn id="2339" idx="2"/>
          </p:cNvCxnSpPr>
          <p:nvPr/>
        </p:nvCxnSpPr>
        <p:spPr>
          <a:xfrm>
            <a:off x="9753938" y="5194068"/>
            <a:ext cx="757200" cy="0"/>
          </a:xfrm>
          <a:prstGeom prst="straightConnector1">
            <a:avLst/>
          </a:prstGeom>
          <a:noFill/>
          <a:ln cap="flat" cmpd="sng" w="9525">
            <a:solidFill>
              <a:schemeClr val="dk2"/>
            </a:solidFill>
            <a:prstDash val="solid"/>
            <a:round/>
            <a:headEnd len="med" w="med" type="none"/>
            <a:tailEnd len="med" w="med" type="triangle"/>
          </a:ln>
        </p:spPr>
      </p:cxnSp>
      <p:sp>
        <p:nvSpPr>
          <p:cNvPr id="2350" name="Google Shape;2350;p107"/>
          <p:cNvSpPr/>
          <p:nvPr/>
        </p:nvSpPr>
        <p:spPr>
          <a:xfrm>
            <a:off x="1297075" y="34404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If you decided to run without IdM, run provisioner.yml to setup your provisioner.</a:t>
            </a:r>
            <a:endParaRPr b="1">
              <a:latin typeface="Red Hat Display"/>
              <a:ea typeface="Red Hat Display"/>
              <a:cs typeface="Red Hat Display"/>
              <a:sym typeface="Red Hat Display"/>
            </a:endParaRPr>
          </a:p>
        </p:txBody>
      </p:sp>
      <p:sp>
        <p:nvSpPr>
          <p:cNvPr id="2347" name="Google Shape;2347;p107"/>
          <p:cNvSpPr/>
          <p:nvPr/>
        </p:nvSpPr>
        <p:spPr>
          <a:xfrm>
            <a:off x="2287663" y="474116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You can run roles or tasks individually using the helper plays or…</a:t>
            </a:r>
            <a:endParaRPr b="1">
              <a:latin typeface="Red Hat Display"/>
              <a:ea typeface="Red Hat Display"/>
              <a:cs typeface="Red Hat Display"/>
              <a:sym typeface="Red Hat Display"/>
            </a:endParaRPr>
          </a:p>
        </p:txBody>
      </p:sp>
      <p:cxnSp>
        <p:nvCxnSpPr>
          <p:cNvPr id="2351" name="Google Shape;2351;p107"/>
          <p:cNvCxnSpPr>
            <a:stCxn id="2336" idx="1"/>
            <a:endCxn id="2350" idx="3"/>
          </p:cNvCxnSpPr>
          <p:nvPr/>
        </p:nvCxnSpPr>
        <p:spPr>
          <a:xfrm rot="10800000">
            <a:off x="3280975" y="3898660"/>
            <a:ext cx="606900" cy="2700"/>
          </a:xfrm>
          <a:prstGeom prst="straightConnector1">
            <a:avLst/>
          </a:prstGeom>
          <a:noFill/>
          <a:ln cap="flat" cmpd="sng" w="9525">
            <a:solidFill>
              <a:schemeClr val="dk2"/>
            </a:solidFill>
            <a:prstDash val="solid"/>
            <a:round/>
            <a:headEnd len="med" w="med" type="none"/>
            <a:tailEnd len="med" w="med" type="triangle"/>
          </a:ln>
        </p:spPr>
      </p:cxnSp>
      <p:cxnSp>
        <p:nvCxnSpPr>
          <p:cNvPr id="2352" name="Google Shape;2352;p107"/>
          <p:cNvCxnSpPr>
            <a:stCxn id="2350" idx="1"/>
            <a:endCxn id="2347" idx="1"/>
          </p:cNvCxnSpPr>
          <p:nvPr/>
        </p:nvCxnSpPr>
        <p:spPr>
          <a:xfrm>
            <a:off x="1297075" y="3898668"/>
            <a:ext cx="990600" cy="1300800"/>
          </a:xfrm>
          <a:prstGeom prst="curvedConnector3">
            <a:avLst>
              <a:gd fmla="val -24038"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56" name="Shape 2356"/>
        <p:cNvGrpSpPr/>
        <p:nvPr/>
      </p:nvGrpSpPr>
      <p:grpSpPr>
        <a:xfrm>
          <a:off x="0" y="0"/>
          <a:ext cx="0" cy="0"/>
          <a:chOff x="0" y="0"/>
          <a:chExt cx="0" cy="0"/>
        </a:xfrm>
      </p:grpSpPr>
      <p:sp>
        <p:nvSpPr>
          <p:cNvPr id="2357" name="Google Shape;2357;p10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358" name="Google Shape;2358;p108"/>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sz="1200"/>
          </a:p>
        </p:txBody>
      </p:sp>
      <p:sp>
        <p:nvSpPr>
          <p:cNvPr id="2359" name="Google Shape;2359;p108"/>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rhis-builder enablement</a:t>
            </a:r>
            <a:endParaRPr/>
          </a:p>
          <a:p>
            <a:pPr indent="0" lvl="0" marL="0" rtl="0" algn="l">
              <a:spcBef>
                <a:spcPts val="0"/>
              </a:spcBef>
              <a:spcAft>
                <a:spcPts val="0"/>
              </a:spcAft>
              <a:buNone/>
            </a:pPr>
            <a:r>
              <a:t/>
            </a:r>
            <a:endParaRPr/>
          </a:p>
        </p:txBody>
      </p:sp>
      <p:sp>
        <p:nvSpPr>
          <p:cNvPr id="2360" name="Google Shape;2360;p108"/>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A quick note about rhisam and user labels</a:t>
            </a:r>
            <a:endParaRPr/>
          </a:p>
        </p:txBody>
      </p:sp>
      <p:sp>
        <p:nvSpPr>
          <p:cNvPr id="2361" name="Google Shape;2361;p108"/>
          <p:cNvSpPr txBox="1"/>
          <p:nvPr/>
        </p:nvSpPr>
        <p:spPr>
          <a:xfrm>
            <a:off x="2557900" y="2648525"/>
            <a:ext cx="75228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Roboto Mono"/>
                <a:ea typeface="Roboto Mono"/>
                <a:cs typeface="Roboto Mono"/>
                <a:sym typeface="Roboto Mono"/>
              </a:rPr>
              <a:t>domains</a:t>
            </a:r>
            <a:r>
              <a:rPr b="1" lang="en">
                <a:solidFill>
                  <a:schemeClr val="accent1"/>
                </a:solidFill>
                <a:latin typeface="Roboto Mono"/>
                <a:ea typeface="Roboto Mono"/>
                <a:cs typeface="Roboto Mono"/>
                <a:sym typeface="Roboto Mono"/>
              </a:rPr>
              <a:t>_rhisam</a:t>
            </a:r>
            <a:r>
              <a:rPr lang="en">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None/>
            </a:pPr>
            <a:r>
              <a:rPr lang="en">
                <a:latin typeface="Roboto Mono"/>
                <a:ea typeface="Roboto Mono"/>
                <a:cs typeface="Roboto Mono"/>
                <a:sym typeface="Roboto Mono"/>
              </a:rPr>
              <a:t># The domain of the Satellite Server</a:t>
            </a:r>
            <a:endParaRPr>
              <a:latin typeface="Roboto Mono"/>
              <a:ea typeface="Roboto Mono"/>
              <a:cs typeface="Roboto Mono"/>
              <a:sym typeface="Roboto Mono"/>
            </a:endParaRPr>
          </a:p>
          <a:p>
            <a:pPr indent="0" lvl="0" marL="0" rtl="0" algn="l">
              <a:spcBef>
                <a:spcPts val="0"/>
              </a:spcBef>
              <a:spcAft>
                <a:spcPts val="0"/>
              </a:spcAft>
              <a:buNone/>
            </a:pPr>
            <a:r>
              <a:rPr lang="en">
                <a:latin typeface="Roboto Mono"/>
                <a:ea typeface="Roboto Mono"/>
                <a:cs typeface="Roboto Mono"/>
                <a:sym typeface="Roboto Mono"/>
              </a:rPr>
              <a:t>  - name: "{{ satellite_domain }}"</a:t>
            </a:r>
            <a:endParaRPr>
              <a:latin typeface="Roboto Mono"/>
              <a:ea typeface="Roboto Mono"/>
              <a:cs typeface="Roboto Mono"/>
              <a:sym typeface="Roboto Mono"/>
            </a:endParaRPr>
          </a:p>
          <a:p>
            <a:pPr indent="0" lvl="0" marL="0" rtl="0" algn="l">
              <a:spcBef>
                <a:spcPts val="0"/>
              </a:spcBef>
              <a:spcAft>
                <a:spcPts val="0"/>
              </a:spcAft>
              <a:buNone/>
            </a:pPr>
            <a:r>
              <a:rPr lang="en">
                <a:latin typeface="Roboto Mono"/>
                <a:ea typeface="Roboto Mono"/>
                <a:cs typeface="Roboto Mono"/>
                <a:sym typeface="Roboto Mono"/>
              </a:rPr>
              <a:t>    description: "{{ satellite_domain }} - root domain for the installation"</a:t>
            </a:r>
            <a:endParaRPr>
              <a:latin typeface="Roboto Mono"/>
              <a:ea typeface="Roboto Mono"/>
              <a:cs typeface="Roboto Mono"/>
              <a:sym typeface="Roboto Mono"/>
            </a:endParaRPr>
          </a:p>
          <a:p>
            <a:pPr indent="0" lvl="0" marL="0" rtl="0" algn="l">
              <a:spcBef>
                <a:spcPts val="0"/>
              </a:spcBef>
              <a:spcAft>
                <a:spcPts val="0"/>
              </a:spcAft>
              <a:buNone/>
            </a:pPr>
            <a:r>
              <a:rPr lang="en">
                <a:latin typeface="Roboto Mono"/>
                <a:ea typeface="Roboto Mono"/>
                <a:cs typeface="Roboto Mono"/>
                <a:sym typeface="Roboto Mono"/>
              </a:rPr>
              <a:t>    dns_capsule: "{{ satellite_fqdn }}"</a:t>
            </a:r>
            <a:endParaRPr>
              <a:latin typeface="Roboto Mono"/>
              <a:ea typeface="Roboto Mono"/>
              <a:cs typeface="Roboto Mono"/>
              <a:sym typeface="Roboto Mono"/>
            </a:endParaRPr>
          </a:p>
          <a:p>
            <a:pPr indent="0" lvl="0" marL="0" rtl="0" algn="l">
              <a:spcBef>
                <a:spcPts val="0"/>
              </a:spcBef>
              <a:spcAft>
                <a:spcPts val="0"/>
              </a:spcAft>
              <a:buNone/>
            </a:pPr>
            <a:r>
              <a:rPr lang="en">
                <a:latin typeface="Roboto Mono"/>
                <a:ea typeface="Roboto Mono"/>
                <a:cs typeface="Roboto Mono"/>
                <a:sym typeface="Roboto Mono"/>
              </a:rPr>
              <a:t>    organizations:</a:t>
            </a:r>
            <a:endParaRPr>
              <a:latin typeface="Roboto Mono"/>
              <a:ea typeface="Roboto Mono"/>
              <a:cs typeface="Roboto Mono"/>
              <a:sym typeface="Roboto Mono"/>
            </a:endParaRPr>
          </a:p>
          <a:p>
            <a:pPr indent="0" lvl="0" marL="0" rtl="0" algn="l">
              <a:spcBef>
                <a:spcPts val="0"/>
              </a:spcBef>
              <a:spcAft>
                <a:spcPts val="0"/>
              </a:spcAft>
              <a:buNone/>
            </a:pPr>
            <a:r>
              <a:rPr lang="en">
                <a:latin typeface="Roboto Mono"/>
                <a:ea typeface="Roboto Mono"/>
                <a:cs typeface="Roboto Mono"/>
                <a:sym typeface="Roboto Mono"/>
              </a:rPr>
              <a:t>      - "{{ satellite_organization }}"</a:t>
            </a:r>
            <a:endParaRPr>
              <a:latin typeface="Roboto Mono"/>
              <a:ea typeface="Roboto Mono"/>
              <a:cs typeface="Roboto Mono"/>
              <a:sym typeface="Roboto Mono"/>
            </a:endParaRPr>
          </a:p>
          <a:p>
            <a:pPr indent="0" lvl="0" marL="0" rtl="0" algn="l">
              <a:spcBef>
                <a:spcPts val="0"/>
              </a:spcBef>
              <a:spcAft>
                <a:spcPts val="0"/>
              </a:spcAft>
              <a:buNone/>
            </a:pPr>
            <a:r>
              <a:rPr lang="en">
                <a:latin typeface="Roboto Mono"/>
                <a:ea typeface="Roboto Mono"/>
                <a:cs typeface="Roboto Mono"/>
                <a:sym typeface="Roboto Mono"/>
              </a:rPr>
              <a:t>    locations:</a:t>
            </a:r>
            <a:endParaRPr>
              <a:latin typeface="Roboto Mono"/>
              <a:ea typeface="Roboto Mono"/>
              <a:cs typeface="Roboto Mono"/>
              <a:sym typeface="Roboto Mono"/>
            </a:endParaRPr>
          </a:p>
          <a:p>
            <a:pPr indent="0" lvl="0" marL="0" rtl="0" algn="l">
              <a:spcBef>
                <a:spcPts val="0"/>
              </a:spcBef>
              <a:spcAft>
                <a:spcPts val="0"/>
              </a:spcAft>
              <a:buNone/>
            </a:pPr>
            <a:r>
              <a:rPr lang="en">
                <a:latin typeface="Roboto Mono"/>
                <a:ea typeface="Roboto Mono"/>
                <a:cs typeface="Roboto Mono"/>
                <a:sym typeface="Roboto Mono"/>
              </a:rPr>
              <a:t>      - "{{ satellite_location }}"</a:t>
            </a:r>
            <a:endParaRPr>
              <a:latin typeface="Roboto Mono"/>
              <a:ea typeface="Roboto Mono"/>
              <a:cs typeface="Roboto Mono"/>
              <a:sym typeface="Roboto Mono"/>
            </a:endParaRPr>
          </a:p>
          <a:p>
            <a:pPr indent="0" lvl="0" marL="0" rtl="0" algn="l">
              <a:spcBef>
                <a:spcPts val="0"/>
              </a:spcBef>
              <a:spcAft>
                <a:spcPts val="0"/>
              </a:spcAft>
              <a:buNone/>
            </a:pPr>
            <a:r>
              <a:t/>
            </a:r>
            <a:endParaRPr>
              <a:latin typeface="Roboto Mono"/>
              <a:ea typeface="Roboto Mono"/>
              <a:cs typeface="Roboto Mono"/>
              <a:sym typeface="Roboto Mono"/>
            </a:endParaRPr>
          </a:p>
          <a:p>
            <a:pPr indent="0" lvl="0" marL="0" rtl="0" algn="l">
              <a:spcBef>
                <a:spcPts val="0"/>
              </a:spcBef>
              <a:spcAft>
                <a:spcPts val="0"/>
              </a:spcAft>
              <a:buNone/>
            </a:pPr>
            <a:r>
              <a:rPr lang="en">
                <a:latin typeface="Roboto Mono"/>
                <a:ea typeface="Roboto Mono"/>
                <a:cs typeface="Roboto Mono"/>
                <a:sym typeface="Roboto Mono"/>
              </a:rPr>
              <a:t># </a:t>
            </a:r>
            <a:r>
              <a:rPr b="1" lang="en">
                <a:latin typeface="Roboto Mono"/>
                <a:ea typeface="Roboto Mono"/>
                <a:cs typeface="Roboto Mono"/>
                <a:sym typeface="Roboto Mono"/>
              </a:rPr>
              <a:t>domains</a:t>
            </a:r>
            <a:r>
              <a:rPr b="1" lang="en">
                <a:solidFill>
                  <a:srgbClr val="0000FF"/>
                </a:solidFill>
                <a:latin typeface="Roboto Mono"/>
                <a:ea typeface="Roboto Mono"/>
                <a:cs typeface="Roboto Mono"/>
                <a:sym typeface="Roboto Mono"/>
              </a:rPr>
              <a:t>_user</a:t>
            </a:r>
            <a:r>
              <a:rPr lang="en">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None/>
            </a:pPr>
            <a:r>
              <a:rPr lang="en">
                <a:latin typeface="Roboto Mono"/>
                <a:ea typeface="Roboto Mono"/>
                <a:cs typeface="Roboto Mono"/>
                <a:sym typeface="Roboto Mono"/>
              </a:rPr>
              <a:t># uncomment and add your user domains here</a:t>
            </a:r>
            <a:endParaRPr>
              <a:latin typeface="Roboto Mono"/>
              <a:ea typeface="Roboto Mono"/>
              <a:cs typeface="Roboto Mono"/>
              <a:sym typeface="Roboto Mono"/>
            </a:endParaRPr>
          </a:p>
        </p:txBody>
      </p:sp>
      <p:sp>
        <p:nvSpPr>
          <p:cNvPr id="2362" name="Google Shape;2362;p108"/>
          <p:cNvSpPr txBox="1"/>
          <p:nvPr/>
        </p:nvSpPr>
        <p:spPr>
          <a:xfrm>
            <a:off x="1591125" y="1893250"/>
            <a:ext cx="4005600" cy="60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Let’s use “domains” as a example:</a:t>
            </a:r>
            <a:endParaRPr sz="1800">
              <a:latin typeface="Red Hat Display"/>
              <a:ea typeface="Red Hat Display"/>
              <a:cs typeface="Red Hat Display"/>
              <a:sym typeface="Red Hat Display"/>
            </a:endParaRPr>
          </a:p>
        </p:txBody>
      </p:sp>
      <p:sp>
        <p:nvSpPr>
          <p:cNvPr id="2363" name="Google Shape;2363;p108"/>
          <p:cNvSpPr/>
          <p:nvPr/>
        </p:nvSpPr>
        <p:spPr>
          <a:xfrm>
            <a:off x="9486400" y="2900300"/>
            <a:ext cx="251700" cy="2175300"/>
          </a:xfrm>
          <a:prstGeom prst="rightBrace">
            <a:avLst>
              <a:gd fmla="val 50000" name="adj1"/>
              <a:gd fmla="val 50000" name="adj2"/>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364" name="Google Shape;2364;p108"/>
          <p:cNvSpPr txBox="1"/>
          <p:nvPr/>
        </p:nvSpPr>
        <p:spPr>
          <a:xfrm>
            <a:off x="9959700" y="2970800"/>
            <a:ext cx="1973700" cy="217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This section specifies the standard rhisam build. Designed to work and show good practice. It is the example.</a:t>
            </a:r>
            <a:endParaRPr sz="1800">
              <a:latin typeface="Red Hat Display"/>
              <a:ea typeface="Red Hat Display"/>
              <a:cs typeface="Red Hat Display"/>
              <a:sym typeface="Red Hat Display"/>
            </a:endParaRPr>
          </a:p>
        </p:txBody>
      </p:sp>
      <p:sp>
        <p:nvSpPr>
          <p:cNvPr id="2365" name="Google Shape;2365;p108"/>
          <p:cNvSpPr/>
          <p:nvPr/>
        </p:nvSpPr>
        <p:spPr>
          <a:xfrm>
            <a:off x="9486400" y="5338700"/>
            <a:ext cx="251700" cy="604200"/>
          </a:xfrm>
          <a:prstGeom prst="rightBrace">
            <a:avLst>
              <a:gd fmla="val 50000" name="adj1"/>
              <a:gd fmla="val 50000" name="adj2"/>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366" name="Google Shape;2366;p108"/>
          <p:cNvSpPr txBox="1"/>
          <p:nvPr/>
        </p:nvSpPr>
        <p:spPr>
          <a:xfrm>
            <a:off x="9959700" y="5409200"/>
            <a:ext cx="2124900" cy="81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In this section you get to decide!</a:t>
            </a:r>
            <a:endParaRPr sz="1800">
              <a:latin typeface="Red Hat Display"/>
              <a:ea typeface="Red Hat Display"/>
              <a:cs typeface="Red Hat Display"/>
              <a:sym typeface="Red Hat Display"/>
            </a:endParaRPr>
          </a:p>
        </p:txBody>
      </p:sp>
      <p:sp>
        <p:nvSpPr>
          <p:cNvPr id="2367" name="Google Shape;2367;p108"/>
          <p:cNvSpPr txBox="1"/>
          <p:nvPr/>
        </p:nvSpPr>
        <p:spPr>
          <a:xfrm>
            <a:off x="422950" y="2789525"/>
            <a:ext cx="1822800" cy="298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The ansible code in the project is tagged with: </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i="1" lang="en">
                <a:latin typeface="Red Hat Display"/>
                <a:ea typeface="Red Hat Display"/>
                <a:cs typeface="Red Hat Display"/>
                <a:sym typeface="Red Hat Display"/>
              </a:rPr>
              <a:t>tags_rhism</a:t>
            </a:r>
            <a:endParaRPr i="1">
              <a:latin typeface="Red Hat Display"/>
              <a:ea typeface="Red Hat Display"/>
              <a:cs typeface="Red Hat Display"/>
              <a:sym typeface="Red Hat Display"/>
            </a:endParaRPr>
          </a:p>
          <a:p>
            <a:pPr indent="0" lvl="0" marL="0" rtl="0" algn="l">
              <a:spcBef>
                <a:spcPts val="0"/>
              </a:spcBef>
              <a:spcAft>
                <a:spcPts val="0"/>
              </a:spcAft>
              <a:buNone/>
            </a:pPr>
            <a:r>
              <a:rPr i="1" lang="en">
                <a:latin typeface="Red Hat Display"/>
                <a:ea typeface="Red Hat Display"/>
                <a:cs typeface="Red Hat Display"/>
                <a:sym typeface="Red Hat Display"/>
              </a:rPr>
              <a:t>tags_user</a:t>
            </a:r>
            <a:endParaRPr i="1">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to allow you to select what you want to run without deleting configuration</a:t>
            </a:r>
            <a:endParaRPr>
              <a:latin typeface="Red Hat Display"/>
              <a:ea typeface="Red Hat Display"/>
              <a:cs typeface="Red Hat Display"/>
              <a:sym typeface="Red Hat Display"/>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71" name="Shape 2371"/>
        <p:cNvGrpSpPr/>
        <p:nvPr/>
      </p:nvGrpSpPr>
      <p:grpSpPr>
        <a:xfrm>
          <a:off x="0" y="0"/>
          <a:ext cx="0" cy="0"/>
          <a:chOff x="0" y="0"/>
          <a:chExt cx="0" cy="0"/>
        </a:xfrm>
      </p:grpSpPr>
      <p:sp>
        <p:nvSpPr>
          <p:cNvPr id="2372" name="Google Shape;2372;p10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373" name="Google Shape;2373;p109"/>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sz="1200"/>
          </a:p>
        </p:txBody>
      </p:sp>
      <p:sp>
        <p:nvSpPr>
          <p:cNvPr id="2374" name="Google Shape;2374;p109"/>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rhis-builder enablement</a:t>
            </a:r>
            <a:endParaRPr/>
          </a:p>
          <a:p>
            <a:pPr indent="0" lvl="0" marL="0" rtl="0" algn="l">
              <a:spcBef>
                <a:spcPts val="0"/>
              </a:spcBef>
              <a:spcAft>
                <a:spcPts val="0"/>
              </a:spcAft>
              <a:buNone/>
            </a:pPr>
            <a:r>
              <a:t/>
            </a:r>
            <a:endParaRPr/>
          </a:p>
        </p:txBody>
      </p:sp>
      <p:sp>
        <p:nvSpPr>
          <p:cNvPr id="2375" name="Google Shape;2375;p109"/>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The Optimal Path for Upstream Repos</a:t>
            </a:r>
            <a:endParaRPr/>
          </a:p>
        </p:txBody>
      </p:sp>
      <p:sp>
        <p:nvSpPr>
          <p:cNvPr id="2376" name="Google Shape;2376;p109"/>
          <p:cNvSpPr/>
          <p:nvPr/>
        </p:nvSpPr>
        <p:spPr>
          <a:xfrm>
            <a:off x="1148025" y="2236068"/>
            <a:ext cx="731700" cy="734400"/>
          </a:xfrm>
          <a:prstGeom prst="ellipse">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latin typeface="Red Hat Display"/>
                <a:ea typeface="Red Hat Display"/>
                <a:cs typeface="Red Hat Display"/>
                <a:sym typeface="Red Hat Display"/>
              </a:rPr>
              <a:t>Start</a:t>
            </a:r>
            <a:endParaRPr b="1" sz="1100">
              <a:solidFill>
                <a:schemeClr val="lt1"/>
              </a:solidFill>
              <a:latin typeface="Red Hat Display"/>
              <a:ea typeface="Red Hat Display"/>
              <a:cs typeface="Red Hat Display"/>
              <a:sym typeface="Red Hat Display"/>
            </a:endParaRPr>
          </a:p>
        </p:txBody>
      </p:sp>
      <p:sp>
        <p:nvSpPr>
          <p:cNvPr id="2377" name="Google Shape;2377;p109"/>
          <p:cNvSpPr/>
          <p:nvPr/>
        </p:nvSpPr>
        <p:spPr>
          <a:xfrm>
            <a:off x="2495725" y="21450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accent3"/>
                </a:solidFill>
                <a:latin typeface="Red Hat Display"/>
                <a:ea typeface="Red Hat Display"/>
                <a:cs typeface="Red Hat Display"/>
                <a:sym typeface="Red Hat Display"/>
              </a:rPr>
              <a:t>Next, use the rhis-builder-aap repo</a:t>
            </a:r>
            <a:endParaRPr b="1">
              <a:solidFill>
                <a:schemeClr val="accent3"/>
              </a:solidFill>
              <a:latin typeface="Red Hat Display"/>
              <a:ea typeface="Red Hat Display"/>
              <a:cs typeface="Red Hat Display"/>
              <a:sym typeface="Red Hat Display"/>
            </a:endParaRPr>
          </a:p>
        </p:txBody>
      </p:sp>
      <p:sp>
        <p:nvSpPr>
          <p:cNvPr id="2378" name="Google Shape;2378;p109"/>
          <p:cNvSpPr/>
          <p:nvPr/>
        </p:nvSpPr>
        <p:spPr>
          <a:xfrm>
            <a:off x="5095625" y="21450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Examine the variable files under host_vars for </a:t>
            </a:r>
            <a:r>
              <a:rPr b="1" lang="en">
                <a:solidFill>
                  <a:schemeClr val="dk1"/>
                </a:solidFill>
                <a:latin typeface="Red Hat Display"/>
                <a:ea typeface="Red Hat Display"/>
                <a:cs typeface="Red Hat Display"/>
                <a:sym typeface="Red Hat Display"/>
              </a:rPr>
              <a:t>your aap hosts</a:t>
            </a:r>
            <a:endParaRPr>
              <a:latin typeface="Red Hat Display"/>
              <a:ea typeface="Red Hat Display"/>
              <a:cs typeface="Red Hat Display"/>
              <a:sym typeface="Red Hat Display"/>
            </a:endParaRPr>
          </a:p>
        </p:txBody>
      </p:sp>
      <p:sp>
        <p:nvSpPr>
          <p:cNvPr id="2379" name="Google Shape;2379;p109"/>
          <p:cNvSpPr/>
          <p:nvPr/>
        </p:nvSpPr>
        <p:spPr>
          <a:xfrm>
            <a:off x="7695525" y="21450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THIS deploys AAP 2.4 or 2.5 models. Plan appropriately.</a:t>
            </a:r>
            <a:endParaRPr sz="1200">
              <a:latin typeface="Red Hat Display"/>
              <a:ea typeface="Red Hat Display"/>
              <a:cs typeface="Red Hat Display"/>
              <a:sym typeface="Red Hat Display"/>
            </a:endParaRPr>
          </a:p>
        </p:txBody>
      </p:sp>
      <p:sp>
        <p:nvSpPr>
          <p:cNvPr id="2380" name="Google Shape;2380;p109"/>
          <p:cNvSpPr/>
          <p:nvPr/>
        </p:nvSpPr>
        <p:spPr>
          <a:xfrm>
            <a:off x="3704708" y="34404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The aap-platform role will install the aap platform on the systems.</a:t>
            </a:r>
            <a:endParaRPr>
              <a:latin typeface="Red Hat Display"/>
              <a:ea typeface="Red Hat Display"/>
              <a:cs typeface="Red Hat Display"/>
              <a:sym typeface="Red Hat Display"/>
            </a:endParaRPr>
          </a:p>
        </p:txBody>
      </p:sp>
      <p:sp>
        <p:nvSpPr>
          <p:cNvPr id="2381" name="Google Shape;2381;p109"/>
          <p:cNvSpPr/>
          <p:nvPr/>
        </p:nvSpPr>
        <p:spPr>
          <a:xfrm>
            <a:off x="4664388" y="47358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Validate your AAP Platform Environment</a:t>
            </a:r>
            <a:endParaRPr b="1">
              <a:latin typeface="Red Hat Display"/>
              <a:ea typeface="Red Hat Display"/>
              <a:cs typeface="Red Hat Display"/>
              <a:sym typeface="Red Hat Display"/>
            </a:endParaRPr>
          </a:p>
        </p:txBody>
      </p:sp>
      <p:sp>
        <p:nvSpPr>
          <p:cNvPr id="2382" name="Google Shape;2382;p109"/>
          <p:cNvSpPr/>
          <p:nvPr/>
        </p:nvSpPr>
        <p:spPr>
          <a:xfrm>
            <a:off x="7082225" y="4826868"/>
            <a:ext cx="731700" cy="734400"/>
          </a:xfrm>
          <a:prstGeom prst="ellipse">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latin typeface="Red Hat Display"/>
                <a:ea typeface="Red Hat Display"/>
                <a:cs typeface="Red Hat Display"/>
                <a:sym typeface="Red Hat Display"/>
              </a:rPr>
              <a:t>Stop</a:t>
            </a:r>
            <a:endParaRPr b="1" sz="1100">
              <a:solidFill>
                <a:schemeClr val="lt1"/>
              </a:solidFill>
              <a:latin typeface="Red Hat Display"/>
              <a:ea typeface="Red Hat Display"/>
              <a:cs typeface="Red Hat Display"/>
              <a:sym typeface="Red Hat Display"/>
            </a:endParaRPr>
          </a:p>
        </p:txBody>
      </p:sp>
      <p:cxnSp>
        <p:nvCxnSpPr>
          <p:cNvPr id="2383" name="Google Shape;2383;p109"/>
          <p:cNvCxnSpPr>
            <a:stCxn id="2376" idx="6"/>
            <a:endCxn id="2377" idx="1"/>
          </p:cNvCxnSpPr>
          <p:nvPr/>
        </p:nvCxnSpPr>
        <p:spPr>
          <a:xfrm>
            <a:off x="1879725" y="2603268"/>
            <a:ext cx="615900" cy="0"/>
          </a:xfrm>
          <a:prstGeom prst="straightConnector1">
            <a:avLst/>
          </a:prstGeom>
          <a:noFill/>
          <a:ln cap="flat" cmpd="sng" w="9525">
            <a:solidFill>
              <a:schemeClr val="dk2"/>
            </a:solidFill>
            <a:prstDash val="solid"/>
            <a:round/>
            <a:headEnd len="med" w="med" type="none"/>
            <a:tailEnd len="med" w="med" type="triangle"/>
          </a:ln>
        </p:spPr>
      </p:cxnSp>
      <p:cxnSp>
        <p:nvCxnSpPr>
          <p:cNvPr id="2384" name="Google Shape;2384;p109"/>
          <p:cNvCxnSpPr>
            <a:stCxn id="2377" idx="3"/>
            <a:endCxn id="2378" idx="1"/>
          </p:cNvCxnSpPr>
          <p:nvPr/>
        </p:nvCxnSpPr>
        <p:spPr>
          <a:xfrm>
            <a:off x="4479625" y="2603268"/>
            <a:ext cx="615900" cy="0"/>
          </a:xfrm>
          <a:prstGeom prst="straightConnector1">
            <a:avLst/>
          </a:prstGeom>
          <a:noFill/>
          <a:ln cap="flat" cmpd="sng" w="9525">
            <a:solidFill>
              <a:schemeClr val="dk2"/>
            </a:solidFill>
            <a:prstDash val="solid"/>
            <a:round/>
            <a:headEnd len="med" w="med" type="none"/>
            <a:tailEnd len="med" w="med" type="triangle"/>
          </a:ln>
        </p:spPr>
      </p:cxnSp>
      <p:cxnSp>
        <p:nvCxnSpPr>
          <p:cNvPr id="2385" name="Google Shape;2385;p109"/>
          <p:cNvCxnSpPr>
            <a:stCxn id="2378" idx="3"/>
            <a:endCxn id="2379" idx="1"/>
          </p:cNvCxnSpPr>
          <p:nvPr/>
        </p:nvCxnSpPr>
        <p:spPr>
          <a:xfrm>
            <a:off x="7079525" y="2603268"/>
            <a:ext cx="615900" cy="0"/>
          </a:xfrm>
          <a:prstGeom prst="straightConnector1">
            <a:avLst/>
          </a:prstGeom>
          <a:noFill/>
          <a:ln cap="flat" cmpd="sng" w="9525">
            <a:solidFill>
              <a:schemeClr val="dk2"/>
            </a:solidFill>
            <a:prstDash val="solid"/>
            <a:round/>
            <a:headEnd len="med" w="med" type="none"/>
            <a:tailEnd len="med" w="med" type="triangle"/>
          </a:ln>
        </p:spPr>
      </p:cxnSp>
      <p:cxnSp>
        <p:nvCxnSpPr>
          <p:cNvPr id="2386" name="Google Shape;2386;p109"/>
          <p:cNvCxnSpPr>
            <a:stCxn id="2379" idx="3"/>
            <a:endCxn id="2387" idx="3"/>
          </p:cNvCxnSpPr>
          <p:nvPr/>
        </p:nvCxnSpPr>
        <p:spPr>
          <a:xfrm>
            <a:off x="9679425" y="2603268"/>
            <a:ext cx="1628400" cy="1295400"/>
          </a:xfrm>
          <a:prstGeom prst="curvedConnector3">
            <a:avLst>
              <a:gd fmla="val 114620" name="adj1"/>
            </a:avLst>
          </a:prstGeom>
          <a:noFill/>
          <a:ln cap="flat" cmpd="sng" w="9525">
            <a:solidFill>
              <a:schemeClr val="dk2"/>
            </a:solidFill>
            <a:prstDash val="solid"/>
            <a:round/>
            <a:headEnd len="med" w="med" type="none"/>
            <a:tailEnd len="med" w="med" type="triangle"/>
          </a:ln>
        </p:spPr>
      </p:cxnSp>
      <p:cxnSp>
        <p:nvCxnSpPr>
          <p:cNvPr id="2388" name="Google Shape;2388;p109"/>
          <p:cNvCxnSpPr>
            <a:stCxn id="2389" idx="1"/>
            <a:endCxn id="2380" idx="3"/>
          </p:cNvCxnSpPr>
          <p:nvPr/>
        </p:nvCxnSpPr>
        <p:spPr>
          <a:xfrm rot="10800000">
            <a:off x="5688692" y="3898675"/>
            <a:ext cx="495000" cy="0"/>
          </a:xfrm>
          <a:prstGeom prst="straightConnector1">
            <a:avLst/>
          </a:prstGeom>
          <a:noFill/>
          <a:ln cap="flat" cmpd="sng" w="9525">
            <a:solidFill>
              <a:schemeClr val="dk2"/>
            </a:solidFill>
            <a:prstDash val="solid"/>
            <a:round/>
            <a:headEnd len="med" w="med" type="none"/>
            <a:tailEnd len="med" w="med" type="triangle"/>
          </a:ln>
        </p:spPr>
      </p:cxnSp>
      <p:cxnSp>
        <p:nvCxnSpPr>
          <p:cNvPr id="2390" name="Google Shape;2390;p109"/>
          <p:cNvCxnSpPr>
            <a:stCxn id="2380" idx="1"/>
            <a:endCxn id="2391" idx="3"/>
          </p:cNvCxnSpPr>
          <p:nvPr/>
        </p:nvCxnSpPr>
        <p:spPr>
          <a:xfrm rot="10800000">
            <a:off x="3209708" y="3898668"/>
            <a:ext cx="495000" cy="0"/>
          </a:xfrm>
          <a:prstGeom prst="straightConnector1">
            <a:avLst/>
          </a:prstGeom>
          <a:noFill/>
          <a:ln cap="flat" cmpd="sng" w="9525">
            <a:solidFill>
              <a:schemeClr val="dk2"/>
            </a:solidFill>
            <a:prstDash val="solid"/>
            <a:round/>
            <a:headEnd len="med" w="med" type="none"/>
            <a:tailEnd len="med" w="med" type="triangle"/>
          </a:ln>
        </p:spPr>
      </p:cxnSp>
      <p:cxnSp>
        <p:nvCxnSpPr>
          <p:cNvPr id="2392" name="Google Shape;2392;p109"/>
          <p:cNvCxnSpPr>
            <a:stCxn id="2381" idx="3"/>
            <a:endCxn id="2382" idx="2"/>
          </p:cNvCxnSpPr>
          <p:nvPr/>
        </p:nvCxnSpPr>
        <p:spPr>
          <a:xfrm>
            <a:off x="6648288" y="5194068"/>
            <a:ext cx="433800" cy="0"/>
          </a:xfrm>
          <a:prstGeom prst="straightConnector1">
            <a:avLst/>
          </a:prstGeom>
          <a:noFill/>
          <a:ln cap="flat" cmpd="sng" w="9525">
            <a:solidFill>
              <a:schemeClr val="dk2"/>
            </a:solidFill>
            <a:prstDash val="solid"/>
            <a:round/>
            <a:headEnd len="med" w="med" type="none"/>
            <a:tailEnd len="med" w="med" type="triangle"/>
          </a:ln>
        </p:spPr>
      </p:cxnSp>
      <p:sp>
        <p:nvSpPr>
          <p:cNvPr id="2387" name="Google Shape;2387;p109"/>
          <p:cNvSpPr/>
          <p:nvPr/>
        </p:nvSpPr>
        <p:spPr>
          <a:xfrm>
            <a:off x="8993275" y="3440425"/>
            <a:ext cx="23145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The aap-platform-builder role will use satellite to deploy all the hosts. Anywhere!</a:t>
            </a:r>
            <a:endParaRPr sz="1200">
              <a:latin typeface="Red Hat Display"/>
              <a:ea typeface="Red Hat Display"/>
              <a:cs typeface="Red Hat Display"/>
              <a:sym typeface="Red Hat Display"/>
            </a:endParaRPr>
          </a:p>
        </p:txBody>
      </p:sp>
      <p:sp>
        <p:nvSpPr>
          <p:cNvPr id="2389" name="Google Shape;2389;p109"/>
          <p:cNvSpPr/>
          <p:nvPr/>
        </p:nvSpPr>
        <p:spPr>
          <a:xfrm>
            <a:off x="6183692" y="3440425"/>
            <a:ext cx="23145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The aap-platform-pre role will configure all the prerequisites for all nodes</a:t>
            </a:r>
            <a:endParaRPr sz="1200">
              <a:latin typeface="Red Hat Display"/>
              <a:ea typeface="Red Hat Display"/>
              <a:cs typeface="Red Hat Display"/>
              <a:sym typeface="Red Hat Display"/>
            </a:endParaRPr>
          </a:p>
        </p:txBody>
      </p:sp>
      <p:sp>
        <p:nvSpPr>
          <p:cNvPr id="2391" name="Google Shape;2391;p109"/>
          <p:cNvSpPr/>
          <p:nvPr/>
        </p:nvSpPr>
        <p:spPr>
          <a:xfrm>
            <a:off x="1054725" y="3440425"/>
            <a:ext cx="2154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The aap-platform-post role will configure aap, build ees and load objects.</a:t>
            </a:r>
            <a:endParaRPr>
              <a:latin typeface="Red Hat Display"/>
              <a:ea typeface="Red Hat Display"/>
              <a:cs typeface="Red Hat Display"/>
              <a:sym typeface="Red Hat Display"/>
            </a:endParaRPr>
          </a:p>
        </p:txBody>
      </p:sp>
      <p:cxnSp>
        <p:nvCxnSpPr>
          <p:cNvPr id="2393" name="Google Shape;2393;p109"/>
          <p:cNvCxnSpPr>
            <a:stCxn id="2391" idx="1"/>
            <a:endCxn id="2381" idx="1"/>
          </p:cNvCxnSpPr>
          <p:nvPr/>
        </p:nvCxnSpPr>
        <p:spPr>
          <a:xfrm>
            <a:off x="1054725" y="3898675"/>
            <a:ext cx="3609600" cy="1295400"/>
          </a:xfrm>
          <a:prstGeom prst="curvedConnector3">
            <a:avLst>
              <a:gd fmla="val -6597"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97" name="Shape 2397"/>
        <p:cNvGrpSpPr/>
        <p:nvPr/>
      </p:nvGrpSpPr>
      <p:grpSpPr>
        <a:xfrm>
          <a:off x="0" y="0"/>
          <a:ext cx="0" cy="0"/>
          <a:chOff x="0" y="0"/>
          <a:chExt cx="0" cy="0"/>
        </a:xfrm>
      </p:grpSpPr>
      <p:sp>
        <p:nvSpPr>
          <p:cNvPr id="2398" name="Google Shape;2398;p11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sz="900">
                <a:latin typeface="Red Hat Text Medium"/>
                <a:ea typeface="Red Hat Text Medium"/>
                <a:cs typeface="Red Hat Text Medium"/>
                <a:sym typeface="Red Hat Text Medium"/>
              </a:rPr>
              <a:t>Red Hat Infrastructure Standard Adoption Model</a:t>
            </a:r>
            <a:endParaRPr/>
          </a:p>
        </p:txBody>
      </p:sp>
      <p:sp>
        <p:nvSpPr>
          <p:cNvPr id="2399" name="Google Shape;2399;p11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400" name="Google Shape;2400;p110"/>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2401" name="Google Shape;2401;p110"/>
          <p:cNvSpPr txBox="1"/>
          <p:nvPr>
            <p:ph idx="4" type="body"/>
          </p:nvPr>
        </p:nvSpPr>
        <p:spPr>
          <a:xfrm>
            <a:off x="5486400" y="1600200"/>
            <a:ext cx="5839500" cy="4563300"/>
          </a:xfrm>
          <a:prstGeom prst="rect">
            <a:avLst/>
          </a:prstGeom>
        </p:spPr>
        <p:txBody>
          <a:bodyPr anchorCtr="0" anchor="t" bIns="0" lIns="0" spcFirstLastPara="1" rIns="0" wrap="square" tIns="0">
            <a:noAutofit/>
          </a:bodyPr>
          <a:lstStyle/>
          <a:p>
            <a:pPr indent="0" lvl="0" marL="457200" rtl="0" algn="l">
              <a:spcBef>
                <a:spcPts val="0"/>
              </a:spcBef>
              <a:spcAft>
                <a:spcPts val="0"/>
              </a:spcAft>
              <a:buNone/>
            </a:pPr>
            <a:r>
              <a:rPr lang="en" sz="2700">
                <a:latin typeface="Red Hat Display Medium"/>
                <a:ea typeface="Red Hat Display Medium"/>
                <a:cs typeface="Red Hat Display Medium"/>
                <a:sym typeface="Red Hat Display Medium"/>
              </a:rPr>
              <a:t>Day 1</a:t>
            </a:r>
            <a:endParaRPr sz="2700">
              <a:latin typeface="Red Hat Display Medium"/>
              <a:ea typeface="Red Hat Display Medium"/>
              <a:cs typeface="Red Hat Display Medium"/>
              <a:sym typeface="Red Hat Display Medium"/>
            </a:endParaRPr>
          </a:p>
          <a:p>
            <a:pPr indent="-342900" lvl="0" marL="457200" rtl="0" algn="l">
              <a:spcBef>
                <a:spcPts val="2000"/>
              </a:spcBef>
              <a:spcAft>
                <a:spcPts val="0"/>
              </a:spcAft>
              <a:buSzPts val="1800"/>
              <a:buChar char="▸"/>
            </a:pPr>
            <a:r>
              <a:rPr lang="en"/>
              <a:t>Getting repos</a:t>
            </a:r>
            <a:endParaRPr/>
          </a:p>
          <a:p>
            <a:pPr indent="-342900" lvl="0" marL="457200" rtl="0" algn="l">
              <a:spcBef>
                <a:spcPts val="0"/>
              </a:spcBef>
              <a:spcAft>
                <a:spcPts val="0"/>
              </a:spcAft>
              <a:buSzPts val="1800"/>
              <a:buChar char="▸"/>
            </a:pPr>
            <a:r>
              <a:rPr lang="en"/>
              <a:t>The repo (current) organization</a:t>
            </a:r>
            <a:endParaRPr/>
          </a:p>
          <a:p>
            <a:pPr indent="-342900" lvl="0" marL="457200" rtl="0" algn="l">
              <a:spcBef>
                <a:spcPts val="0"/>
              </a:spcBef>
              <a:spcAft>
                <a:spcPts val="0"/>
              </a:spcAft>
              <a:buSzPts val="1800"/>
              <a:buChar char="▸"/>
            </a:pPr>
            <a:r>
              <a:rPr lang="en"/>
              <a:t>The bootstrap targets</a:t>
            </a:r>
            <a:endParaRPr/>
          </a:p>
          <a:p>
            <a:pPr indent="-342900" lvl="0" marL="457200" rtl="0" algn="l">
              <a:spcBef>
                <a:spcPts val="0"/>
              </a:spcBef>
              <a:spcAft>
                <a:spcPts val="0"/>
              </a:spcAft>
              <a:buSzPts val="1800"/>
              <a:buChar char="▸"/>
            </a:pPr>
            <a:r>
              <a:rPr lang="en"/>
              <a:t>The rhis_builder_vars.yml file and variables</a:t>
            </a:r>
            <a:endParaRPr/>
          </a:p>
          <a:p>
            <a:pPr indent="-342900" lvl="0" marL="457200" rtl="0" algn="l">
              <a:spcBef>
                <a:spcPts val="0"/>
              </a:spcBef>
              <a:spcAft>
                <a:spcPts val="0"/>
              </a:spcAft>
              <a:buSzPts val="1800"/>
              <a:buChar char="▸"/>
            </a:pPr>
            <a:r>
              <a:rPr lang="en"/>
              <a:t>Builder variables</a:t>
            </a:r>
            <a:endParaRPr/>
          </a:p>
          <a:p>
            <a:pPr indent="-342900" lvl="0" marL="457200" rtl="0" algn="l">
              <a:spcBef>
                <a:spcPts val="0"/>
              </a:spcBef>
              <a:spcAft>
                <a:spcPts val="0"/>
              </a:spcAft>
              <a:buSzPts val="1800"/>
              <a:buChar char="▸"/>
            </a:pPr>
            <a:r>
              <a:rPr lang="en"/>
              <a:t>AWS Variables</a:t>
            </a:r>
            <a:endParaRPr/>
          </a:p>
          <a:p>
            <a:pPr indent="-342900" lvl="0" marL="457200" rtl="0" algn="l">
              <a:spcBef>
                <a:spcPts val="0"/>
              </a:spcBef>
              <a:spcAft>
                <a:spcPts val="0"/>
              </a:spcAft>
              <a:buSzPts val="1800"/>
              <a:buChar char="▸"/>
            </a:pPr>
            <a:r>
              <a:rPr lang="en"/>
              <a:t>VMware Variables</a:t>
            </a:r>
            <a:endParaRPr/>
          </a:p>
          <a:p>
            <a:pPr indent="-342900" lvl="0" marL="457200" rtl="0" algn="l">
              <a:spcBef>
                <a:spcPts val="0"/>
              </a:spcBef>
              <a:spcAft>
                <a:spcPts val="0"/>
              </a:spcAft>
              <a:buSzPts val="1800"/>
              <a:buChar char="▸"/>
            </a:pPr>
            <a:r>
              <a:rPr b="1" lang="en">
                <a:solidFill>
                  <a:schemeClr val="dk1"/>
                </a:solidFill>
              </a:rPr>
              <a:t>Running Phase 1</a:t>
            </a:r>
            <a:endParaRPr b="1"/>
          </a:p>
          <a:p>
            <a:pPr indent="-342900" lvl="0" marL="457200" rtl="0" algn="l">
              <a:spcBef>
                <a:spcPts val="0"/>
              </a:spcBef>
              <a:spcAft>
                <a:spcPts val="0"/>
              </a:spcAft>
              <a:buSzPts val="1800"/>
              <a:buChar char="▸"/>
            </a:pPr>
            <a:r>
              <a:rPr lang="en"/>
              <a:t>Identity Management Variables</a:t>
            </a:r>
            <a:endParaRPr/>
          </a:p>
          <a:p>
            <a:pPr indent="-342900" lvl="0" marL="457200" rtl="0" algn="l">
              <a:spcBef>
                <a:spcPts val="0"/>
              </a:spcBef>
              <a:spcAft>
                <a:spcPts val="0"/>
              </a:spcAft>
              <a:buSzPts val="1800"/>
              <a:buChar char="▸"/>
            </a:pPr>
            <a:r>
              <a:rPr b="1" lang="en">
                <a:solidFill>
                  <a:schemeClr val="dk1"/>
                </a:solidFill>
              </a:rPr>
              <a:t>Running Phase 2</a:t>
            </a:r>
            <a:endParaRPr b="1"/>
          </a:p>
          <a:p>
            <a:pPr indent="-342900" lvl="0" marL="457200" rtl="0" algn="l">
              <a:spcBef>
                <a:spcPts val="0"/>
              </a:spcBef>
              <a:spcAft>
                <a:spcPts val="0"/>
              </a:spcAft>
              <a:buSzPts val="1800"/>
              <a:buChar char="▸"/>
            </a:pPr>
            <a:r>
              <a:rPr lang="en"/>
              <a:t>Satellite Variables</a:t>
            </a:r>
            <a:endParaRPr/>
          </a:p>
          <a:p>
            <a:pPr indent="-342900" lvl="0" marL="457200" rtl="0" algn="l">
              <a:spcBef>
                <a:spcPts val="0"/>
              </a:spcBef>
              <a:spcAft>
                <a:spcPts val="0"/>
              </a:spcAft>
              <a:buSzPts val="1800"/>
              <a:buChar char="▸"/>
            </a:pPr>
            <a:r>
              <a:rPr b="1" lang="en">
                <a:solidFill>
                  <a:schemeClr val="dk1"/>
                </a:solidFill>
              </a:rPr>
              <a:t>Running Phase 3</a:t>
            </a:r>
            <a:endParaRPr b="1">
              <a:solidFill>
                <a:schemeClr val="dk1"/>
              </a:solidFill>
            </a:endParaRPr>
          </a:p>
          <a:p>
            <a:pPr indent="0" lvl="0" marL="457200" rtl="0" algn="l">
              <a:spcBef>
                <a:spcPts val="2000"/>
              </a:spcBef>
              <a:spcAft>
                <a:spcPts val="2000"/>
              </a:spcAft>
              <a:buNone/>
            </a:pPr>
            <a:r>
              <a:t/>
            </a:r>
            <a:endParaRPr>
              <a:solidFill>
                <a:schemeClr val="dk1"/>
              </a:solidFill>
            </a:endParaRPr>
          </a:p>
        </p:txBody>
      </p:sp>
      <p:sp>
        <p:nvSpPr>
          <p:cNvPr id="2402" name="Google Shape;2402;p110"/>
          <p:cNvSpPr txBox="1"/>
          <p:nvPr>
            <p:ph type="title"/>
          </p:nvPr>
        </p:nvSpPr>
        <p:spPr>
          <a:xfrm>
            <a:off x="900275" y="1736433"/>
            <a:ext cx="3885900" cy="2698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How to get there…</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06" name="Shape 2406"/>
        <p:cNvGrpSpPr/>
        <p:nvPr/>
      </p:nvGrpSpPr>
      <p:grpSpPr>
        <a:xfrm>
          <a:off x="0" y="0"/>
          <a:ext cx="0" cy="0"/>
          <a:chOff x="0" y="0"/>
          <a:chExt cx="0" cy="0"/>
        </a:xfrm>
      </p:grpSpPr>
      <p:sp>
        <p:nvSpPr>
          <p:cNvPr id="2407" name="Google Shape;2407;p11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sz="900">
                <a:latin typeface="Red Hat Text Medium"/>
                <a:ea typeface="Red Hat Text Medium"/>
                <a:cs typeface="Red Hat Text Medium"/>
                <a:sym typeface="Red Hat Text Medium"/>
              </a:rPr>
              <a:t>Red Hat Infrastructure Standard Adoption Model</a:t>
            </a:r>
            <a:endParaRPr/>
          </a:p>
        </p:txBody>
      </p:sp>
      <p:sp>
        <p:nvSpPr>
          <p:cNvPr id="2408" name="Google Shape;2408;p11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409" name="Google Shape;2409;p111"/>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2410" name="Google Shape;2410;p111"/>
          <p:cNvSpPr txBox="1"/>
          <p:nvPr>
            <p:ph idx="4" type="body"/>
          </p:nvPr>
        </p:nvSpPr>
        <p:spPr>
          <a:xfrm>
            <a:off x="5486400" y="1600200"/>
            <a:ext cx="5839500" cy="3305100"/>
          </a:xfrm>
          <a:prstGeom prst="rect">
            <a:avLst/>
          </a:prstGeom>
        </p:spPr>
        <p:txBody>
          <a:bodyPr anchorCtr="0" anchor="t" bIns="0" lIns="0" spcFirstLastPara="1" rIns="0" wrap="square" tIns="0">
            <a:noAutofit/>
          </a:bodyPr>
          <a:lstStyle/>
          <a:p>
            <a:pPr indent="0" lvl="0" marL="457200" rtl="0" algn="l">
              <a:spcBef>
                <a:spcPts val="0"/>
              </a:spcBef>
              <a:spcAft>
                <a:spcPts val="0"/>
              </a:spcAft>
              <a:buNone/>
            </a:pPr>
            <a:r>
              <a:rPr lang="en" sz="2700">
                <a:solidFill>
                  <a:schemeClr val="dk1"/>
                </a:solidFill>
                <a:latin typeface="Red Hat Display Medium"/>
                <a:ea typeface="Red Hat Display Medium"/>
                <a:cs typeface="Red Hat Display Medium"/>
                <a:sym typeface="Red Hat Display Medium"/>
              </a:rPr>
              <a:t>Day 2</a:t>
            </a:r>
            <a:endParaRPr sz="2700">
              <a:solidFill>
                <a:schemeClr val="dk1"/>
              </a:solidFill>
              <a:latin typeface="Red Hat Display Medium"/>
              <a:ea typeface="Red Hat Display Medium"/>
              <a:cs typeface="Red Hat Display Medium"/>
              <a:sym typeface="Red Hat Display Medium"/>
            </a:endParaRPr>
          </a:p>
          <a:p>
            <a:pPr indent="-342900" lvl="0" marL="457200" rtl="0" algn="l">
              <a:spcBef>
                <a:spcPts val="2000"/>
              </a:spcBef>
              <a:spcAft>
                <a:spcPts val="0"/>
              </a:spcAft>
              <a:buSzPts val="1800"/>
              <a:buChar char="▸"/>
            </a:pPr>
            <a:r>
              <a:rPr lang="en">
                <a:solidFill>
                  <a:schemeClr val="dk1"/>
                </a:solidFill>
              </a:rPr>
              <a:t>Creating Hosts with Satellite Automation</a:t>
            </a:r>
            <a:endParaRPr>
              <a:solidFill>
                <a:schemeClr val="dk1"/>
              </a:solidFill>
            </a:endParaRPr>
          </a:p>
          <a:p>
            <a:pPr indent="-342900" lvl="0" marL="457200" rtl="0" algn="l">
              <a:spcBef>
                <a:spcPts val="0"/>
              </a:spcBef>
              <a:spcAft>
                <a:spcPts val="0"/>
              </a:spcAft>
              <a:buSzPts val="1800"/>
              <a:buChar char="▸"/>
            </a:pPr>
            <a:r>
              <a:rPr lang="en">
                <a:solidFill>
                  <a:schemeClr val="dk1"/>
                </a:solidFill>
              </a:rPr>
              <a:t>AAP, Hub, and Container System Variables</a:t>
            </a:r>
            <a:endParaRPr>
              <a:solidFill>
                <a:schemeClr val="dk1"/>
              </a:solidFill>
            </a:endParaRPr>
          </a:p>
          <a:p>
            <a:pPr indent="-342900" lvl="0" marL="457200" rtl="0" algn="l">
              <a:spcBef>
                <a:spcPts val="0"/>
              </a:spcBef>
              <a:spcAft>
                <a:spcPts val="0"/>
              </a:spcAft>
              <a:buSzPts val="1800"/>
              <a:buChar char="▸"/>
            </a:pPr>
            <a:r>
              <a:rPr lang="en">
                <a:solidFill>
                  <a:schemeClr val="dk1"/>
                </a:solidFill>
              </a:rPr>
              <a:t>RHIS Post variables</a:t>
            </a:r>
            <a:endParaRPr>
              <a:solidFill>
                <a:schemeClr val="dk1"/>
              </a:solidFill>
            </a:endParaRPr>
          </a:p>
          <a:p>
            <a:pPr indent="-342900" lvl="0" marL="457200" rtl="0" algn="l">
              <a:spcBef>
                <a:spcPts val="0"/>
              </a:spcBef>
              <a:spcAft>
                <a:spcPts val="0"/>
              </a:spcAft>
              <a:buSzPts val="1800"/>
              <a:buChar char="▸"/>
            </a:pPr>
            <a:r>
              <a:rPr b="1" lang="en">
                <a:solidFill>
                  <a:schemeClr val="dk1"/>
                </a:solidFill>
              </a:rPr>
              <a:t>Running Phase 4</a:t>
            </a:r>
            <a:endParaRPr b="1">
              <a:solidFill>
                <a:schemeClr val="dk1"/>
              </a:solidFill>
            </a:endParaRPr>
          </a:p>
          <a:p>
            <a:pPr indent="-342900" lvl="0" marL="457200" rtl="0" algn="l">
              <a:spcBef>
                <a:spcPts val="0"/>
              </a:spcBef>
              <a:spcAft>
                <a:spcPts val="0"/>
              </a:spcAft>
              <a:buSzPts val="1800"/>
              <a:buChar char="▸"/>
            </a:pPr>
            <a:r>
              <a:rPr lang="en">
                <a:solidFill>
                  <a:schemeClr val="dk1"/>
                </a:solidFill>
              </a:rPr>
              <a:t>Validating the Configuration</a:t>
            </a:r>
            <a:endParaRPr>
              <a:solidFill>
                <a:schemeClr val="dk1"/>
              </a:solidFill>
            </a:endParaRPr>
          </a:p>
          <a:p>
            <a:pPr indent="-342900" lvl="0" marL="457200" rtl="0" algn="l">
              <a:spcBef>
                <a:spcPts val="0"/>
              </a:spcBef>
              <a:spcAft>
                <a:spcPts val="0"/>
              </a:spcAft>
              <a:buSzPts val="1800"/>
              <a:buChar char="▸"/>
            </a:pPr>
            <a:r>
              <a:rPr lang="en">
                <a:solidFill>
                  <a:schemeClr val="dk1"/>
                </a:solidFill>
              </a:rPr>
              <a:t>Handling Failures</a:t>
            </a:r>
            <a:endParaRPr>
              <a:solidFill>
                <a:schemeClr val="dk1"/>
              </a:solidFill>
            </a:endParaRPr>
          </a:p>
          <a:p>
            <a:pPr indent="-342900" lvl="0" marL="457200" rtl="0" algn="l">
              <a:spcBef>
                <a:spcPts val="0"/>
              </a:spcBef>
              <a:spcAft>
                <a:spcPts val="0"/>
              </a:spcAft>
              <a:buSzPts val="1800"/>
              <a:buChar char="▸"/>
            </a:pPr>
            <a:r>
              <a:rPr b="1" lang="en">
                <a:solidFill>
                  <a:schemeClr val="dk1"/>
                </a:solidFill>
              </a:rPr>
              <a:t>Running Phase 5</a:t>
            </a:r>
            <a:r>
              <a:rPr lang="en">
                <a:solidFill>
                  <a:schemeClr val="dk1"/>
                </a:solidFill>
              </a:rPr>
              <a:t> - Launching the Workflow</a:t>
            </a:r>
            <a:endParaRPr/>
          </a:p>
          <a:p>
            <a:pPr indent="0" lvl="0" marL="457200" rtl="0" algn="l">
              <a:spcBef>
                <a:spcPts val="2000"/>
              </a:spcBef>
              <a:spcAft>
                <a:spcPts val="2000"/>
              </a:spcAft>
              <a:buNone/>
            </a:pPr>
            <a:r>
              <a:rPr lang="en">
                <a:solidFill>
                  <a:schemeClr val="dk1"/>
                </a:solidFill>
              </a:rPr>
              <a:t>Questions</a:t>
            </a:r>
            <a:endParaRPr>
              <a:solidFill>
                <a:schemeClr val="dk1"/>
              </a:solidFill>
            </a:endParaRPr>
          </a:p>
        </p:txBody>
      </p:sp>
      <p:sp>
        <p:nvSpPr>
          <p:cNvPr id="2411" name="Google Shape;2411;p111"/>
          <p:cNvSpPr txBox="1"/>
          <p:nvPr>
            <p:ph type="title"/>
          </p:nvPr>
        </p:nvSpPr>
        <p:spPr>
          <a:xfrm>
            <a:off x="900275" y="1736433"/>
            <a:ext cx="3885900" cy="2698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How to get there…</a:t>
            </a:r>
            <a:endParaRPr/>
          </a:p>
        </p:txBody>
      </p:sp>
      <p:sp>
        <p:nvSpPr>
          <p:cNvPr id="2412" name="Google Shape;2412;p111"/>
          <p:cNvSpPr txBox="1"/>
          <p:nvPr/>
        </p:nvSpPr>
        <p:spPr>
          <a:xfrm>
            <a:off x="900275" y="5299300"/>
            <a:ext cx="6167700" cy="63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hlink"/>
                </a:solidFill>
                <a:latin typeface="Red Hat Display"/>
                <a:ea typeface="Red Hat Display"/>
                <a:cs typeface="Red Hat Display"/>
                <a:sym typeface="Red Hat Display"/>
                <a:hlinkClick r:id="rId3"/>
              </a:rPr>
              <a:t>https://github.com/redhat-cop/rhis-builder</a:t>
            </a:r>
            <a:endParaRPr sz="1800">
              <a:latin typeface="Red Hat Display"/>
              <a:ea typeface="Red Hat Display"/>
              <a:cs typeface="Red Hat Display"/>
              <a:sym typeface="Red Hat Display"/>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d Hat - Light">
  <a:themeElements>
    <a:clrScheme name="Simple Light">
      <a:dk1>
        <a:srgbClr val="000000"/>
      </a:dk1>
      <a:lt1>
        <a:srgbClr val="FFFFFF"/>
      </a:lt1>
      <a:dk2>
        <a:srgbClr val="595959"/>
      </a:dk2>
      <a:lt2>
        <a:srgbClr val="EEEEEE"/>
      </a:lt2>
      <a:accent1>
        <a:srgbClr val="EE0000"/>
      </a:accent1>
      <a:accent2>
        <a:srgbClr val="CC0000"/>
      </a:accent2>
      <a:accent3>
        <a:srgbClr val="A30000"/>
      </a:accent3>
      <a:accent4>
        <a:srgbClr val="820000"/>
      </a:accent4>
      <a:accent5>
        <a:srgbClr val="BFBFBF"/>
      </a:accent5>
      <a:accent6>
        <a:srgbClr val="808080"/>
      </a:accent6>
      <a:hlink>
        <a:srgbClr val="EE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